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86" r:id="rId4"/>
    <p:sldId id="290" r:id="rId5"/>
    <p:sldId id="291" r:id="rId6"/>
    <p:sldId id="292" r:id="rId7"/>
    <p:sldId id="293" r:id="rId8"/>
    <p:sldId id="294" r:id="rId9"/>
    <p:sldId id="29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4: Umsetzung im Unternehmen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Teil 4: Umsetzung im Unternehmen</a:t>
            </a:r>
          </a:p>
          <a:p>
            <a:pPr marL="0" indent="0">
              <a:buNone/>
            </a:pPr>
            <a:r>
              <a:rPr lang="de-DE" b="1" dirty="0"/>
              <a:t>Teil 4.1: DSMS (Datenschutz-Managementsysteme)</a:t>
            </a:r>
          </a:p>
          <a:p>
            <a:pPr marL="0" indent="0">
              <a:buNone/>
            </a:pPr>
            <a:r>
              <a:rPr lang="de-DE" b="1" dirty="0"/>
              <a:t>Teil 4.2: Zuständigkeiten / Verantwortlichkeiten</a:t>
            </a:r>
          </a:p>
          <a:p>
            <a:pPr marL="0" indent="0">
              <a:buNone/>
            </a:pPr>
            <a:r>
              <a:rPr lang="de-DE" b="1" dirty="0"/>
              <a:t>Teil 4.3: Datenpanne / Datenschutzverstoß</a:t>
            </a:r>
          </a:p>
          <a:p>
            <a:pPr marL="0" indent="0">
              <a:buNone/>
            </a:pPr>
            <a:r>
              <a:rPr lang="de-DE" b="1" dirty="0"/>
              <a:t>Teil 4.4: Vom Gesetz zur Richtlinie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Person, Kleidung, Finger, Halten enthält.&#10;&#10;KI-generierte Inhalte können fehlerhaft sein.">
            <a:extLst>
              <a:ext uri="{FF2B5EF4-FFF2-40B4-BE49-F238E27FC236}">
                <a16:creationId xmlns:a16="http://schemas.microsoft.com/office/drawing/2014/main" id="{5CDF97A8-8383-EB1B-22DC-A06E636E5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249" r="454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4.1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Datenschutz-Managementsysteme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087" y="6232317"/>
            <a:ext cx="377462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CE04095-2DD6-C685-27F0-F058DAD9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Datenschutz-Managementsysteme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138F76F-015D-31C9-A317-04FA706D8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Warum ein DSMS sinnvoll ist</a:t>
            </a: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Muss ein Datenschutzmanagementsystem betrieben werden, wenn personenbezogene Daten verarbeitet werden?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DSGVO verpflichtet nicht ausdrücklich dazu. Trotzdem lautet die Antwort Ja.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Denn es ist unmöglich, die Rechenschafts- und Nachweispflichten, ohne ein geordnetes System umzusetzen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3AF1E5-FE44-9B54-BFAD-63CD8548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42935E-35F2-0818-CD60-267B8312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6758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451FD-7211-41CF-8FDD-83637B9D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eines DSMS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84F170-BB30-FB67-492B-825DBC3A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Mehr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Rechtssicherheit,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ein DSMS speziell auf die DSGVO abgestimmt ist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höherer Schutz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personenbezogener Daten von Kunden und MA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Integrierte Schulung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von Mitarbeitern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Sichere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effiziente Prozesse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(z.B. bei Datenpannen und Anfragen)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Mildernde Umstände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 Aufsichtsbehörden, da ein System nachweislich vorhanden ist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F457E7-9F5C-B7E2-6382-66F34495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554C55-9910-6815-1512-12166B71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755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CCC93-9E26-8B28-85D5-62676EB9C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837"/>
          </a:xfrm>
        </p:spPr>
        <p:txBody>
          <a:bodyPr/>
          <a:lstStyle/>
          <a:p>
            <a:r>
              <a:rPr lang="de-DE" dirty="0"/>
              <a:t>Optionale Skills im DSMS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46452-06D2-9C80-F132-66DE5819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243"/>
            <a:ext cx="10515600" cy="464972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Aspekte der Informationssicherheit: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Systemlandschaft, Assets, Risikobewertung, Bedrohungen werden von einigen Systemen schon unterstützt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 DSMS kann somit vom ISB und DSB gleichzeitig gemanagt werden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Das geht teilweise bis zur kompletten Umsetzung einer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ISO/IEC 27001.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verwaltet alle Dokumente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Nachweise, Verarbeitungstätigkeiten, AVVs, TOMs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Website-Prüfungen, Informationspflichten-Erstellung, u.v.m.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2AA579-9579-84B0-EAC8-AF31EFEC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CE5A78-5E9A-4B37-9569-35D9D442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62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576E0-5B30-1B00-73C1-EF5F61E4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831"/>
          </a:xfrm>
        </p:spPr>
        <p:txBody>
          <a:bodyPr>
            <a:normAutofit fontScale="90000"/>
          </a:bodyPr>
          <a:lstStyle/>
          <a:p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Datenschutz ist Chefsache! </a:t>
            </a:r>
            <a:r>
              <a:rPr lang="de-DE" sz="3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(Nicht die des DSBs)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306E3D-E64B-A9C8-DA0A-9309D603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697"/>
            <a:ext cx="10515600" cy="463026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Wurden Verarbeitungen auf ihre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Rechtmäßigkeit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geprüft?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Liegen im Bedarfsfall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Einwilligungen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Betroffenen vor?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Erfüllen die Einwilligungen die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Anforderungen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aus Art. 7 und 8 DSGVO? 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Erhalten die Betroffenen die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notwendigen Datenschutzhinweise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Liegen alle notwendigen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Verträge zu Auftragsverarbeitungen 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vor?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die AV-Verträge auf die Mindestinhalte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geprüft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• Existiert ein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Verzeichnis der Verarbeitungstätigkeiten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Etc.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313E8D-6D48-D9E4-5BCD-B8A8D36B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DD4EA6-BD64-B438-908B-ECBB6D91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50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9AB8A7-4938-18E6-E487-A7B40EDE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Lean-Management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7606D4-045E-696B-8400-32DDFF8F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Form von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Checklisten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innerhalb eines DSMS kann der DSB die Erfüllung der gesetzlichen Anforderungen regelmäßig überprüfen.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Erkannte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offene Maßnahmen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sind mit dem Verantwortlichen zu besprechen und es ist ein Plan für die Umsetzung zu entwickeln.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Realisierung erfolgt nach dem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PDCA-Zyklus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 = Plan, D = DO, C = Check, A = Act) aus dem Lean-Management. Diese Vorgehensweise soll eine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kontinuierliche Verbesserung 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der praktischen Umsetzung erreichen.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5D6BF8-8062-EBAC-7C2E-1DD2792E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F6BD10-C141-33D4-1E1B-717C9906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77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8CA7D4D-5472-E6BA-8FF7-48592FE2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565"/>
          </a:xfrm>
        </p:spPr>
        <p:txBody>
          <a:bodyPr/>
          <a:lstStyle/>
          <a:p>
            <a:r>
              <a:rPr lang="de-DE" dirty="0"/>
              <a:t>PDCA-Zyklus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E0B9FB-5F9D-AD4C-7D58-EFC38E89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059835-5F3F-1DC5-82E4-B0FAB3BF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  <p:pic>
        <p:nvPicPr>
          <p:cNvPr id="7" name="Grafik 6" descr="Ein Bild, das Text, Screenshot, Kreis, Diagramm enthält.&#10;&#10;KI-generierte Inhalte können fehlerhaft sein.">
            <a:extLst>
              <a:ext uri="{FF2B5EF4-FFF2-40B4-BE49-F238E27FC236}">
                <a16:creationId xmlns:a16="http://schemas.microsoft.com/office/drawing/2014/main" id="{9B0DD8A4-6632-2E1F-CA2D-A3C0E082C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24" y="1372171"/>
            <a:ext cx="7722476" cy="48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0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7AEBF95-3084-41A4-AEFC-F1D38076C9CF}"/>
</file>

<file path=customXml/itemProps2.xml><?xml version="1.0" encoding="utf-8"?>
<ds:datastoreItem xmlns:ds="http://schemas.openxmlformats.org/officeDocument/2006/customXml" ds:itemID="{F41BFF40-B0AF-4539-A103-3AC824BEB879}"/>
</file>

<file path=customXml/itemProps3.xml><?xml version="1.0" encoding="utf-8"?>
<ds:datastoreItem xmlns:ds="http://schemas.openxmlformats.org/officeDocument/2006/customXml" ds:itemID="{8959EA71-66BA-466E-AF38-8CC908103D4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Breitbild</PresentationFormat>
  <Paragraphs>57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Symbol</vt:lpstr>
      <vt:lpstr>Office</vt:lpstr>
      <vt:lpstr>DATENSCHUTZ-SCHULUNG Teil 4: Umsetzung im Unternehmen</vt:lpstr>
      <vt:lpstr>Inhalte der Datenschutz-Themen</vt:lpstr>
      <vt:lpstr>Datenschutz Teil 4.1</vt:lpstr>
      <vt:lpstr>Datenschutz-Managementsysteme</vt:lpstr>
      <vt:lpstr>Vorteile eines DSMS</vt:lpstr>
      <vt:lpstr>Optionale Skills im DSMS</vt:lpstr>
      <vt:lpstr>Datenschutz ist Chefsache! (Nicht die des DSBs)</vt:lpstr>
      <vt:lpstr>Lean-Management</vt:lpstr>
      <vt:lpstr>PDCA-Zyklus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88</cp:revision>
  <dcterms:created xsi:type="dcterms:W3CDTF">2025-05-19T19:06:41Z</dcterms:created>
  <dcterms:modified xsi:type="dcterms:W3CDTF">2025-09-16T12:55:06Z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