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408" r:id="rId4"/>
    <p:sldId id="411" r:id="rId5"/>
    <p:sldId id="412" r:id="rId6"/>
    <p:sldId id="413" r:id="rId7"/>
    <p:sldId id="414" r:id="rId8"/>
    <p:sldId id="415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0D327-6291-DF4B-6D0E-E26F6451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96B8536-E670-A483-5BBF-D8F63C5CE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085753F9-A48E-C933-1159-12FED0B57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4AB35A9-0EAE-3BF5-3A3C-F4A9CF79F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109F44-E696-3BD9-0163-0D61C9C9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2.6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771836-D5AA-9EC9-91AD-C7793978A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Verzeichnis</a:t>
            </a:r>
            <a:r>
              <a:rPr lang="en-US" sz="2000" b="1" dirty="0">
                <a:solidFill>
                  <a:schemeClr val="tx1"/>
                </a:solidFill>
              </a:rPr>
              <a:t> der </a:t>
            </a:r>
            <a:r>
              <a:rPr lang="en-US" sz="2000" b="1" dirty="0" err="1">
                <a:solidFill>
                  <a:schemeClr val="tx1"/>
                </a:solidFill>
              </a:rPr>
              <a:t>Verarbeitungstätigkeiten</a:t>
            </a:r>
            <a:r>
              <a:rPr lang="en-US" sz="2000" b="1" dirty="0">
                <a:solidFill>
                  <a:schemeClr val="tx1"/>
                </a:solidFill>
              </a:rPr>
              <a:t> (VVT)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6534BA-B30B-30DA-4C7B-1687DD147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1DBC953-4DF6-24C2-71E6-0B4B80627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A88580-CB12-E244-FBE8-6CA468D9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30353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050B89-E40A-2624-31F9-4E6BADEE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1077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C30E69E-E58C-1492-86ED-E480BBC6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565"/>
          </a:xfrm>
        </p:spPr>
        <p:txBody>
          <a:bodyPr/>
          <a:lstStyle/>
          <a:p>
            <a:r>
              <a:rPr lang="de-DE" dirty="0"/>
              <a:t>Verzeichnis der Verarbeitungstätigkeiten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78C677B-25B3-F884-7607-2BFBCA65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157"/>
            <a:ext cx="10515600" cy="4503806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Aufgabe des DSB ist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VVT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Grundlage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die tägliche Arbeit im Datenschutz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ein VVT anlegen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30 (1) S. 1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Dient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Führen des VVT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ggf. dem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überlassen werden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Auftragsverarbeiter müssen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zwei VVTs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führen, eins als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Verantwortlicher und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als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Auftragsverarbeiter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30 (2)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Verantwortliche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Auftragsverarbeiter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 VVT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BAC704-EFC6-DFC3-2530-15611E9E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E26B5B-8AC9-22FD-0961-6ECEEAF5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94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A41978B-2D65-5153-AB30-4E57FA89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Verzeichnis der Verarbeitungstätigkeiten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AF1A7-BE7E-44C5-1663-3824FB7C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328"/>
            <a:ext cx="10515600" cy="479563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30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Verantwortliche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ggf. sein Vertreter führen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Verzeichnis aller Verarbeitungstätigkeiten,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ihrer Zuständigkeit unterliegen.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Dieses Verzeichnis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enthält sämtliche folgenden Angaben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Namen und die Kontaktdaten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gemeinsam mit ihm Verantwortlichen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Vertreters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Verantwortlichen, sowie eines etwaigen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Zwecke der Verarbeitung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Beschreibung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 betroffener Personen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 personenbezogener Daten;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34C3D5-CB4E-B420-3E4D-DE5FD0BF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45FF03-CAA7-3A53-CE46-0A48D439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8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B0EA38F-C559-C555-F2FE-A243592B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Verzeichnis der Verarbeitungstätigkeiten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3B21624-7211-F2FC-CD6A-EF27223BA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153"/>
            <a:ext cx="10515600" cy="4610810"/>
          </a:xfrm>
        </p:spPr>
        <p:txBody>
          <a:bodyPr>
            <a:noAutofit/>
          </a:bodyPr>
          <a:lstStyle/>
          <a:p>
            <a:pPr marL="457200" lvl="0" indent="-457200">
              <a:lnSpc>
                <a:spcPct val="107000"/>
              </a:lnSpc>
              <a:buFont typeface="+mj-lt"/>
              <a:buAutoNum type="alphaLcParenR" startAt="4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 von Empfängern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gegenüber denen die personenbezogenen Daten offengelegt worden sind oder noch offengelegt werden, einschließlich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Empfänger in Drittländer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internationalen Organisationen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 startAt="4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Übermittlungen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personenbezogenen Daten an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Drittland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internationale Organisation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einschließlich der Angabe des betreffenden Drittlandes oder der betreffenden internationalen Organisation, sowie bei den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49 (1) U-Abs. 2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genannten Datenübermittlungen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Dokumentierung geeigneter Garantien;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 startAt="4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möglich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vorgesehenen Fristen für die Löschung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verschiedenen Datenkategorien;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 startAt="4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möglich,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allgemeine Beschreibung der TOMs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(1)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C5B31F-4D4B-3A68-A04F-03B4FEBE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45AF9C-AB3B-1BC6-D095-AB90677B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48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B2685DE-0FAB-3CCE-BDDD-F863A808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7359"/>
          </a:xfrm>
        </p:spPr>
        <p:txBody>
          <a:bodyPr/>
          <a:lstStyle/>
          <a:p>
            <a:r>
              <a:rPr lang="de-DE" dirty="0"/>
              <a:t>Definition „Verarbeitungstätigkeit“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A322FDF-4238-96CC-937C-13DF645B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780"/>
            <a:ext cx="10515600" cy="506257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VVT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beinhaltet alle Prozesse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eine Verarbeitung von personenbezogenen Daten zum Gegenstand haben. z.B.: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Führen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Personalakten,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Erfassen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Arbeitszeiten,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Erfassen und auswerten von </a:t>
            </a:r>
            <a:r>
              <a:rPr lang="de-DE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Bewerbungen,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E-Mail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-Programmen oder anderen Tools, Durchführung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Gehaltsabrechnung,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Durchführung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Buchhaltung,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Planung und Durchführung von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Kundenakquise Maßnahmen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dieser Prozesse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stellt im Datenschutz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Verarbeitungstätigkeit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dar. Es liegt allerdings ganz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Ermessen der Organisation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Einrichtung seine Verarbeitungstätigkeiten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abzugrenzen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Für die IT-Abteilung 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entstehen </a:t>
            </a:r>
            <a:r>
              <a:rPr lang="de-DE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Nachweispflichten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 im Bezug auf Protokollierung, automatische Löschung, 2-Opt-In-Verfahren, Archivierung, Cloudspeicherung, etc.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1DE135-6475-DEF3-9B89-FEBAE0FB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271B84-B89D-8FC5-05C1-0C28B85E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17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C5D2B6D-E143-386C-7740-D4674ECF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VVT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0B103FC-F9BB-CECC-FE08-E1F2EB21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Organisation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Auftragsverarbeiter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VVZ führen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Inhalte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 vorgeschrieben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das Verzeichnis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Verzeichnis dient als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Grundlage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Umsetzung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Informationspflichten, Auskunftsrechte und Löschkonzepte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Verzeichnis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auf Verlangen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Aufsichtsbehörde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vorgelegt werden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können (Rechenschaftspflicht)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548DDB-4ABC-F673-AF0D-0E293574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4D1BFE-8B6C-9922-0278-DE5E433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737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968BED-F4EA-4AD6-9C45-4E2A38B0A197}"/>
</file>

<file path=customXml/itemProps2.xml><?xml version="1.0" encoding="utf-8"?>
<ds:datastoreItem xmlns:ds="http://schemas.openxmlformats.org/officeDocument/2006/customXml" ds:itemID="{FDE5CBE1-B058-43D8-AE78-CFD798656BDE}"/>
</file>

<file path=customXml/itemProps3.xml><?xml version="1.0" encoding="utf-8"?>
<ds:datastoreItem xmlns:ds="http://schemas.openxmlformats.org/officeDocument/2006/customXml" ds:itemID="{C1D5D23E-FCBB-4D65-87A1-03795FDAA4A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Breitbild</PresentationFormat>
  <Paragraphs>59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Symbol</vt:lpstr>
      <vt:lpstr>Wingdings</vt:lpstr>
      <vt:lpstr>Office</vt:lpstr>
      <vt:lpstr>DATENSCHUTZ-SCHULUNG Teil 2: Grundsätze der Verarbeitung</vt:lpstr>
      <vt:lpstr>Inhalte der Datenschutz-Themen</vt:lpstr>
      <vt:lpstr>Datenschutz Teil 2.6</vt:lpstr>
      <vt:lpstr>Verzeichnis der Verarbeitungstätigkeiten</vt:lpstr>
      <vt:lpstr>Verzeichnis der Verarbeitungstätigkeiten</vt:lpstr>
      <vt:lpstr>Verzeichnis der Verarbeitungstätigkeiten</vt:lpstr>
      <vt:lpstr>Definition „Verarbeitungstätigkeit“</vt:lpstr>
      <vt:lpstr>Zusammenfassung VVT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90</cp:revision>
  <dcterms:created xsi:type="dcterms:W3CDTF">2025-05-19T19:06:41Z</dcterms:created>
  <dcterms:modified xsi:type="dcterms:W3CDTF">2025-09-16T12:20:48Z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