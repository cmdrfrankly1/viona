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customXml/item1.xml" ContentType="application/xml"/>
  <Override PartName="/customXml/itemProps1.xml" ContentType="application/vnd.openxmlformats-officedocument.customXmlProperties+xml"/>
  <Override PartName="/customXml/item2.xml" ContentType="application/xml"/>
  <Override PartName="/customXml/itemProps2.xml" ContentType="application/vnd.openxmlformats-officedocument.customXmlProperties+xml"/>
  <Override PartName="/customXml/item3.xml" ContentType="application/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090e04347d7b4f63" Type="http://schemas.openxmlformats.org/package/2006/relationships/metadata/core-properties" Target="/docProps/core.xml"/><Relationship Id="R4563e93e74474a9b" Type="http://schemas.openxmlformats.org/officeDocument/2006/relationships/officeDocument" Target="/ppt/presentation.xml"/><Relationship Id="rId1" Type="http://schemas.openxmlformats.org/officeDocument/2006/relationships/custom-properties" Target="docProps/custom.xml"/><Relationship Id="R22ead1fe05324859" Type="http://schemas.openxmlformats.org/officeDocument/2006/relationships/extended-properties" Target="/docProps/app.xml"/></Relationships>
</file>

<file path=ppt/presentation.xml><?xml version="1.0" encoding="utf-8"?>
<p:presentation xmlns:p="http://schemas.openxmlformats.org/presentationml/2006/main">
  <p:sldMasterIdLst>
    <p:sldMasterId xmlns:r="http://schemas.openxmlformats.org/officeDocument/2006/relationships" id="2147483648" r:id="R6583dd13dbbb4f58"/>
  </p:sldMasterIdLst>
  <p:notesMasterIdLst>
    <p:notesMasterId xmlns:r="http://schemas.openxmlformats.org/officeDocument/2006/relationships" r:id="R0b93e1b4072b400d"/>
  </p:notesMasterIdLst>
  <p:sldIdLst>
    <p:sldId xmlns:r="http://schemas.openxmlformats.org/officeDocument/2006/relationships" id="256" r:id="Rc949d1bf57c34a04"/>
    <p:sldId xmlns:r="http://schemas.openxmlformats.org/officeDocument/2006/relationships" id="257" r:id="R51064a86c9324210"/>
    <p:sldId xmlns:r="http://schemas.openxmlformats.org/officeDocument/2006/relationships" id="258" r:id="R2613f18377e547c7"/>
    <p:sldId xmlns:r="http://schemas.openxmlformats.org/officeDocument/2006/relationships" id="259" r:id="Rc2239af047804805"/>
    <p:sldId xmlns:r="http://schemas.openxmlformats.org/officeDocument/2006/relationships" id="260" r:id="R45042ae4d26447d2"/>
    <p:sldId xmlns:r="http://schemas.openxmlformats.org/officeDocument/2006/relationships" id="261" r:id="R7451a3730cc34dc8"/>
    <p:sldId xmlns:r="http://schemas.openxmlformats.org/officeDocument/2006/relationships" id="262" r:id="R1ce8c99e06b34745"/>
    <p:sldId xmlns:r="http://schemas.openxmlformats.org/officeDocument/2006/relationships" id="263" r:id="Re8e3e618d9124cd7"/>
    <p:sldId xmlns:r="http://schemas.openxmlformats.org/officeDocument/2006/relationships" id="264" r:id="R4d480e059236455a"/>
    <p:sldId xmlns:r="http://schemas.openxmlformats.org/officeDocument/2006/relationships" id="265" r:id="R5aa7486435b94162"/>
    <p:sldId xmlns:r="http://schemas.openxmlformats.org/officeDocument/2006/relationships" id="266" r:id="R71b583a5836145cc"/>
    <p:sldId xmlns:r="http://schemas.openxmlformats.org/officeDocument/2006/relationships" id="267" r:id="Rd59867d5a3594d8e"/>
    <p:sldId xmlns:r="http://schemas.openxmlformats.org/officeDocument/2006/relationships" id="268" r:id="R49db6688369349ec"/>
    <p:sldId xmlns:r="http://schemas.openxmlformats.org/officeDocument/2006/relationships" id="269" r:id="R062d63990f514856"/>
    <p:sldId xmlns:r="http://schemas.openxmlformats.org/officeDocument/2006/relationships" id="270" r:id="R508d9720a5fa4e39"/>
    <p:sldId xmlns:r="http://schemas.openxmlformats.org/officeDocument/2006/relationships" id="271" r:id="Rbec1d445d0494edf"/>
    <p:sldId xmlns:r="http://schemas.openxmlformats.org/officeDocument/2006/relationships" id="272" r:id="Ra2cef2d635254fdf"/>
    <p:sldId xmlns:r="http://schemas.openxmlformats.org/officeDocument/2006/relationships" id="273" r:id="R52a8feaa94bf4cef"/>
    <p:sldId xmlns:r="http://schemas.openxmlformats.org/officeDocument/2006/relationships" id="274" r:id="Rd3afb40c01b94c97"/>
    <p:sldId xmlns:r="http://schemas.openxmlformats.org/officeDocument/2006/relationships" id="275" r:id="R62b716652dcd4a9a"/>
    <p:sldId xmlns:r="http://schemas.openxmlformats.org/officeDocument/2006/relationships" id="276" r:id="Rf4a25c9efe584194"/>
    <p:sldId xmlns:r="http://schemas.openxmlformats.org/officeDocument/2006/relationships" id="277" r:id="Rd5134273a0274750"/>
    <p:sldId xmlns:r="http://schemas.openxmlformats.org/officeDocument/2006/relationships" id="278" r:id="R7aead988913d4a6a"/>
    <p:sldId xmlns:r="http://schemas.openxmlformats.org/officeDocument/2006/relationships" id="279" r:id="Raafa42204e9b4f20"/>
    <p:sldId xmlns:r="http://schemas.openxmlformats.org/officeDocument/2006/relationships" id="280" r:id="Rd87f84726934451e"/>
    <p:sldId xmlns:r="http://schemas.openxmlformats.org/officeDocument/2006/relationships" id="281" r:id="R846eae34aff54f59"/>
    <p:sldId xmlns:r="http://schemas.openxmlformats.org/officeDocument/2006/relationships" id="282" r:id="Ra7bd49cc72744cef"/>
    <p:sldId xmlns:r="http://schemas.openxmlformats.org/officeDocument/2006/relationships" id="283" r:id="R3872fad802c34401"/>
    <p:sldId xmlns:r="http://schemas.openxmlformats.org/officeDocument/2006/relationships" id="284" r:id="Rfd194a08e9d94c6a"/>
    <p:sldId xmlns:r="http://schemas.openxmlformats.org/officeDocument/2006/relationships" id="285" r:id="R59cd4c6c62f845d5"/>
    <p:sldId xmlns:r="http://schemas.openxmlformats.org/officeDocument/2006/relationships" id="286" r:id="R603b595144be4f8d"/>
    <p:sldId xmlns:r="http://schemas.openxmlformats.org/officeDocument/2006/relationships" id="287" r:id="Rd9fe71b4419a4291"/>
    <p:sldId xmlns:r="http://schemas.openxmlformats.org/officeDocument/2006/relationships" id="288" r:id="R942b65c23ad84aaa"/>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51064a86c9324210" Type="http://schemas.openxmlformats.org/officeDocument/2006/relationships/slide" Target="/ppt/slides/slide2.xml"/><Relationship Id="R45042ae4d26447d2" Type="http://schemas.openxmlformats.org/officeDocument/2006/relationships/slide" Target="/ppt/slides/slide5.xml"/><Relationship Id="Rf165d3bd20be4de4" Type="http://schemas.openxmlformats.org/officeDocument/2006/relationships/theme" Target="/ppt/theme/theme1.xml"/><Relationship Id="R6583dd13dbbb4f58" Type="http://schemas.openxmlformats.org/officeDocument/2006/relationships/slideMaster" Target="/ppt/slideMasters/slideMaster1.xml"/><Relationship Id="R59cd4c6c62f845d5" Type="http://schemas.openxmlformats.org/officeDocument/2006/relationships/slide" Target="/ppt/slides/slide30.xml"/><Relationship Id="Ra2cef2d635254fdf" Type="http://schemas.openxmlformats.org/officeDocument/2006/relationships/slide" Target="/ppt/slides/slide17.xml"/><Relationship Id="R52a8feaa94bf4cef" Type="http://schemas.openxmlformats.org/officeDocument/2006/relationships/slide" Target="/ppt/slides/slide18.xml"/><Relationship Id="R0b93e1b4072b400d" Type="http://schemas.openxmlformats.org/officeDocument/2006/relationships/notesMaster" Target="/ppt/notesMasters/notesMaster1.xml"/><Relationship Id="Rc949d1bf57c34a04" Type="http://schemas.openxmlformats.org/officeDocument/2006/relationships/slide" Target="/ppt/slides/slide1.xml"/><Relationship Id="R2613f18377e547c7" Type="http://schemas.openxmlformats.org/officeDocument/2006/relationships/slide" Target="/ppt/slides/slide3.xml"/><Relationship Id="R71b583a5836145cc" Type="http://schemas.openxmlformats.org/officeDocument/2006/relationships/slide" Target="/ppt/slides/slide11.xml"/><Relationship Id="Ra7bd49cc72744cef" Type="http://schemas.openxmlformats.org/officeDocument/2006/relationships/slide" Target="/ppt/slides/slide27.xml"/><Relationship Id="rId2" Type="http://schemas.openxmlformats.org/officeDocument/2006/relationships/customXml" Target="../customXml/item2.xml"/><Relationship Id="R7451a3730cc34dc8" Type="http://schemas.openxmlformats.org/officeDocument/2006/relationships/slide" Target="/ppt/slides/slide6.xml"/><Relationship Id="R1ce8c99e06b34745" Type="http://schemas.openxmlformats.org/officeDocument/2006/relationships/slide" Target="/ppt/slides/slide7.xml"/><Relationship Id="Rd87f84726934451e" Type="http://schemas.openxmlformats.org/officeDocument/2006/relationships/slide" Target="/ppt/slides/slide25.xml"/><Relationship Id="R846eae34aff54f59" Type="http://schemas.openxmlformats.org/officeDocument/2006/relationships/slide" Target="/ppt/slides/slide26.xml"/><Relationship Id="R3872fad802c34401" Type="http://schemas.openxmlformats.org/officeDocument/2006/relationships/slide" Target="/ppt/slides/slide28.xml"/><Relationship Id="Rd9fe71b4419a4291" Type="http://schemas.openxmlformats.org/officeDocument/2006/relationships/slide" Target="/ppt/slides/slide32.xml"/><Relationship Id="R942b65c23ad84aaa" Type="http://schemas.openxmlformats.org/officeDocument/2006/relationships/slide" Target="/ppt/slides/slide33.xml"/><Relationship Id="rId1" Type="http://schemas.openxmlformats.org/officeDocument/2006/relationships/customXml" Target="../customXml/item1.xml"/><Relationship Id="R72eb4e22322447a8" Type="http://schemas.openxmlformats.org/officeDocument/2006/relationships/presProps" Target="/ppt/presProps.xml"/><Relationship Id="R4d480e059236455a" Type="http://schemas.openxmlformats.org/officeDocument/2006/relationships/slide" Target="/ppt/slides/slide9.xml"/><Relationship Id="Rc2239af047804805" Type="http://schemas.openxmlformats.org/officeDocument/2006/relationships/slide" Target="/ppt/slides/slide4.xml"/><Relationship Id="R062d63990f514856" Type="http://schemas.openxmlformats.org/officeDocument/2006/relationships/slide" Target="/ppt/slides/slide14.xml"/><Relationship Id="R62b716652dcd4a9a" Type="http://schemas.openxmlformats.org/officeDocument/2006/relationships/slide" Target="/ppt/slides/slide20.xml"/><Relationship Id="Rfd194a08e9d94c6a" Type="http://schemas.openxmlformats.org/officeDocument/2006/relationships/slide" Target="/ppt/slides/slide29.xml"/><Relationship Id="R603b595144be4f8d" Type="http://schemas.openxmlformats.org/officeDocument/2006/relationships/slide" Target="/ppt/slides/slide31.xml"/><Relationship Id="R5aa7486435b94162" Type="http://schemas.openxmlformats.org/officeDocument/2006/relationships/slide" Target="/ppt/slides/slide10.xml"/><Relationship Id="Rd59867d5a3594d8e" Type="http://schemas.openxmlformats.org/officeDocument/2006/relationships/slide" Target="/ppt/slides/slide12.xml"/><Relationship Id="R508d9720a5fa4e39" Type="http://schemas.openxmlformats.org/officeDocument/2006/relationships/slide" Target="/ppt/slides/slide15.xml"/><Relationship Id="Rd5134273a0274750" Type="http://schemas.openxmlformats.org/officeDocument/2006/relationships/slide" Target="/ppt/slides/slide22.xml"/><Relationship Id="R7aead988913d4a6a" Type="http://schemas.openxmlformats.org/officeDocument/2006/relationships/slide" Target="/ppt/slides/slide23.xml"/><Relationship Id="R508f83438bc2464b" Type="http://schemas.openxmlformats.org/officeDocument/2006/relationships/tableStyles" Target="/ppt/tableStyles.xml"/><Relationship Id="R49db6688369349ec" Type="http://schemas.openxmlformats.org/officeDocument/2006/relationships/slide" Target="/ppt/slides/slide13.xml"/><Relationship Id="Rd3afb40c01b94c97" Type="http://schemas.openxmlformats.org/officeDocument/2006/relationships/slide" Target="/ppt/slides/slide19.xml"/><Relationship Id="Rf4a25c9efe584194" Type="http://schemas.openxmlformats.org/officeDocument/2006/relationships/slide" Target="/ppt/slides/slide21.xml"/><Relationship Id="Raafa42204e9b4f20" Type="http://schemas.openxmlformats.org/officeDocument/2006/relationships/slide" Target="/ppt/slides/slide24.xml"/><Relationship Id="rId3" Type="http://schemas.openxmlformats.org/officeDocument/2006/relationships/customXml" Target="../customXml/item3.xml"/><Relationship Id="Re8e3e618d9124cd7" Type="http://schemas.openxmlformats.org/officeDocument/2006/relationships/slide" Target="/ppt/slides/slide8.xml"/><Relationship Id="Rbec1d445d0494edf" Type="http://schemas.openxmlformats.org/officeDocument/2006/relationships/slide" Target="/ppt/slides/slide16.xml"/></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758a52764e744f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bdd7bfcc1c74e2a" /><Relationship Type="http://schemas.openxmlformats.org/officeDocument/2006/relationships/notesMaster" Target="/ppt/notesMasters/notesMaster1.xml" Id="Ra2b6578fcfe24b31" /></Relationships>
</file>

<file path=ppt/notesSlides/_rels/notesSlide2.xml.rels>&#65279;<?xml version="1.0" encoding="utf-8"?><Relationships xmlns="http://schemas.openxmlformats.org/package/2006/relationships"><Relationship Type="http://schemas.openxmlformats.org/officeDocument/2006/relationships/slide" Target="/ppt/slides/slide2.xml" Id="R3a49fc9a78384ff2" /><Relationship Type="http://schemas.openxmlformats.org/officeDocument/2006/relationships/notesMaster" Target="/ppt/notesMasters/notesMaster1.xml" Id="Ree0d66719f3c40f8" /></Relationships>
</file>

<file path=ppt/notesSlides/_rels/notesSlide3.xml.rels>&#65279;<?xml version="1.0" encoding="utf-8"?><Relationships xmlns="http://schemas.openxmlformats.org/package/2006/relationships"><Relationship Type="http://schemas.openxmlformats.org/officeDocument/2006/relationships/slide" Target="/ppt/slides/slide3.xml" Id="Rbcfc96668f464786" /><Relationship Type="http://schemas.openxmlformats.org/officeDocument/2006/relationships/notesMaster" Target="/ppt/notesMasters/notesMaster1.xml" Id="R022fa93f49464ac9" /></Relationships>
</file>

<file path=ppt/notesSlides/_rels/notesSlide4.xml.rels>&#65279;<?xml version="1.0" encoding="utf-8"?><Relationships xmlns="http://schemas.openxmlformats.org/package/2006/relationships"><Relationship Type="http://schemas.openxmlformats.org/officeDocument/2006/relationships/slide" Target="/ppt/slides/slide4.xml" Id="R5085294077034881" /><Relationship Type="http://schemas.openxmlformats.org/officeDocument/2006/relationships/notesMaster" Target="/ppt/notesMasters/notesMaster1.xml" Id="R5c5eabd29c9b41ac" /></Relationships>
</file>

<file path=ppt/notesSlides/_rels/notesSlide5.xml.rels>&#65279;<?xml version="1.0" encoding="utf-8"?><Relationships xmlns="http://schemas.openxmlformats.org/package/2006/relationships"><Relationship Type="http://schemas.openxmlformats.org/officeDocument/2006/relationships/slide" Target="/ppt/slides/slide5.xml" Id="R660938eb343b4882" /><Relationship Type="http://schemas.openxmlformats.org/officeDocument/2006/relationships/notesMaster" Target="/ppt/notesMasters/notesMaster1.xml" Id="R869954c58ed64377" /></Relationships>
</file>

<file path=ppt/notesSlides/_rels/notesSlide6.xml.rels>&#65279;<?xml version="1.0" encoding="utf-8"?><Relationships xmlns="http://schemas.openxmlformats.org/package/2006/relationships"><Relationship Type="http://schemas.openxmlformats.org/officeDocument/2006/relationships/slide" Target="/ppt/slides/slide6.xml" Id="Rff1643b45e7b4843" /><Relationship Type="http://schemas.openxmlformats.org/officeDocument/2006/relationships/notesMaster" Target="/ppt/notesMasters/notesMaster1.xml" Id="R46af2a6aaf8b44f5" /></Relationships>
</file>

<file path=ppt/notesSlides/_rels/notesSlide7.xml.rels>&#65279;<?xml version="1.0" encoding="utf-8"?><Relationships xmlns="http://schemas.openxmlformats.org/package/2006/relationships"><Relationship Type="http://schemas.openxmlformats.org/officeDocument/2006/relationships/slide" Target="/ppt/slides/slide7.xml" Id="R644bbf9e089c4c5e" /><Relationship Type="http://schemas.openxmlformats.org/officeDocument/2006/relationships/notesMaster" Target="/ppt/notesMasters/notesMaster1.xml" Id="Rc1cefb7d6a724327" /></Relationships>
</file>

<file path=ppt/notesSlides/_rels/notesSlide8.xml.rels>&#65279;<?xml version="1.0" encoding="utf-8"?><Relationships xmlns="http://schemas.openxmlformats.org/package/2006/relationships"><Relationship Type="http://schemas.openxmlformats.org/officeDocument/2006/relationships/slide" Target="/ppt/slides/slide8.xml" Id="Rcf21ebc00281469f" /><Relationship Type="http://schemas.openxmlformats.org/officeDocument/2006/relationships/notesMaster" Target="/ppt/notesMasters/notesMaster1.xml" Id="R51d8d2955a5c4bc4" /></Relationships>
</file>

<file path=ppt/notesSlides/_rels/notesSlide9.xml.rels>&#65279;<?xml version="1.0" encoding="utf-8"?><Relationships xmlns="http://schemas.openxmlformats.org/package/2006/relationships"><Relationship Type="http://schemas.openxmlformats.org/officeDocument/2006/relationships/slide" Target="/ppt/slides/slide9.xml" Id="Ra6c9f470982c4bed" /><Relationship Type="http://schemas.openxmlformats.org/officeDocument/2006/relationships/notesMaster" Target="/ppt/notesMasters/notesMaster1.xml" Id="R3138da0acd1c4ab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71494bdfc414ede" /><Relationship Type="http://schemas.openxmlformats.org/officeDocument/2006/relationships/notesMaster" Target="/ppt/notesMasters/notesMaster1.xml" Id="R1a85bb136307461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62a24942f9e4e65" /><Relationship Type="http://schemas.openxmlformats.org/officeDocument/2006/relationships/notesMaster" Target="/ppt/notesMasters/notesMaster1.xml" Id="R7cbba6b423b04f9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da4d50bb5ca45ca" /><Relationship Type="http://schemas.openxmlformats.org/officeDocument/2006/relationships/notesMaster" Target="/ppt/notesMasters/notesMaster1.xml" Id="R52030ca5403544a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58b2fa245224752" /><Relationship Type="http://schemas.openxmlformats.org/officeDocument/2006/relationships/notesMaster" Target="/ppt/notesMasters/notesMaster1.xml" Id="R882fba0c0b3f4fe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41e47abbef7490f" /><Relationship Type="http://schemas.openxmlformats.org/officeDocument/2006/relationships/notesMaster" Target="/ppt/notesMasters/notesMaster1.xml" Id="R12663c8f4c0c45a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6554c4e1d754d21" /><Relationship Type="http://schemas.openxmlformats.org/officeDocument/2006/relationships/notesMaster" Target="/ppt/notesMasters/notesMaster1.xml" Id="R144abc07c180474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7db27deb8174c4d" /><Relationship Type="http://schemas.openxmlformats.org/officeDocument/2006/relationships/notesMaster" Target="/ppt/notesMasters/notesMaster1.xml" Id="R9c3b23ed1a6f4fd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fff3045298f45b3" /><Relationship Type="http://schemas.openxmlformats.org/officeDocument/2006/relationships/notesMaster" Target="/ppt/notesMasters/notesMaster1.xml" Id="Reaa28947e68344d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ae48a37966c45c2" /><Relationship Type="http://schemas.openxmlformats.org/officeDocument/2006/relationships/notesMaster" Target="/ppt/notesMasters/notesMaster1.xml" Id="R4c52b75b5a334d0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262325c84224152" /><Relationship Type="http://schemas.openxmlformats.org/officeDocument/2006/relationships/notesMaster" Target="/ppt/notesMasters/notesMaster1.xml" Id="Rbad366de31de4b9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91d97d0ab814fa8" /><Relationship Type="http://schemas.openxmlformats.org/officeDocument/2006/relationships/notesMaster" Target="/ppt/notesMasters/notesMaster1.xml" Id="R5640ca4affc7471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6c13cb620444202" /><Relationship Type="http://schemas.openxmlformats.org/officeDocument/2006/relationships/notesMaster" Target="/ppt/notesMasters/notesMaster1.xml" Id="R12ba70f5ddac4948"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1760e3a34df4eaa" /><Relationship Type="http://schemas.openxmlformats.org/officeDocument/2006/relationships/notesMaster" Target="/ppt/notesMasters/notesMaster1.xml" Id="Rf4279fdffca448ec"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0c7e1599ce947bc" /><Relationship Type="http://schemas.openxmlformats.org/officeDocument/2006/relationships/notesMaster" Target="/ppt/notesMasters/notesMaster1.xml" Id="Rb1383098efd34715"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18ac8c1541994870" /><Relationship Type="http://schemas.openxmlformats.org/officeDocument/2006/relationships/notesMaster" Target="/ppt/notesMasters/notesMaster1.xml" Id="R4b201a70318747f7"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4949c3a4ec514033" /><Relationship Type="http://schemas.openxmlformats.org/officeDocument/2006/relationships/notesMaster" Target="/ppt/notesMasters/notesMaster1.xml" Id="Rcdf1b2efa379483e"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97971171f14d416c" /><Relationship Type="http://schemas.openxmlformats.org/officeDocument/2006/relationships/notesMaster" Target="/ppt/notesMasters/notesMaster1.xml" Id="R54855050c61441aa"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61c3493e380e4b8b" /><Relationship Type="http://schemas.openxmlformats.org/officeDocument/2006/relationships/notesMaster" Target="/ppt/notesMasters/notesMaster1.xml" Id="R8aa8982e6314450d"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5bd200feaa214dbc" /><Relationship Type="http://schemas.openxmlformats.org/officeDocument/2006/relationships/notesMaster" Target="/ppt/notesMasters/notesMaster1.xml" Id="R6abca308c4ea4e51"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5bfaa321f4f64e1f" /><Relationship Type="http://schemas.openxmlformats.org/officeDocument/2006/relationships/notesMaster" Target="/ppt/notesMasters/notesMaster1.xml" Id="R2789a001875b4b9d"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b13261d02c1d45f3" /><Relationship Type="http://schemas.openxmlformats.org/officeDocument/2006/relationships/notesMaster" Target="/ppt/notesMasters/notesMaster1.xml" Id="R01131ca41815465d"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c35c627df13b4f9c" /><Relationship Type="http://schemas.openxmlformats.org/officeDocument/2006/relationships/notesMaster" Target="/ppt/notesMasters/notesMaster1.xml" Id="R1c142f0b1ff94c9d"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0adbcc34d3764696" /><Relationship Type="http://schemas.openxmlformats.org/officeDocument/2006/relationships/notesMaster" Target="/ppt/notesMasters/notesMaster1.xml" Id="R5a1797c7b24245ba"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ac998085ab0f446f" /><Relationship Type="http://schemas.openxmlformats.org/officeDocument/2006/relationships/notesMaster" Target="/ppt/notesMasters/notesMaster1.xml" Id="Rc2c7469812a741e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Virtual: </a:t>
            </a:r>
          </a:p>
          <a:p xmlns:a="http://schemas.openxmlformats.org/drawingml/2006/main">
            <a:r>
              <a:t>Ein Virtual Private Network vermittelt nur den Anschein, ein einziges Netz zu sein, besteht aber in Wirklichkeit aus verschiedenen unabhängigen Netzen.</a:t>
            </a:r>
          </a:p>
          <a:p xmlns:a="http://schemas.openxmlformats.org/drawingml/2006/main">
            <a:r>
              <a:t> </a:t>
            </a:r>
          </a:p>
          <a:p xmlns:a="http://schemas.openxmlformats.org/drawingml/2006/main">
            <a:r>
              <a:t>Private: </a:t>
            </a:r>
          </a:p>
          <a:p xmlns:a="http://schemas.openxmlformats.org/drawingml/2006/main">
            <a:r>
              <a:t>bedeutet, dass die Kommunikation über „untrusted Networks“ geheim und über öffentliche Netze sicher geführt wird.</a:t>
            </a:r>
          </a:p>
          <a:p xmlns:a="http://schemas.openxmlformats.org/drawingml/2006/main">
            <a:r>
              <a:t>Network: </a:t>
            </a:r>
          </a:p>
          <a:p xmlns:a="http://schemas.openxmlformats.org/drawingml/2006/main">
            <a:r>
              <a:t>besteht in diesem Zusammenhang aus einer Gruppe von Computern, die über div. Protokolle miteinander kommunizieren.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Trägermedium: Internet oder einfach andere MEHRER VERSCHIEDENE Netze</a:t>
            </a:r>
          </a:p>
          <a:p xmlns:a="http://schemas.openxmlformats.org/drawingml/2006/main">
            <a:r>
              <a:t>große Unternehmen: </a:t>
            </a:r>
          </a:p>
          <a:p xmlns:a="http://schemas.openxmlformats.org/drawingml/2006/main">
            <a:r>
              <a:t>unternehmenskritischen Anwendungen und der Anbindung unternehmensfremder Nutzer. </a:t>
            </a:r>
          </a:p>
          <a:p xmlns:a="http://schemas.openxmlformats.org/drawingml/2006/main">
            <a:r>
              <a:t>um externe Mitarbeiter oder kleinere Niederlassungen ans Firmennetz anzubinden. </a:t>
            </a:r>
          </a:p>
          <a:p xmlns:a="http://schemas.openxmlformats.org/drawingml/2006/main">
            <a:r>
              <a:t>z.B. Außendienstmitarbeiter in Hamburg mit Firmennetzwerk in Berlin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Benutzerauthentifizierung. Die Lösung muss die Identität des Benutzers überprüfen und den VPN-Zugriff ausschließlich auf autorisierte Benutzer einschränken. Weiter muss sie Überwachungs- und Kontoführungseinträge führen, aus denen hervorgeht, wer wann auf welche Informationen zugegriffen hat. </a:t>
            </a:r>
          </a:p>
          <a:p xmlns:a="http://schemas.openxmlformats.org/drawingml/2006/main">
            <a:r>
              <a:t>Adressenverwaltung. Die Lösung muss die Adresse eines Clients auf dem privaten Netz zuordnen und sicherstellen, dass private Adressen privat bleiben. </a:t>
            </a:r>
          </a:p>
          <a:p xmlns:a="http://schemas.openxmlformats.org/drawingml/2006/main">
            <a:r>
              <a:t>Datenverschlüsselung. Die auf dem öffentlichen Netzwerk übertragenen Daten müssen für nicht autorisierte Clients auf dem Netzwerk unlesbar sein. </a:t>
            </a:r>
          </a:p>
          <a:p xmlns:a="http://schemas.openxmlformats.org/drawingml/2006/main">
            <a:r>
              <a:t>Schlüsselmanagement. Die Lösung muss Verschlüsselungsschlüssel für den Client und den Server erzeugen und aktualisieren. </a:t>
            </a:r>
          </a:p>
          <a:p xmlns:a="http://schemas.openxmlformats.org/drawingml/2006/main">
            <a:r>
              <a:t>Multiprotokollunterstützung. Die Lösung muss mit den Protokollen arbeiten können, die im öffentlichen Netzwerk im Allgemeinen verwendet werden. Dazu zählen u. a. IP und Internetwork Packet Exchange (IPX).</a:t>
            </a:r>
          </a:p>
          <a:p xmlns:a="http://schemas.openxmlformats.org/drawingml/2006/main">
            <a:r>
              <a: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VPN-SERVER = Gateway </a:t>
            </a:r>
          </a:p>
          <a:p xmlns:a="http://schemas.openxmlformats.org/drawingml/2006/main">
            <a:r>
              <a:t></a:t>
            </a:r>
          </a:p>
          <a:p xmlns:a="http://schemas.openxmlformats.org/drawingml/2006/main">
            <a:r>
              <a:t> Firewall </a:t>
            </a:r>
          </a:p>
          <a:p xmlns:a="http://schemas.openxmlformats.org/drawingml/2006/main">
            <a:r>
              <a:t></a:t>
            </a:r>
          </a:p>
          <a:p xmlns:a="http://schemas.openxmlformats.org/drawingml/2006/main">
            <a:r>
              <a:t> VPN-Router</a:t>
            </a:r>
          </a:p>
          <a:p xmlns:a="http://schemas.openxmlformats.org/drawingml/2006/main">
            <a:r>
              <a:t>VPN Server kann entweder in der Firma stehen</a:t>
            </a:r>
          </a:p>
          <a:p xmlns:a="http://schemas.openxmlformats.org/drawingml/2006/main">
            <a:r>
              <a:t>Oder</a:t>
            </a:r>
          </a:p>
          <a:p xmlns:a="http://schemas.openxmlformats.org/drawingml/2006/main">
            <a:r>
              <a:t>Beim Internet-Service-Provider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Bei der </a:t>
            </a:r>
          </a:p>
          <a:p xmlns:a="http://schemas.openxmlformats.org/drawingml/2006/main">
            <a:r>
              <a:t>Authentifizierung</a:t>
            </a:r>
          </a:p>
          <a:p xmlns:a="http://schemas.openxmlformats.org/drawingml/2006/main">
            <a:r>
              <a:t> baut der Client seine Wählverbindung zum </a:t>
            </a:r>
          </a:p>
          <a:p xmlns:a="http://schemas.openxmlformats.org/drawingml/2006/main">
            <a:r>
              <a:t>Point of Presence (</a:t>
            </a:r>
          </a:p>
          <a:p xmlns:a="http://schemas.openxmlformats.org/drawingml/2006/main">
            <a:r>
              <a:t>PoP), dem Einwahlknoten des Standortes, auf und wird vom Netzwerk identifiziert.</a:t>
            </a:r>
          </a:p>
          <a:p xmlns:a="http://schemas.openxmlformats.org/drawingml/2006/main">
            <a:r>
              <a:t>Ist der Benutzer als berechtigt anerkannt worden, wird für ihn ein </a:t>
            </a:r>
          </a:p>
          <a:p xmlns:a="http://schemas.openxmlformats.org/drawingml/2006/main">
            <a:r>
              <a:t>IP-Tunnel</a:t>
            </a:r>
          </a:p>
          <a:p xmlns:a="http://schemas.openxmlformats.org/drawingml/2006/main">
            <a:r>
              <a:t> zwischen Client und Server etabliert.</a:t>
            </a:r>
          </a:p>
          <a:p xmlns:a="http://schemas.openxmlformats.org/drawingml/2006/main">
            <a:r>
              <a:t>Steht der Tunnel</a:t>
            </a:r>
          </a:p>
          <a:p xmlns:a="http://schemas.openxmlformats.org/drawingml/2006/main">
            <a:r>
              <a:t> zwischen den Kommunikationspartnern, kann mit der </a:t>
            </a:r>
          </a:p>
          <a:p xmlns:a="http://schemas.openxmlformats.org/drawingml/2006/main">
            <a:r>
              <a:t>Übertragung begonnen werden</a:t>
            </a:r>
          </a:p>
          <a:p xmlns:a="http://schemas.openxmlformats.org/drawingml/2006/main">
            <a:r>
              <a:t>. Die originalen Pakete werden vom Client in IP-Pakete eingepackt und zum</a:t>
            </a:r>
          </a:p>
          <a:p xmlns:a="http://schemas.openxmlformats.org/drawingml/2006/main">
            <a:r>
              <a:t>Server transportiert. Dort werden sie ausgepackt und zum eigentlichen Empfänger weitergeleitet. Das Ganze funktioniert natürlich auch in die Gegenrichtung.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Bei Verwendung von IP als Transportprotokoll werden die ursprünglichen Pakete der Anwendung unverändert in das Datenfeld der IP-Pakete eingetragen. Normalerweise werden die Daten einer Anwendung zum Transport in Pakete</a:t>
            </a:r>
          </a:p>
          <a:p xmlns:a="http://schemas.openxmlformats.org/drawingml/2006/main">
            <a:r>
              <a:t>des jeweiligen Netzprotokolls unterteilt und mit dem für die Paketsteuerung im Netz erforderlichen Paketkopf (Header) versehen. Das so entstandene Datenpaket der Ebene 3 wird im Datenfeld eines Rahmens der Ebene 2 entsprechend der verwendeten Netzwerktechnologie transportiert. Um beispielsweise mit einem Novell-Server über eine Standleitung mittels Point-to-Point Protocol (PPP) zu kommunizieren, muss ein PC die Anwendungsdaten in Pakete des Novell-Netzprotokolls IPX einpacken. Zum Versenden über die Standleitung werden diese IPX-Pakete dann durch einen Router in PPP-Rahmen</a:t>
            </a:r>
          </a:p>
          <a:p xmlns:a="http://schemas.openxmlformats.org/drawingml/2006/main">
            <a:r>
              <a:t>verpackt.</a:t>
            </a:r>
          </a:p>
          <a:p xmlns:a="http://schemas.openxmlformats.org/drawingml/2006/main">
            <a:r>
              <a:t>Das Besondere an VPN-Verbindungen besteht nun darin, dass die normalerweise für die Übertragung fertigen Rahmen nochmals in das Ebene-3-Protokoll IP eingepackt werden. </a:t>
            </a:r>
          </a:p>
          <a:p xmlns:a="http://schemas.openxmlformats.org/drawingml/2006/main">
            <a:r>
              <a:t>Das resultierende IP-Paket fungiert praktisch wie ein Container und kann über jedes IP-Netz transportiert werden, da sein Inhalt für die Übertragungssysteme nicht von Bedeutung ist. Erst am entfernten Tunnel-Ende, dem Zielpunkt des transportierenden IP-Pakets, muss der Inhalt des Datenfeldes wieder als ein anderes, eingepacktes Protokoll erkannt,</a:t>
            </a:r>
          </a:p>
          <a:p xmlns:a="http://schemas.openxmlformats.org/drawingml/2006/main">
            <a:r>
              <a:t>entpackt und bearbeitet werden. In der Art des Verpackens und der Kommunikation der Tunnel-Endpunkte untereinander liegen die Unterschiede der </a:t>
            </a:r>
          </a:p>
          <a:p xmlns:a="http://schemas.openxmlformats.org/drawingml/2006/main">
            <a:r>
              <a:t>VPN-Protokolle.</a:t>
            </a:r>
          </a:p>
          <a:p xmlns:a="http://schemas.openxmlformats.org/drawingml/2006/main">
            <a:r>
              <a: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IP = Transportprotokoll</a:t>
            </a:r>
          </a:p>
          <a:p xmlns:a="http://schemas.openxmlformats.org/drawingml/2006/main">
            <a:r>
              <a:t>L2TP und PPTP = Tunnelprotokoll</a:t>
            </a:r>
          </a:p>
          <a:p xmlns:a="http://schemas.openxmlformats.org/drawingml/2006/main">
            <a:r>
              <a:t>PPP = Point-to-Point Protokoll = Verbindungsprotokoll</a:t>
            </a:r>
          </a:p>
          <a:p xmlns:a="http://schemas.openxmlformats.org/drawingml/2006/main">
            <a:r>
              <a:t>Beim Gateway (Tunnelbeginn) wird das ursprüngliche PPP-Paket in das Tunnelprotokoll und zusätzlich noch in das IP-Transportprotokoll eingepackt. Jetzt kann die Übertragung per Tunnel beginnen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Freiwillige Tunnel</a:t>
            </a:r>
          </a:p>
          <a:p xmlns:a="http://schemas.openxmlformats.org/drawingml/2006/main">
            <a:r>
              <a:t>: </a:t>
            </a:r>
          </a:p>
          <a:p xmlns:a="http://schemas.openxmlformats.org/drawingml/2006/main">
            <a:r>
              <a:t>In diesem Fall stellt der Computer des Benutzers einen Endpunkt dar und fungiert als</a:t>
            </a:r>
          </a:p>
          <a:p xmlns:a="http://schemas.openxmlformats.org/drawingml/2006/main">
            <a:r>
              <a:t>Tunnelclient.</a:t>
            </a:r>
          </a:p>
          <a:p xmlns:a="http://schemas.openxmlformats.org/drawingml/2006/main">
            <a:r>
              <a:t>Erzwungene Tunnel</a:t>
            </a:r>
          </a:p>
          <a:p xmlns:a="http://schemas.openxmlformats.org/drawingml/2006/main">
            <a:r>
              <a:t>: </a:t>
            </a:r>
          </a:p>
          <a:p xmlns:a="http://schemas.openxmlformats.org/drawingml/2006/main">
            <a:r>
              <a:t>Im Fall eines erzwungenen Tunnels stellt der Computer des Benutzers keinen Endpunkt dar. Tunnelendpunkt ist ein</a:t>
            </a:r>
          </a:p>
          <a:p xmlns:a="http://schemas.openxmlformats.org/drawingml/2006/main">
            <a:r>
              <a:t>anderes Medium - der RAS-Server. Er befindet sich zwischen dem Computer des Benutzers und dem Tunnelserver und fungiert als Tunnelclient.</a:t>
            </a:r>
          </a:p>
          <a:p xmlns:a="http://schemas.openxmlformats.org/drawingml/2006/main">
            <a:r>
              <a:t>Zurzeit scheint sich der freiwillige Tunnel als der beliebtere Tunneltyp herauszustellen. In den folgenden Abschnitten werden beide Tunneltypen </a:t>
            </a:r>
          </a:p>
          <a:p xmlns:a="http://schemas.openxmlformats.org/drawingml/2006/main">
            <a:r>
              <a:t>ausführlicher beschrieben.</a:t>
            </a:r>
          </a:p>
          <a:p xmlns:a="http://schemas.openxmlformats.org/drawingml/2006/main">
            <a:r>
              <a: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37a365944c54df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42ebd9f44444ff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ffa72ee78d641c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a6db48e9791446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736e971c5654dd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16f60f6656e46a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27158F1-D3EA-4951-812B-8808448D1B80}"/>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gn="ctr">
              <a:lnSpc>
                <a:spcPct val="110000"/>
              </a:lnSpc>
              <a:spcBef>
                <a:spcPts val="0"/>
              </a:spcBef>
              <a:spcAft>
                <a:spcPts val="0"/>
              </a:spcAft>
              <a:buNone/>
              <a:defRPr sz="6000" b="1">
                <a:solidFill>
                  <a:schemeClr val="tx1"/>
                </a:solidFill>
                <a:latin typeface="+mj-lt"/>
                <a:ea typeface="+mj-lt"/>
                <a:cs typeface="+mj-lt"/>
              </a:defRPr>
            </a:lvl1pPr>
            <a:lvl2pPr marL="0" indent="0" algn="ctr">
              <a:lnSpc>
                <a:spcPct val="110000"/>
              </a:lnSpc>
              <a:spcBef>
                <a:spcPts val="0"/>
              </a:spcBef>
              <a:spcAft>
                <a:spcPts val="0"/>
              </a:spcAft>
              <a:buNone/>
              <a:defRPr sz="6000" b="1">
                <a:solidFill>
                  <a:schemeClr val="tx1"/>
                </a:solidFill>
                <a:latin typeface="+mj-lt"/>
                <a:ea typeface="+mj-lt"/>
                <a:cs typeface="+mj-lt"/>
              </a:defRPr>
            </a:lvl2pPr>
            <a:lvl3pPr marL="0" indent="0" algn="ctr">
              <a:lnSpc>
                <a:spcPct val="110000"/>
              </a:lnSpc>
              <a:spcBef>
                <a:spcPts val="0"/>
              </a:spcBef>
              <a:spcAft>
                <a:spcPts val="0"/>
              </a:spcAft>
              <a:buNone/>
              <a:defRPr sz="6000" b="1">
                <a:solidFill>
                  <a:schemeClr val="tx1"/>
                </a:solidFill>
                <a:latin typeface="+mj-lt"/>
                <a:ea typeface="+mj-lt"/>
                <a:cs typeface="+mj-lt"/>
              </a:defRPr>
            </a:lvl3pPr>
            <a:lvl4pPr marL="0" indent="0" algn="ctr">
              <a:lnSpc>
                <a:spcPct val="110000"/>
              </a:lnSpc>
              <a:spcBef>
                <a:spcPts val="0"/>
              </a:spcBef>
              <a:spcAft>
                <a:spcPts val="0"/>
              </a:spcAft>
              <a:buNone/>
              <a:defRPr sz="6000" b="1">
                <a:solidFill>
                  <a:schemeClr val="tx1"/>
                </a:solidFill>
                <a:latin typeface="+mj-lt"/>
                <a:ea typeface="+mj-lt"/>
                <a:cs typeface="+mj-lt"/>
              </a:defRPr>
            </a:lvl4pPr>
            <a:lvl5pPr marL="0" indent="0" algn="ctr">
              <a:lnSpc>
                <a:spcPct val="110000"/>
              </a:lnSpc>
              <a:spcBef>
                <a:spcPts val="0"/>
              </a:spcBef>
              <a:spcAft>
                <a:spcPts val="0"/>
              </a:spcAft>
              <a:buNone/>
              <a:defRPr sz="6000" b="1">
                <a:solidFill>
                  <a:schemeClr val="tx1"/>
                </a:solidFill>
                <a:latin typeface="+mj-lt"/>
                <a:ea typeface="+mj-lt"/>
                <a:cs typeface="+mj-lt"/>
              </a:defRPr>
            </a:lvl5pPr>
            <a:lvl6pPr marL="0" indent="0" algn="ctr">
              <a:lnSpc>
                <a:spcPct val="110000"/>
              </a:lnSpc>
              <a:spcBef>
                <a:spcPts val="0"/>
              </a:spcBef>
              <a:spcAft>
                <a:spcPts val="0"/>
              </a:spcAft>
              <a:buNone/>
              <a:defRPr sz="6000" b="1">
                <a:solidFill>
                  <a:schemeClr val="tx1"/>
                </a:solidFill>
                <a:latin typeface="+mj-lt"/>
                <a:ea typeface="+mj-lt"/>
                <a:cs typeface="+mj-lt"/>
              </a:defRPr>
            </a:lvl6pPr>
            <a:lvl7pPr marL="0" indent="0" algn="ctr">
              <a:lnSpc>
                <a:spcPct val="110000"/>
              </a:lnSpc>
              <a:spcBef>
                <a:spcPts val="0"/>
              </a:spcBef>
              <a:spcAft>
                <a:spcPts val="0"/>
              </a:spcAft>
              <a:buNone/>
              <a:defRPr sz="6000" b="1">
                <a:solidFill>
                  <a:schemeClr val="tx1"/>
                </a:solidFill>
                <a:latin typeface="+mj-lt"/>
                <a:ea typeface="+mj-lt"/>
                <a:cs typeface="+mj-lt"/>
              </a:defRPr>
            </a:lvl7pPr>
            <a:lvl8pPr marL="0" indent="0" algn="ctr">
              <a:lnSpc>
                <a:spcPct val="110000"/>
              </a:lnSpc>
              <a:spcBef>
                <a:spcPts val="0"/>
              </a:spcBef>
              <a:spcAft>
                <a:spcPts val="0"/>
              </a:spcAft>
              <a:buNone/>
              <a:defRPr sz="6000" b="1">
                <a:solidFill>
                  <a:schemeClr val="tx1"/>
                </a:solidFill>
                <a:latin typeface="+mj-lt"/>
                <a:ea typeface="+mj-lt"/>
                <a:cs typeface="+mj-lt"/>
              </a:defRPr>
            </a:lvl8pPr>
            <a:lvl9pPr marL="0" indent="0" algn="ctr">
              <a:lnSpc>
                <a:spcPct val="110000"/>
              </a:lnSpc>
              <a:spcBef>
                <a:spcPts val="0"/>
              </a:spcBef>
              <a:spcAft>
                <a:spcPts val="0"/>
              </a:spcAft>
              <a:buNone/>
              <a:defRPr sz="60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8D7CE69-C426-48F1-ABDB-5F4381F7F3FE}"/>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gn="ctr">
              <a:lnSpc>
                <a:spcPct val="110000"/>
              </a:lnSpc>
              <a:spcBef>
                <a:spcPts val="0"/>
              </a:spcBef>
              <a:spcAft>
                <a:spcPts val="0"/>
              </a:spcAft>
              <a:buNone/>
              <a:defRPr sz="2625" b="0">
                <a:solidFill>
                  <a:schemeClr val="tx1"/>
                </a:solidFill>
                <a:latin typeface="+mn-lt"/>
                <a:ea typeface="+mn-lt"/>
                <a:cs typeface="+mn-lt"/>
              </a:defRPr>
            </a:lvl1pPr>
            <a:lvl2pPr marL="0" indent="0" algn="ctr">
              <a:lnSpc>
                <a:spcPct val="110000"/>
              </a:lnSpc>
              <a:spcBef>
                <a:spcPts val="0"/>
              </a:spcBef>
              <a:spcAft>
                <a:spcPts val="0"/>
              </a:spcAft>
              <a:buNone/>
              <a:defRPr sz="2625" b="0">
                <a:solidFill>
                  <a:schemeClr val="tx1"/>
                </a:solidFill>
                <a:latin typeface="+mn-lt"/>
                <a:ea typeface="+mn-lt"/>
                <a:cs typeface="+mn-lt"/>
              </a:defRPr>
            </a:lvl2pPr>
            <a:lvl3pPr marL="0" indent="0" algn="ctr">
              <a:lnSpc>
                <a:spcPct val="110000"/>
              </a:lnSpc>
              <a:spcBef>
                <a:spcPts val="0"/>
              </a:spcBef>
              <a:spcAft>
                <a:spcPts val="0"/>
              </a:spcAft>
              <a:buNone/>
              <a:defRPr sz="2625" b="0">
                <a:solidFill>
                  <a:schemeClr val="tx1"/>
                </a:solidFill>
                <a:latin typeface="+mn-lt"/>
                <a:ea typeface="+mn-lt"/>
                <a:cs typeface="+mn-lt"/>
              </a:defRPr>
            </a:lvl3pPr>
            <a:lvl4pPr marL="0" indent="0" algn="ctr">
              <a:lnSpc>
                <a:spcPct val="110000"/>
              </a:lnSpc>
              <a:spcBef>
                <a:spcPts val="0"/>
              </a:spcBef>
              <a:spcAft>
                <a:spcPts val="0"/>
              </a:spcAft>
              <a:buNone/>
              <a:defRPr sz="2625" b="0">
                <a:solidFill>
                  <a:schemeClr val="tx1"/>
                </a:solidFill>
                <a:latin typeface="+mn-lt"/>
                <a:ea typeface="+mn-lt"/>
                <a:cs typeface="+mn-lt"/>
              </a:defRPr>
            </a:lvl4pPr>
            <a:lvl5pPr marL="0" indent="0" algn="ctr">
              <a:lnSpc>
                <a:spcPct val="110000"/>
              </a:lnSpc>
              <a:spcBef>
                <a:spcPts val="0"/>
              </a:spcBef>
              <a:spcAft>
                <a:spcPts val="0"/>
              </a:spcAft>
              <a:buNone/>
              <a:defRPr sz="2625" b="0">
                <a:solidFill>
                  <a:schemeClr val="tx1"/>
                </a:solidFill>
                <a:latin typeface="+mn-lt"/>
                <a:ea typeface="+mn-lt"/>
                <a:cs typeface="+mn-lt"/>
              </a:defRPr>
            </a:lvl5pPr>
            <a:lvl6pPr marL="0" indent="0" algn="ctr">
              <a:lnSpc>
                <a:spcPct val="110000"/>
              </a:lnSpc>
              <a:spcBef>
                <a:spcPts val="0"/>
              </a:spcBef>
              <a:spcAft>
                <a:spcPts val="0"/>
              </a:spcAft>
              <a:buNone/>
              <a:defRPr sz="2625" b="0">
                <a:solidFill>
                  <a:schemeClr val="tx1"/>
                </a:solidFill>
                <a:latin typeface="+mn-lt"/>
                <a:ea typeface="+mn-lt"/>
                <a:cs typeface="+mn-lt"/>
              </a:defRPr>
            </a:lvl6pPr>
            <a:lvl7pPr marL="0" indent="0" algn="ctr">
              <a:lnSpc>
                <a:spcPct val="110000"/>
              </a:lnSpc>
              <a:spcBef>
                <a:spcPts val="0"/>
              </a:spcBef>
              <a:spcAft>
                <a:spcPts val="0"/>
              </a:spcAft>
              <a:buNone/>
              <a:defRPr sz="2625" b="0">
                <a:solidFill>
                  <a:schemeClr val="tx1"/>
                </a:solidFill>
                <a:latin typeface="+mn-lt"/>
                <a:ea typeface="+mn-lt"/>
                <a:cs typeface="+mn-lt"/>
              </a:defRPr>
            </a:lvl7pPr>
            <a:lvl8pPr marL="0" indent="0" algn="ctr">
              <a:lnSpc>
                <a:spcPct val="110000"/>
              </a:lnSpc>
              <a:spcBef>
                <a:spcPts val="0"/>
              </a:spcBef>
              <a:spcAft>
                <a:spcPts val="0"/>
              </a:spcAft>
              <a:buNone/>
              <a:defRPr sz="2625" b="0">
                <a:solidFill>
                  <a:schemeClr val="tx1"/>
                </a:solidFill>
                <a:latin typeface="+mn-lt"/>
                <a:ea typeface="+mn-lt"/>
                <a:cs typeface="+mn-lt"/>
              </a:defRPr>
            </a:lvl8pPr>
            <a:lvl9pPr marL="0" indent="0" algn="ctr">
              <a:lnSpc>
                <a:spcPct val="110000"/>
              </a:lnSpc>
              <a:spcBef>
                <a:spcPts val="0"/>
              </a:spcBef>
              <a:spcAft>
                <a:spcPts val="0"/>
              </a:spcAft>
              <a:buNone/>
              <a:defRPr sz="2625"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30ADD13-DE2C-40BA-9162-E7F1AD94A9D2}"/>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gn="ctr">
              <a:lnSpc>
                <a:spcPct val="110000"/>
              </a:lnSpc>
              <a:spcBef>
                <a:spcPts val="0"/>
              </a:spcBef>
              <a:spcAft>
                <a:spcPts val="0"/>
              </a:spcAft>
              <a:buNone/>
              <a:defRPr sz="5250" b="1">
                <a:solidFill>
                  <a:schemeClr val="tx1"/>
                </a:solidFill>
                <a:latin typeface="+mj-lt"/>
                <a:ea typeface="+mj-lt"/>
                <a:cs typeface="+mj-lt"/>
              </a:defRPr>
            </a:lvl1pPr>
            <a:lvl2pPr marL="0" indent="0" algn="ctr">
              <a:lnSpc>
                <a:spcPct val="110000"/>
              </a:lnSpc>
              <a:spcBef>
                <a:spcPts val="0"/>
              </a:spcBef>
              <a:spcAft>
                <a:spcPts val="0"/>
              </a:spcAft>
              <a:buNone/>
              <a:defRPr sz="5250" b="1">
                <a:solidFill>
                  <a:schemeClr val="tx1"/>
                </a:solidFill>
                <a:latin typeface="+mj-lt"/>
                <a:ea typeface="+mj-lt"/>
                <a:cs typeface="+mj-lt"/>
              </a:defRPr>
            </a:lvl2pPr>
            <a:lvl3pPr marL="0" indent="0" algn="ctr">
              <a:lnSpc>
                <a:spcPct val="110000"/>
              </a:lnSpc>
              <a:spcBef>
                <a:spcPts val="0"/>
              </a:spcBef>
              <a:spcAft>
                <a:spcPts val="0"/>
              </a:spcAft>
              <a:buNone/>
              <a:defRPr sz="5250" b="1">
                <a:solidFill>
                  <a:schemeClr val="tx1"/>
                </a:solidFill>
                <a:latin typeface="+mj-lt"/>
                <a:ea typeface="+mj-lt"/>
                <a:cs typeface="+mj-lt"/>
              </a:defRPr>
            </a:lvl3pPr>
            <a:lvl4pPr marL="0" indent="0" algn="ctr">
              <a:lnSpc>
                <a:spcPct val="110000"/>
              </a:lnSpc>
              <a:spcBef>
                <a:spcPts val="0"/>
              </a:spcBef>
              <a:spcAft>
                <a:spcPts val="0"/>
              </a:spcAft>
              <a:buNone/>
              <a:defRPr sz="5250" b="1">
                <a:solidFill>
                  <a:schemeClr val="tx1"/>
                </a:solidFill>
                <a:latin typeface="+mj-lt"/>
                <a:ea typeface="+mj-lt"/>
                <a:cs typeface="+mj-lt"/>
              </a:defRPr>
            </a:lvl4pPr>
            <a:lvl5pPr marL="0" indent="0" algn="ctr">
              <a:lnSpc>
                <a:spcPct val="110000"/>
              </a:lnSpc>
              <a:spcBef>
                <a:spcPts val="0"/>
              </a:spcBef>
              <a:spcAft>
                <a:spcPts val="0"/>
              </a:spcAft>
              <a:buNone/>
              <a:defRPr sz="5250" b="1">
                <a:solidFill>
                  <a:schemeClr val="tx1"/>
                </a:solidFill>
                <a:latin typeface="+mj-lt"/>
                <a:ea typeface="+mj-lt"/>
                <a:cs typeface="+mj-lt"/>
              </a:defRPr>
            </a:lvl5pPr>
            <a:lvl6pPr marL="0" indent="0" algn="ctr">
              <a:lnSpc>
                <a:spcPct val="110000"/>
              </a:lnSpc>
              <a:spcBef>
                <a:spcPts val="0"/>
              </a:spcBef>
              <a:spcAft>
                <a:spcPts val="0"/>
              </a:spcAft>
              <a:buNone/>
              <a:defRPr sz="5250" b="1">
                <a:solidFill>
                  <a:schemeClr val="tx1"/>
                </a:solidFill>
                <a:latin typeface="+mj-lt"/>
                <a:ea typeface="+mj-lt"/>
                <a:cs typeface="+mj-lt"/>
              </a:defRPr>
            </a:lvl6pPr>
            <a:lvl7pPr marL="0" indent="0" algn="ctr">
              <a:lnSpc>
                <a:spcPct val="110000"/>
              </a:lnSpc>
              <a:spcBef>
                <a:spcPts val="0"/>
              </a:spcBef>
              <a:spcAft>
                <a:spcPts val="0"/>
              </a:spcAft>
              <a:buNone/>
              <a:defRPr sz="5250" b="1">
                <a:solidFill>
                  <a:schemeClr val="tx1"/>
                </a:solidFill>
                <a:latin typeface="+mj-lt"/>
                <a:ea typeface="+mj-lt"/>
                <a:cs typeface="+mj-lt"/>
              </a:defRPr>
            </a:lvl7pPr>
            <a:lvl8pPr marL="0" indent="0" algn="ctr">
              <a:lnSpc>
                <a:spcPct val="110000"/>
              </a:lnSpc>
              <a:spcBef>
                <a:spcPts val="0"/>
              </a:spcBef>
              <a:spcAft>
                <a:spcPts val="0"/>
              </a:spcAft>
              <a:buNone/>
              <a:defRPr sz="5250" b="1">
                <a:solidFill>
                  <a:schemeClr val="tx1"/>
                </a:solidFill>
                <a:latin typeface="+mj-lt"/>
                <a:ea typeface="+mj-lt"/>
                <a:cs typeface="+mj-lt"/>
              </a:defRPr>
            </a:lvl8pPr>
            <a:lvl9pPr marL="0" indent="0" algn="ctr">
              <a:lnSpc>
                <a:spcPct val="110000"/>
              </a:lnSpc>
              <a:spcBef>
                <a:spcPts val="0"/>
              </a:spcBef>
              <a:spcAft>
                <a:spcPts val="0"/>
              </a:spcAft>
              <a:buNone/>
              <a:defRPr sz="525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EEFB1B5-61A9-48E1-8AAA-A8ABB95C0BAB}"/>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D591A37-6927-499E-93B8-30BAACF877F2}"/>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F1B0183-1099-42B1-AB09-FFFC6C578296}"/>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4C15806-9407-41DE-8EE8-30899133CAC4}"/>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B2D2F07-C7DC-4A49-8B97-1563CC8D8613}"/>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3905B1D-E29F-481E-BCE1-3ABED6A49267}"/>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8FF9766-0AC8-4462-8F6C-16ADAA137946}"/>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b955f8a41f94a68" /><Relationship Type="http://schemas.openxmlformats.org/officeDocument/2006/relationships/slideLayout" Target="/ppt/slideLayouts/slideLayout1.xml" Id="R229091bb0ad14df1" /><Relationship Type="http://schemas.openxmlformats.org/officeDocument/2006/relationships/slideLayout" Target="/ppt/slideLayouts/slideLayout2.xml" Id="Rcd04cd685c064777" /><Relationship Type="http://schemas.openxmlformats.org/officeDocument/2006/relationships/slideLayout" Target="/ppt/slideLayouts/slideLayout3.xml" Id="R254d0122398649f8" /><Relationship Type="http://schemas.openxmlformats.org/officeDocument/2006/relationships/slideLayout" Target="/ppt/slideLayouts/slideLayout4.xml" Id="R78efae5d50fd4afb" /><Relationship Type="http://schemas.openxmlformats.org/officeDocument/2006/relationships/slideLayout" Target="/ppt/slideLayouts/slideLayout5.xml" Id="Re317b91cdd664549" /><Relationship Type="http://schemas.openxmlformats.org/officeDocument/2006/relationships/slideLayout" Target="/ppt/slideLayouts/slideLayout6.xml" Id="Rccaa0635069d4ee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29091bb0ad14df1"/>
    <p:sldLayoutId xmlns:r="http://schemas.openxmlformats.org/officeDocument/2006/relationships" id="2147483650" r:id="Rcd04cd685c064777"/>
    <p:sldLayoutId xmlns:r="http://schemas.openxmlformats.org/officeDocument/2006/relationships" id="2147483651" r:id="R254d0122398649f8"/>
    <p:sldLayoutId xmlns:r="http://schemas.openxmlformats.org/officeDocument/2006/relationships" id="2147483652" r:id="R78efae5d50fd4afb"/>
    <p:sldLayoutId xmlns:r="http://schemas.openxmlformats.org/officeDocument/2006/relationships" id="2147483653" r:id="Re317b91cdd664549"/>
    <p:sldLayoutId xmlns:r="http://schemas.openxmlformats.org/officeDocument/2006/relationships" id="2147483654" r:id="Rccaa0635069d4ee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29cbcc1baaa4ddc" /><Relationship Type="http://schemas.openxmlformats.org/officeDocument/2006/relationships/image" Target="/ppt/media/image.png" Id="R59d3afde39064ffb" /><Relationship Type="http://schemas.openxmlformats.org/officeDocument/2006/relationships/notesSlide" Target="/ppt/notesSlides/notesSlide1.xml" Id="R168b69c1f6804fa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69558d0913b4885" /><Relationship Type="http://schemas.openxmlformats.org/officeDocument/2006/relationships/image" Target="/ppt/media/image2.png" Id="R6615749387724861" /><Relationship Type="http://schemas.openxmlformats.org/officeDocument/2006/relationships/notesSlide" Target="/ppt/notesSlides/notesSlide2.xml" Id="R70dbc474bde34e41" /></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6.xml" Id="R473540d7fd4547e4"/><Relationship Type="http://schemas.openxmlformats.org/officeDocument/2006/relationships/image" Target="../media/image2.png" Id="Rc54acf58627c444d"/><Relationship Type="http://schemas.openxmlformats.org/officeDocument/2006/relationships/notesSlide" Target="/ppt/notesSlides/notesSlide3.xml" Id="Rd2d887736a034a75"/></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6.xml" Id="R76adb752ceb74720"/><Relationship Type="http://schemas.openxmlformats.org/officeDocument/2006/relationships/image" Target="../media/image2.png" Id="R754820ab7acd4b04"/><Relationship Type="http://schemas.openxmlformats.org/officeDocument/2006/relationships/notesSlide" Target="/ppt/notesSlides/notesSlide4.xml" Id="R3e1424a1e81540e0"/></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6.xml" Id="R33281ba88e784a60"/><Relationship Type="http://schemas.openxmlformats.org/officeDocument/2006/relationships/image" Target="../media/image2.png" Id="R16654577f22f4003"/><Relationship Type="http://schemas.openxmlformats.org/officeDocument/2006/relationships/notesSlide" Target="/ppt/notesSlides/notesSlide5.xml" Id="R4ac83ff85c014f78"/></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6.xml" Id="R55ef0dd0fffa4cd4"/><Relationship Type="http://schemas.openxmlformats.org/officeDocument/2006/relationships/image" Target="../media/image2.png" Id="R79efe493dbca4118"/><Relationship Type="http://schemas.openxmlformats.org/officeDocument/2006/relationships/image" Target="/ppt/media/image7.png" Id="Rc772c8338e1e4e55"/><Relationship Type="http://schemas.openxmlformats.org/officeDocument/2006/relationships/notesSlide" Target="/ppt/notesSlides/notesSlide6.xml" Id="Ref14333e68a94701"/></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6.xml" Id="R43458a021ece4afb"/><Relationship Type="http://schemas.openxmlformats.org/officeDocument/2006/relationships/image" Target="../media/image2.png" Id="R1d4e5d8330e04601"/><Relationship Type="http://schemas.openxmlformats.org/officeDocument/2006/relationships/notesSlide" Target="/ppt/notesSlides/notesSlide7.xml" Id="Rff264b0cdbe4444f"/></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6.xml" Id="R3ebd5df7c00a4957"/><Relationship Type="http://schemas.openxmlformats.org/officeDocument/2006/relationships/image" Target="../media/image2.png" Id="R97ece92296a94e58"/><Relationship Type="http://schemas.openxmlformats.org/officeDocument/2006/relationships/image" Target="/ppt/media/image.gif" Id="R9beb214390ca4ad8"/><Relationship Type="http://schemas.openxmlformats.org/officeDocument/2006/relationships/notesSlide" Target="/ppt/notesSlides/notesSlide8.xml" Id="R9948a1d8c4fd4a5c"/></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6.xml" Id="Rede26d530e8f4f2c"/><Relationship Type="http://schemas.openxmlformats.org/officeDocument/2006/relationships/image" Target="../media/image2.png" Id="R2750dac8e5104837"/><Relationship Type="http://schemas.openxmlformats.org/officeDocument/2006/relationships/notesSlide" Target="/ppt/notesSlides/notesSlide9.xml" Id="Ra1d82f4fb4e740ad"/></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6.xml" Id="Re46492d7b1b14f7f"/><Relationship Type="http://schemas.openxmlformats.org/officeDocument/2006/relationships/image" Target="../media/image2.png" Id="R1b68be5c88b34bc6"/><Relationship Type="http://schemas.openxmlformats.org/officeDocument/2006/relationships/image" Target="/ppt/media/image12.png" Id="R231959fd79b74a1d"/><Relationship Type="http://schemas.openxmlformats.org/officeDocument/2006/relationships/notesSlide" Target="/ppt/notesSlides/notesSlide10.xml" Id="Rdb5099f57cd04dcc"/></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6.xml" Id="Rc177d93edad547c7"/><Relationship Type="http://schemas.openxmlformats.org/officeDocument/2006/relationships/image" Target="../media/image2.png" Id="R3479f493e68848a8"/><Relationship Type="http://schemas.openxmlformats.org/officeDocument/2006/relationships/notesSlide" Target="/ppt/notesSlides/notesSlide11.xml" Id="R21681e9ce29d4263"/></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6.xml" Id="Rbe9f7708a0a545e4"/><Relationship Type="http://schemas.openxmlformats.org/officeDocument/2006/relationships/image" Target="../media/image2.png" Id="R6b0be4900e8e4395"/><Relationship Type="http://schemas.openxmlformats.org/officeDocument/2006/relationships/image" Target="/ppt/media/image.jpeg" Id="R9749729cb3d14899"/><Relationship Type="http://schemas.openxmlformats.org/officeDocument/2006/relationships/notesSlide" Target="/ppt/notesSlides/notesSlide12.xml" Id="Rb3f67da0789b4cbf"/></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6.xml" Id="R3cfca43264ac4de2"/><Relationship Type="http://schemas.openxmlformats.org/officeDocument/2006/relationships/image" Target="../media/image2.png" Id="R58b483b8fa764d28"/><Relationship Type="http://schemas.openxmlformats.org/officeDocument/2006/relationships/image" Target="/ppt/media/image2.jpeg" Id="R1c582a7159984334"/><Relationship Type="http://schemas.openxmlformats.org/officeDocument/2006/relationships/notesSlide" Target="/ppt/notesSlides/notesSlide13.xml" Id="R194eb4b844d04f15"/></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6.xml" Id="R0c9c9135c8814308"/><Relationship Type="http://schemas.openxmlformats.org/officeDocument/2006/relationships/image" Target="../media/image2.png" Id="R31b763dd4b4e4a41"/><Relationship Type="http://schemas.openxmlformats.org/officeDocument/2006/relationships/image" Target="/ppt/media/image3.jpeg" Id="R25d43fc0b7754bc2"/><Relationship Type="http://schemas.openxmlformats.org/officeDocument/2006/relationships/notesSlide" Target="/ppt/notesSlides/notesSlide14.xml" Id="Reb33f36ed9734505"/></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6.xml" Id="R0c89e76bec6d4bf2"/><Relationship Type="http://schemas.openxmlformats.org/officeDocument/2006/relationships/image" Target="../media/image2.png" Id="R9912e22c5fd04497"/><Relationship Type="http://schemas.openxmlformats.org/officeDocument/2006/relationships/notesSlide" Target="/ppt/notesSlides/notesSlide15.xml" Id="R12832609a3be485f"/></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6.xml" Id="Re49b738eafb14157"/><Relationship Type="http://schemas.openxmlformats.org/officeDocument/2006/relationships/image" Target="../media/image2.png" Id="R175283d51f024809"/><Relationship Type="http://schemas.openxmlformats.org/officeDocument/2006/relationships/image" Target="/ppt/media/image19.png" Id="R24bac785fae84ebb"/><Relationship Type="http://schemas.openxmlformats.org/officeDocument/2006/relationships/notesSlide" Target="/ppt/notesSlides/notesSlide16.xml" Id="Rc6ed76ab0839479a"/></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6.xml" Id="R3b5e7be8c0fa41e4"/><Relationship Type="http://schemas.openxmlformats.org/officeDocument/2006/relationships/image" Target="../media/image2.png" Id="R154d61da8569409a"/><Relationship Type="http://schemas.openxmlformats.org/officeDocument/2006/relationships/notesSlide" Target="/ppt/notesSlides/notesSlide17.xml" Id="Re81e5aa1cfb44e64"/></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6.xml" Id="Rbdb7f1826492434c"/><Relationship Type="http://schemas.openxmlformats.org/officeDocument/2006/relationships/image" Target="../media/image2.png" Id="R6bcb98c55560458c"/><Relationship Type="http://schemas.openxmlformats.org/officeDocument/2006/relationships/image" Target="/ppt/media/image4.jpeg" Id="R42eebc6c6f9543da"/><Relationship Type="http://schemas.openxmlformats.org/officeDocument/2006/relationships/notesSlide" Target="/ppt/notesSlides/notesSlide18.xml" Id="Rfa3bf546814044a2"/></Relationships>
</file>

<file path=ppt/slides/_rels/slide19.xml.rels><?xml version='1.0' encoding='UTF-8' standalone='yes'?>
<Relationships xmlns="http://schemas.openxmlformats.org/package/2006/relationships"><Relationship Type="http://schemas.openxmlformats.org/officeDocument/2006/relationships/slideLayout" Target="/ppt/slideLayouts/slideLayout6.xml" Id="Ra738a0818e694221"/><Relationship Type="http://schemas.openxmlformats.org/officeDocument/2006/relationships/image" Target="../media/image2.png" Id="Rf9f62268daad45d3"/><Relationship Type="http://schemas.openxmlformats.org/officeDocument/2006/relationships/notesSlide" Target="/ppt/notesSlides/notesSlide19.xml" Id="R797e70d5e0b9402e"/></Relationships>
</file>

<file path=ppt/slides/_rels/slide20.xml.rels><?xml version='1.0' encoding='UTF-8' standalone='yes'?>
<Relationships xmlns="http://schemas.openxmlformats.org/package/2006/relationships"><Relationship Type="http://schemas.openxmlformats.org/officeDocument/2006/relationships/slideLayout" Target="/ppt/slideLayouts/slideLayout6.xml" Id="Rd7217ab6ba5b4acc"/><Relationship Type="http://schemas.openxmlformats.org/officeDocument/2006/relationships/image" Target="../media/image2.png" Id="Rc0e1a1577a0845d3"/><Relationship Type="http://schemas.openxmlformats.org/officeDocument/2006/relationships/image" Target="/ppt/media/image5.jpeg" Id="R2dc1c13b77d145da"/><Relationship Type="http://schemas.openxmlformats.org/officeDocument/2006/relationships/notesSlide" Target="/ppt/notesSlides/notesSlide20.xml" Id="R196a8a8070e141cb"/></Relationships>
</file>

<file path=ppt/slides/_rels/slide21.xml.rels><?xml version='1.0' encoding='UTF-8' standalone='yes'?>
<Relationships xmlns="http://schemas.openxmlformats.org/package/2006/relationships"><Relationship Type="http://schemas.openxmlformats.org/officeDocument/2006/relationships/slideLayout" Target="/ppt/slideLayouts/slideLayout6.xml" Id="Rfa5ec36007b14b5e"/><Relationship Type="http://schemas.openxmlformats.org/officeDocument/2006/relationships/image" Target="../media/image2.png" Id="R395093ee86424a5c"/><Relationship Type="http://schemas.openxmlformats.org/officeDocument/2006/relationships/notesSlide" Target="/ppt/notesSlides/notesSlide21.xml" Id="R91229575fbe14b86"/></Relationships>
</file>

<file path=ppt/slides/_rels/slide22.xml.rels><?xml version='1.0' encoding='UTF-8' standalone='yes'?>
<Relationships xmlns="http://schemas.openxmlformats.org/package/2006/relationships"><Relationship Type="http://schemas.openxmlformats.org/officeDocument/2006/relationships/slideLayout" Target="/ppt/slideLayouts/slideLayout6.xml" Id="R9d7316ab41a446df"/><Relationship Type="http://schemas.openxmlformats.org/officeDocument/2006/relationships/image" Target="../media/image2.png" Id="Refcd68691d944b69"/><Relationship Type="http://schemas.openxmlformats.org/officeDocument/2006/relationships/notesSlide" Target="/ppt/notesSlides/notesSlide22.xml" Id="R0304fa83c8744f6c"/></Relationships>
</file>

<file path=ppt/slides/_rels/slide23.xml.rels><?xml version='1.0' encoding='UTF-8' standalone='yes'?>
<Relationships xmlns="http://schemas.openxmlformats.org/package/2006/relationships"><Relationship Type="http://schemas.openxmlformats.org/officeDocument/2006/relationships/slideLayout" Target="/ppt/slideLayouts/slideLayout6.xml" Id="R87064f3eb64841ff"/><Relationship Type="http://schemas.openxmlformats.org/officeDocument/2006/relationships/image" Target="../media/image2.png" Id="Rc122cc3d2b9d4a0e"/><Relationship Type="http://schemas.openxmlformats.org/officeDocument/2006/relationships/notesSlide" Target="/ppt/notesSlides/notesSlide23.xml" Id="R13d3ef2612714a8e"/></Relationships>
</file>

<file path=ppt/slides/_rels/slide24.xml.rels><?xml version='1.0' encoding='UTF-8' standalone='yes'?>
<Relationships xmlns="http://schemas.openxmlformats.org/package/2006/relationships"><Relationship Type="http://schemas.openxmlformats.org/officeDocument/2006/relationships/slideLayout" Target="/ppt/slideLayouts/slideLayout6.xml" Id="R944ce5cc2353486d"/><Relationship Type="http://schemas.openxmlformats.org/officeDocument/2006/relationships/image" Target="../media/image2.png" Id="Rcfde23e9f8384590"/><Relationship Type="http://schemas.openxmlformats.org/officeDocument/2006/relationships/notesSlide" Target="/ppt/notesSlides/notesSlide24.xml" Id="R7a67770f00ec4bcd"/></Relationships>
</file>

<file path=ppt/slides/_rels/slide25.xml.rels><?xml version='1.0' encoding='UTF-8' standalone='yes'?>
<Relationships xmlns="http://schemas.openxmlformats.org/package/2006/relationships"><Relationship Type="http://schemas.openxmlformats.org/officeDocument/2006/relationships/slideLayout" Target="/ppt/slideLayouts/slideLayout6.xml" Id="R305861051ded4ed4"/><Relationship Type="http://schemas.openxmlformats.org/officeDocument/2006/relationships/image" Target="../media/image2.png" Id="R3e82035c826b434f"/><Relationship Type="http://schemas.openxmlformats.org/officeDocument/2006/relationships/notesSlide" Target="/ppt/notesSlides/notesSlide25.xml" Id="R5ed6f3e957c147e4"/></Relationships>
</file>

<file path=ppt/slides/_rels/slide26.xml.rels><?xml version='1.0' encoding='UTF-8' standalone='yes'?>
<Relationships xmlns="http://schemas.openxmlformats.org/package/2006/relationships"><Relationship Type="http://schemas.openxmlformats.org/officeDocument/2006/relationships/slideLayout" Target="/ppt/slideLayouts/slideLayout6.xml" Id="R9e866b09020a4afa"/><Relationship Type="http://schemas.openxmlformats.org/officeDocument/2006/relationships/image" Target="../media/image2.png" Id="Rf3dc0fabfd704f6d"/><Relationship Type="http://schemas.openxmlformats.org/officeDocument/2006/relationships/image" Target="/ppt/media/image6.jpeg" Id="R34b26aeb54b84805"/><Relationship Type="http://schemas.openxmlformats.org/officeDocument/2006/relationships/image" Target="/ppt/media/image7.jpeg" Id="R168edda0d51b469c"/><Relationship Type="http://schemas.openxmlformats.org/officeDocument/2006/relationships/notesSlide" Target="/ppt/notesSlides/notesSlide26.xml" Id="R4db4ecd764df43d1"/></Relationships>
</file>

<file path=ppt/slides/_rels/slide27.xml.rels><?xml version='1.0' encoding='UTF-8' standalone='yes'?>
<Relationships xmlns="http://schemas.openxmlformats.org/package/2006/relationships"><Relationship Type="http://schemas.openxmlformats.org/officeDocument/2006/relationships/slideLayout" Target="/ppt/slideLayouts/slideLayout6.xml" Id="Rf68fad080a714ddb"/><Relationship Type="http://schemas.openxmlformats.org/officeDocument/2006/relationships/image" Target="../media/image2.png" Id="Rdcc84c430f254e85"/><Relationship Type="http://schemas.openxmlformats.org/officeDocument/2006/relationships/image" Target="/ppt/media/image8.jpeg" Id="R61efbe79b9a14679"/><Relationship Type="http://schemas.openxmlformats.org/officeDocument/2006/relationships/image" Target="/ppt/media/image9.jpeg" Id="Rbefd59273ab04302"/><Relationship Type="http://schemas.openxmlformats.org/officeDocument/2006/relationships/notesSlide" Target="/ppt/notesSlides/notesSlide27.xml" Id="R8e3dd754570c419d"/></Relationships>
</file>

<file path=ppt/slides/_rels/slide28.xml.rels><?xml version='1.0' encoding='UTF-8' standalone='yes'?>
<Relationships xmlns="http://schemas.openxmlformats.org/package/2006/relationships"><Relationship Type="http://schemas.openxmlformats.org/officeDocument/2006/relationships/slideLayout" Target="/ppt/slideLayouts/slideLayout6.xml" Id="R3fed97101c554868"/><Relationship Type="http://schemas.openxmlformats.org/officeDocument/2006/relationships/image" Target="../media/image2.png" Id="Rb58cda1e7a144dcb"/><Relationship Type="http://schemas.openxmlformats.org/officeDocument/2006/relationships/notesSlide" Target="/ppt/notesSlides/notesSlide28.xml" Id="Rce5813d0d81547fe"/></Relationships>
</file>

<file path=ppt/slides/_rels/slide29.xml.rels><?xml version='1.0' encoding='UTF-8' standalone='yes'?>
<Relationships xmlns="http://schemas.openxmlformats.org/package/2006/relationships"><Relationship Type="http://schemas.openxmlformats.org/officeDocument/2006/relationships/slideLayout" Target="/ppt/slideLayouts/slideLayout6.xml" Id="Re75c47ca0c9e46ff"/><Relationship Type="http://schemas.openxmlformats.org/officeDocument/2006/relationships/image" Target="../media/image2.png" Id="Rc5b6bc3a1a9f4fb8"/><Relationship Type="http://schemas.openxmlformats.org/officeDocument/2006/relationships/image" Target="/ppt/media/image33.png" Id="Rbab84a77d330427a"/><Relationship Type="http://schemas.openxmlformats.org/officeDocument/2006/relationships/notesSlide" Target="/ppt/notesSlides/notesSlide29.xml" Id="R186994feca314361"/></Relationships>
</file>

<file path=ppt/slides/_rels/slide30.xml.rels><?xml version='1.0' encoding='UTF-8' standalone='yes'?>
<Relationships xmlns="http://schemas.openxmlformats.org/package/2006/relationships"><Relationship Type="http://schemas.openxmlformats.org/officeDocument/2006/relationships/slideLayout" Target="/ppt/slideLayouts/slideLayout6.xml" Id="R8b7519539574440d"/><Relationship Type="http://schemas.openxmlformats.org/officeDocument/2006/relationships/image" Target="../media/image2.png" Id="Rf658650aa1334e19"/><Relationship Type="http://schemas.openxmlformats.org/officeDocument/2006/relationships/image" Target="/ppt/media/image35.png" Id="R9b86b9b74be44544"/><Relationship Type="http://schemas.openxmlformats.org/officeDocument/2006/relationships/notesSlide" Target="/ppt/notesSlides/notesSlide30.xml" Id="Rf265aec7ce5a4465"/></Relationships>
</file>

<file path=ppt/slides/_rels/slide31.xml.rels><?xml version='1.0' encoding='UTF-8' standalone='yes'?>
<Relationships xmlns="http://schemas.openxmlformats.org/package/2006/relationships"><Relationship Type="http://schemas.openxmlformats.org/officeDocument/2006/relationships/slideLayout" Target="/ppt/slideLayouts/slideLayout6.xml" Id="Rbb4628cb5e9c431f"/><Relationship Type="http://schemas.openxmlformats.org/officeDocument/2006/relationships/image" Target="../media/image2.png" Id="R9c03a1c7b44447b6"/><Relationship Type="http://schemas.openxmlformats.org/officeDocument/2006/relationships/notesSlide" Target="/ppt/notesSlides/notesSlide31.xml" Id="R6cda7a849d934984"/></Relationships>
</file>

<file path=ppt/slides/_rels/slide32.xml.rels><?xml version='1.0' encoding='UTF-8' standalone='yes'?>
<Relationships xmlns="http://schemas.openxmlformats.org/package/2006/relationships"><Relationship Type="http://schemas.openxmlformats.org/officeDocument/2006/relationships/slideLayout" Target="/ppt/slideLayouts/slideLayout6.xml" Id="Rcf2fcadb71ce4064"/><Relationship Type="http://schemas.openxmlformats.org/officeDocument/2006/relationships/image" Target="../media/image2.png" Id="R7d08b25a3ada491f"/><Relationship Type="http://schemas.openxmlformats.org/officeDocument/2006/relationships/notesSlide" Target="/ppt/notesSlides/notesSlide32.xml" Id="R7e50925b743d4a92"/></Relationships>
</file>

<file path=ppt/slides/_rels/slide33.xml.rels><?xml version='1.0' encoding='UTF-8' standalone='yes'?>
<Relationships xmlns="http://schemas.openxmlformats.org/package/2006/relationships"><Relationship Type="http://schemas.openxmlformats.org/officeDocument/2006/relationships/slideLayout" Target="/ppt/slideLayouts/slideLayout6.xml" Id="R212ed7e4d14d442a"/><Relationship Type="http://schemas.openxmlformats.org/officeDocument/2006/relationships/image" Target="../media/image2.png" Id="R320866403dec4328"/><Relationship Type="http://schemas.openxmlformats.org/officeDocument/2006/relationships/notesSlide" Target="/ppt/notesSlides/notesSlide33.xml" Id="R5c9b7b58d9cb4e82"/></Relationships>
</file>

<file path=ppt/slides/slide1.xml><?xml version="1.0" encoding="utf-8"?>
<p:sld xmlns:p="http://schemas.openxmlformats.org/presentationml/2006/main">
  <p:cSld>
    <p:bg>
      <p:bgPr>
        <a:solidFill xmlns:a="http://schemas.openxmlformats.org/drawingml/2006/main">
          <a:srgbClr val="081522"/>
        </a:solidFill>
      </p:bgPr>
    </p:bg>
    <p:spTree>
      <p:nvGrpSpPr>
        <p:cNvPr id="1" name=""/>
        <p:cNvGrpSpPr/>
        <p:nvPr/>
      </p:nvGrpSpPr>
      <p:grpSpPr>
        <a:xfrm xmlns:a="http://schemas.openxmlformats.org/drawingml/2006/main"/>
      </p:grpSpPr>
      <p:pic>
        <p:nvPicPr>
          <p:cNvPr id="4" name="">
            <a:extLst xmlns:a="http://schemas.openxmlformats.org/drawingml/2006/main">
              <a:ext uri="{FF2B5EF4-FFF2-40B4-BE49-F238E27FC236}">
                <a16:creationId xmlns:a16="http://schemas.microsoft.com/office/drawing/2014/main" id="{F022D560-7C9D-42D9-A3FE-58360F7C76DA}"/>
              </a:ext>
            </a:extLst>
          </p:cNvPr>
          <p:cNvPicPr>
            <a:picLocks xmlns:a="http://schemas.openxmlformats.org/drawingml/2006/main" noChangeAspect="1"/>
          </p:cNvPicPr>
          <p:nvPr/>
        </p:nvPicPr>
        <p:blipFill>
          <a:blip xmlns:r="http://schemas.openxmlformats.org/officeDocument/2006/relationships" xmlns:a="http://schemas.openxmlformats.org/drawingml/2006/main" r:embed="R59d3afde39064ffb"/>
          <a:srcRect xmlns:a="http://schemas.openxmlformats.org/drawingml/2006/main" l="0" t="27" r="0" b="27"/>
          <a:stretch xmlns:a="http://schemas.openxmlformats.org/drawingml/2006/main">
            <a:fillRect l="0" t="0" r="0" b="0"/>
          </a:stretch>
        </p:blipFill>
        <p:spPr>
          <a:xfrm xmlns:a="http://schemas.openxmlformats.org/drawingml/2006/main">
            <a:off x="0" y="0"/>
            <a:ext cx="15240000" cy="8572500"/>
          </a:xfrm>
          <a:prstGeom xmlns:a="http://schemas.openxmlformats.org/drawingml/2006/main" prst="rect">
            <a:avLst/>
          </a:prstGeom>
        </p:spPr>
      </p:pic>
      <p:sp>
        <p:nvSpPr>
          <p:cNvPr id="2" name="cover-title">
            <a:extLst xmlns:a="http://schemas.openxmlformats.org/drawingml/2006/main">
              <a:ext uri="{FF2B5EF4-FFF2-40B4-BE49-F238E27FC236}">
                <a16:creationId xmlns:a16="http://schemas.microsoft.com/office/drawing/2014/main" id="{7146B984-14DF-4FC3-B2CF-3AA8012B1181}"/>
              </a:ext>
            </a:extLst>
          </p:cNvPr>
          <p:cNvSpPr>
            <a:spLocks xmlns:a="http://schemas.openxmlformats.org/drawingml/2006/main" noGrp="1"/>
          </p:cNvSpPr>
          <p:nvPr/>
        </p:nvSpPr>
        <p:spPr>
          <a:xfrm xmlns:a="http://schemas.openxmlformats.org/drawingml/2006/main">
            <a:off x="1095375" y="2762250"/>
            <a:ext cx="69532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550" b="1">
                <a:solidFill>
                  <a:srgbClr val="F3FAFF"/>
                </a:solidFill>
                <a:latin typeface="DejaVu Sans"/>
                <a:ea typeface="DejaVu Sans"/>
                <a:cs typeface="DejaVu Sans"/>
              </a:defRPr>
            </a:defPPr>
            <a:lvl1pPr algn="l">
              <a:defRPr sz="11550" b="1">
                <a:solidFill>
                  <a:srgbClr val="F3FAFF"/>
                </a:solidFill>
                <a:latin typeface="DejaVu Sans"/>
                <a:ea typeface="DejaVu Sans"/>
                <a:cs typeface="DejaVu Sans"/>
              </a:defRPr>
            </a:lvl1pPr>
            <a:lvl2pPr algn="l">
              <a:defRPr sz="11550" b="1">
                <a:solidFill>
                  <a:srgbClr val="F3FAFF"/>
                </a:solidFill>
                <a:latin typeface="DejaVu Sans"/>
                <a:ea typeface="DejaVu Sans"/>
                <a:cs typeface="DejaVu Sans"/>
              </a:defRPr>
            </a:lvl2pPr>
            <a:lvl3pPr algn="l">
              <a:defRPr sz="11550" b="1">
                <a:solidFill>
                  <a:srgbClr val="F3FAFF"/>
                </a:solidFill>
                <a:latin typeface="DejaVu Sans"/>
                <a:ea typeface="DejaVu Sans"/>
                <a:cs typeface="DejaVu Sans"/>
              </a:defRPr>
            </a:lvl3pPr>
            <a:lvl4pPr algn="l">
              <a:defRPr sz="11550" b="1">
                <a:solidFill>
                  <a:srgbClr val="F3FAFF"/>
                </a:solidFill>
                <a:latin typeface="DejaVu Sans"/>
                <a:ea typeface="DejaVu Sans"/>
                <a:cs typeface="DejaVu Sans"/>
              </a:defRPr>
            </a:lvl4pPr>
            <a:lvl5pPr algn="l">
              <a:defRPr sz="11550" b="1">
                <a:solidFill>
                  <a:srgbClr val="F3FAFF"/>
                </a:solidFill>
                <a:latin typeface="DejaVu Sans"/>
                <a:ea typeface="DejaVu Sans"/>
                <a:cs typeface="DejaVu Sans"/>
              </a:defRPr>
            </a:lvl5pPr>
            <a:lvl6pPr algn="l">
              <a:defRPr sz="11550" b="1">
                <a:solidFill>
                  <a:srgbClr val="F3FAFF"/>
                </a:solidFill>
                <a:latin typeface="DejaVu Sans"/>
                <a:ea typeface="DejaVu Sans"/>
                <a:cs typeface="DejaVu Sans"/>
              </a:defRPr>
            </a:lvl6pPr>
            <a:lvl7pPr algn="l">
              <a:defRPr sz="11550" b="1">
                <a:solidFill>
                  <a:srgbClr val="F3FAFF"/>
                </a:solidFill>
                <a:latin typeface="DejaVu Sans"/>
                <a:ea typeface="DejaVu Sans"/>
                <a:cs typeface="DejaVu Sans"/>
              </a:defRPr>
            </a:lvl7pPr>
            <a:lvl8pPr algn="l">
              <a:defRPr sz="11550" b="1">
                <a:solidFill>
                  <a:srgbClr val="F3FAFF"/>
                </a:solidFill>
                <a:latin typeface="DejaVu Sans"/>
                <a:ea typeface="DejaVu Sans"/>
                <a:cs typeface="DejaVu Sans"/>
              </a:defRPr>
            </a:lvl8pPr>
            <a:lvl9pPr algn="l">
              <a:defRPr sz="11550" b="1">
                <a:solidFill>
                  <a:srgbClr val="F3FAFF"/>
                </a:solidFill>
                <a:latin typeface="DejaVu Sans"/>
                <a:ea typeface="DejaVu Sans"/>
                <a:cs typeface="DejaVu Sans"/>
              </a:defRPr>
            </a:lvl9pPr>
          </a:lstStyle>
          <a:p xmlns:a="http://schemas.openxmlformats.org/drawingml/2006/main">
            <a:pPr algn="l">
              <a:defRPr sz="11550" b="1">
                <a:solidFill>
                  <a:srgbClr val="F3FAFF"/>
                </a:solidFill>
                <a:latin typeface="DejaVu Sans"/>
                <a:ea typeface="DejaVu Sans"/>
                <a:cs typeface="DejaVu Sans"/>
              </a:defRPr>
            </a:pPr>
            <a:r>
              <a:rPr sz="11550" b="1">
                <a:solidFill>
                  <a:srgbClr val="F3FAFF"/>
                </a:solidFill>
                <a:latin typeface="DejaVu Sans"/>
                <a:ea typeface="DejaVu Sans"/>
                <a:cs typeface="DejaVu Sans"/>
              </a:rPr>
              <a:t>VPN</a:t>
            </a:r>
          </a:p>
        </p:txBody>
      </p:sp>
      <p:sp>
        <p:nvSpPr>
          <p:cNvPr id="3" name="cover-subtitle">
            <a:extLst xmlns:a="http://schemas.openxmlformats.org/drawingml/2006/main">
              <a:ext uri="{FF2B5EF4-FFF2-40B4-BE49-F238E27FC236}">
                <a16:creationId xmlns:a16="http://schemas.microsoft.com/office/drawing/2014/main" id="{9C4C6B7B-F063-4EA9-B605-A491CEC6748A}"/>
              </a:ext>
            </a:extLst>
          </p:cNvPr>
          <p:cNvSpPr>
            <a:spLocks xmlns:a="http://schemas.openxmlformats.org/drawingml/2006/main" noGrp="1"/>
          </p:cNvSpPr>
          <p:nvPr/>
        </p:nvSpPr>
        <p:spPr>
          <a:xfrm xmlns:a="http://schemas.openxmlformats.org/drawingml/2006/main">
            <a:off x="1162050" y="4714875"/>
            <a:ext cx="714375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150" b="0">
                <a:solidFill>
                  <a:srgbClr val="91E7F7"/>
                </a:solidFill>
                <a:latin typeface="DejaVu Sans"/>
                <a:ea typeface="DejaVu Sans"/>
                <a:cs typeface="DejaVu Sans"/>
              </a:defRPr>
            </a:defPPr>
            <a:lvl1pPr algn="l">
              <a:defRPr sz="3150" b="0">
                <a:solidFill>
                  <a:srgbClr val="91E7F7"/>
                </a:solidFill>
                <a:latin typeface="DejaVu Sans"/>
                <a:ea typeface="DejaVu Sans"/>
                <a:cs typeface="DejaVu Sans"/>
              </a:defRPr>
            </a:lvl1pPr>
            <a:lvl2pPr algn="l">
              <a:defRPr sz="3150" b="0">
                <a:solidFill>
                  <a:srgbClr val="91E7F7"/>
                </a:solidFill>
                <a:latin typeface="DejaVu Sans"/>
                <a:ea typeface="DejaVu Sans"/>
                <a:cs typeface="DejaVu Sans"/>
              </a:defRPr>
            </a:lvl2pPr>
            <a:lvl3pPr algn="l">
              <a:defRPr sz="3150" b="0">
                <a:solidFill>
                  <a:srgbClr val="91E7F7"/>
                </a:solidFill>
                <a:latin typeface="DejaVu Sans"/>
                <a:ea typeface="DejaVu Sans"/>
                <a:cs typeface="DejaVu Sans"/>
              </a:defRPr>
            </a:lvl3pPr>
            <a:lvl4pPr algn="l">
              <a:defRPr sz="3150" b="0">
                <a:solidFill>
                  <a:srgbClr val="91E7F7"/>
                </a:solidFill>
                <a:latin typeface="DejaVu Sans"/>
                <a:ea typeface="DejaVu Sans"/>
                <a:cs typeface="DejaVu Sans"/>
              </a:defRPr>
            </a:lvl4pPr>
            <a:lvl5pPr algn="l">
              <a:defRPr sz="3150" b="0">
                <a:solidFill>
                  <a:srgbClr val="91E7F7"/>
                </a:solidFill>
                <a:latin typeface="DejaVu Sans"/>
                <a:ea typeface="DejaVu Sans"/>
                <a:cs typeface="DejaVu Sans"/>
              </a:defRPr>
            </a:lvl5pPr>
            <a:lvl6pPr algn="l">
              <a:defRPr sz="3150" b="0">
                <a:solidFill>
                  <a:srgbClr val="91E7F7"/>
                </a:solidFill>
                <a:latin typeface="DejaVu Sans"/>
                <a:ea typeface="DejaVu Sans"/>
                <a:cs typeface="DejaVu Sans"/>
              </a:defRPr>
            </a:lvl6pPr>
            <a:lvl7pPr algn="l">
              <a:defRPr sz="3150" b="0">
                <a:solidFill>
                  <a:srgbClr val="91E7F7"/>
                </a:solidFill>
                <a:latin typeface="DejaVu Sans"/>
                <a:ea typeface="DejaVu Sans"/>
                <a:cs typeface="DejaVu Sans"/>
              </a:defRPr>
            </a:lvl7pPr>
            <a:lvl8pPr algn="l">
              <a:defRPr sz="3150" b="0">
                <a:solidFill>
                  <a:srgbClr val="91E7F7"/>
                </a:solidFill>
                <a:latin typeface="DejaVu Sans"/>
                <a:ea typeface="DejaVu Sans"/>
                <a:cs typeface="DejaVu Sans"/>
              </a:defRPr>
            </a:lvl8pPr>
            <a:lvl9pPr algn="l">
              <a:defRPr sz="3150" b="0">
                <a:solidFill>
                  <a:srgbClr val="91E7F7"/>
                </a:solidFill>
                <a:latin typeface="DejaVu Sans"/>
                <a:ea typeface="DejaVu Sans"/>
                <a:cs typeface="DejaVu Sans"/>
              </a:defRPr>
            </a:lvl9pPr>
          </a:lstStyle>
          <a:p xmlns:a="http://schemas.openxmlformats.org/drawingml/2006/main">
            <a:pPr algn="l">
              <a:defRPr sz="3150" b="0">
                <a:solidFill>
                  <a:srgbClr val="91E7F7"/>
                </a:solidFill>
                <a:latin typeface="DejaVu Sans"/>
                <a:ea typeface="DejaVu Sans"/>
                <a:cs typeface="DejaVu Sans"/>
              </a:defRPr>
            </a:pPr>
            <a:r>
              <a:rPr sz="3150" b="0">
                <a:solidFill>
                  <a:srgbClr val="91E7F7"/>
                </a:solidFill>
                <a:latin typeface="DejaVu Sans"/>
                <a:ea typeface="DejaVu Sans"/>
                <a:cs typeface="DejaVu Sans"/>
              </a:rPr>
              <a:t>(Virtual Private Networks)</a:t>
            </a:r>
          </a:p>
        </p:txBody>
      </p:sp>
    </p:spTree>
    <p:extLst>
      <p:ext uri="{BB962C8B-B14F-4D97-AF65-F5344CB8AC3E}">
        <p14:creationId xmlns:p14="http://schemas.microsoft.com/office/powerpoint/2010/main" val="1537819051"/>
      </p:ext>
    </p:extLst>
  </p:cSld>
</p:sld>
</file>

<file path=ppt/slides/slide2.xml><?xml version="1.0" encoding="utf-8"?>
<p:sld xmlns:p="http://schemas.openxmlformats.org/presentationml/2006/main">
  <p:cSld>
    <p:bg>
      <p:bgPr>
        <a:solidFill xmlns:a="http://schemas.openxmlformats.org/drawingml/2006/main">
          <a:srgbClr val="081522"/>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A539B742-FEA2-4CF7-89D3-44B3E9A95319}"/>
              </a:ext>
            </a:extLst>
          </p:cNvPr>
          <p:cNvPicPr>
            <a:picLocks xmlns:a="http://schemas.openxmlformats.org/drawingml/2006/main" noChangeAspect="1"/>
          </p:cNvPicPr>
          <p:nvPr/>
        </p:nvPicPr>
        <p:blipFill>
          <a:blip xmlns:r="http://schemas.openxmlformats.org/officeDocument/2006/relationships" xmlns:a="http://schemas.openxmlformats.org/drawingml/2006/main" r:embed="R6615749387724861"/>
          <a:srcRect xmlns:a="http://schemas.openxmlformats.org/drawingml/2006/main" l="0" t="27" r="0" b="27"/>
          <a:stretch xmlns:a="http://schemas.openxmlformats.org/drawingml/2006/main">
            <a:fillRect l="0" t="0" r="0" b="0"/>
          </a:stretch>
        </p:blipFill>
        <p:spPr>
          <a:xfrm xmlns:a="http://schemas.openxmlformats.org/drawingml/2006/main">
            <a:off x="0" y="0"/>
            <a:ext cx="15240000" cy="8572500"/>
          </a:xfrm>
          <a:prstGeom xmlns:a="http://schemas.openxmlformats.org/drawingml/2006/main" prst="rect">
            <a:avLst/>
          </a:prstGeom>
        </p:spPr>
      </p:pic>
      <p:sp>
        <p:nvSpPr>
          <p:cNvPr id="2" name="title">
            <a:extLst xmlns:a="http://schemas.openxmlformats.org/drawingml/2006/main">
              <a:ext uri="{FF2B5EF4-FFF2-40B4-BE49-F238E27FC236}">
                <a16:creationId xmlns:a16="http://schemas.microsoft.com/office/drawing/2014/main" id="{91EE2F8C-FA8B-48D2-B6C7-4AA616223010}"/>
              </a:ext>
            </a:extLst>
          </p:cNvPr>
          <p:cNvSpPr>
            <a:spLocks xmlns:a="http://schemas.openxmlformats.org/drawingml/2006/main" noGrp="1"/>
          </p:cNvSpPr>
          <p:nvPr/>
        </p:nvSpPr>
        <p:spPr>
          <a:xfrm xmlns:a="http://schemas.openxmlformats.org/drawingml/2006/main">
            <a:off x="428625" y="638175"/>
            <a:ext cx="2286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000" b="1">
                <a:solidFill>
                  <a:srgbClr val="F1F7FC"/>
                </a:solidFill>
                <a:latin typeface="DejaVu Sans"/>
                <a:ea typeface="DejaVu Sans"/>
                <a:cs typeface="DejaVu Sans"/>
              </a:defRPr>
            </a:defPPr>
            <a:lvl1pPr algn="l">
              <a:defRPr sz="3000" b="1">
                <a:solidFill>
                  <a:srgbClr val="F1F7FC"/>
                </a:solidFill>
                <a:latin typeface="DejaVu Sans"/>
                <a:ea typeface="DejaVu Sans"/>
                <a:cs typeface="DejaVu Sans"/>
              </a:defRPr>
            </a:lvl1pPr>
            <a:lvl2pPr algn="l">
              <a:defRPr sz="3000" b="1">
                <a:solidFill>
                  <a:srgbClr val="F1F7FC"/>
                </a:solidFill>
                <a:latin typeface="DejaVu Sans"/>
                <a:ea typeface="DejaVu Sans"/>
                <a:cs typeface="DejaVu Sans"/>
              </a:defRPr>
            </a:lvl2pPr>
            <a:lvl3pPr algn="l">
              <a:defRPr sz="3000" b="1">
                <a:solidFill>
                  <a:srgbClr val="F1F7FC"/>
                </a:solidFill>
                <a:latin typeface="DejaVu Sans"/>
                <a:ea typeface="DejaVu Sans"/>
                <a:cs typeface="DejaVu Sans"/>
              </a:defRPr>
            </a:lvl3pPr>
            <a:lvl4pPr algn="l">
              <a:defRPr sz="3000" b="1">
                <a:solidFill>
                  <a:srgbClr val="F1F7FC"/>
                </a:solidFill>
                <a:latin typeface="DejaVu Sans"/>
                <a:ea typeface="DejaVu Sans"/>
                <a:cs typeface="DejaVu Sans"/>
              </a:defRPr>
            </a:lvl4pPr>
            <a:lvl5pPr algn="l">
              <a:defRPr sz="3000" b="1">
                <a:solidFill>
                  <a:srgbClr val="F1F7FC"/>
                </a:solidFill>
                <a:latin typeface="DejaVu Sans"/>
                <a:ea typeface="DejaVu Sans"/>
                <a:cs typeface="DejaVu Sans"/>
              </a:defRPr>
            </a:lvl5pPr>
            <a:lvl6pPr algn="l">
              <a:defRPr sz="3000" b="1">
                <a:solidFill>
                  <a:srgbClr val="F1F7FC"/>
                </a:solidFill>
                <a:latin typeface="DejaVu Sans"/>
                <a:ea typeface="DejaVu Sans"/>
                <a:cs typeface="DejaVu Sans"/>
              </a:defRPr>
            </a:lvl6pPr>
            <a:lvl7pPr algn="l">
              <a:defRPr sz="3000" b="1">
                <a:solidFill>
                  <a:srgbClr val="F1F7FC"/>
                </a:solidFill>
                <a:latin typeface="DejaVu Sans"/>
                <a:ea typeface="DejaVu Sans"/>
                <a:cs typeface="DejaVu Sans"/>
              </a:defRPr>
            </a:lvl7pPr>
            <a:lvl8pPr algn="l">
              <a:defRPr sz="3000" b="1">
                <a:solidFill>
                  <a:srgbClr val="F1F7FC"/>
                </a:solidFill>
                <a:latin typeface="DejaVu Sans"/>
                <a:ea typeface="DejaVu Sans"/>
                <a:cs typeface="DejaVu Sans"/>
              </a:defRPr>
            </a:lvl8pPr>
            <a:lvl9pPr algn="l">
              <a:defRPr sz="3000" b="1">
                <a:solidFill>
                  <a:srgbClr val="F1F7FC"/>
                </a:solidFill>
                <a:latin typeface="DejaVu Sans"/>
                <a:ea typeface="DejaVu Sans"/>
                <a:cs typeface="DejaVu Sans"/>
              </a:defRPr>
            </a:lvl9pPr>
          </a:lstStyle>
          <a:p xmlns:a="http://schemas.openxmlformats.org/drawingml/2006/main">
            <a:pPr algn="l">
              <a:defRPr sz="3000" b="1">
                <a:solidFill>
                  <a:srgbClr val="F1F7FC"/>
                </a:solidFill>
                <a:latin typeface="DejaVu Sans"/>
                <a:ea typeface="DejaVu Sans"/>
                <a:cs typeface="DejaVu Sans"/>
              </a:defRPr>
            </a:pPr>
            <a:r>
              <a:rPr sz="3000" b="1">
                <a:solidFill>
                  <a:srgbClr val="F1F7FC"/>
                </a:solidFill>
                <a:latin typeface="DejaVu Sans"/>
                <a:ea typeface="DejaVu Sans"/>
                <a:cs typeface="DejaVu Sans"/>
              </a:rPr>
              <a:t>Agenda</a:t>
            </a:r>
          </a:p>
        </p:txBody>
      </p:sp>
      <p:sp>
        <p:nvSpPr>
          <p:cNvPr id="3" name="agenda-number">
            <a:extLst xmlns:a="http://schemas.openxmlformats.org/drawingml/2006/main">
              <a:ext uri="{FF2B5EF4-FFF2-40B4-BE49-F238E27FC236}">
                <a16:creationId xmlns:a16="http://schemas.microsoft.com/office/drawing/2014/main" id="{F8CC8E35-2E17-40FC-9F2B-BB21ADE2BBFA}"/>
              </a:ext>
            </a:extLst>
          </p:cNvPr>
          <p:cNvSpPr>
            <a:spLocks xmlns:a="http://schemas.openxmlformats.org/drawingml/2006/main" noGrp="1"/>
          </p:cNvSpPr>
          <p:nvPr/>
        </p:nvSpPr>
        <p:spPr>
          <a:xfrm xmlns:a="http://schemas.openxmlformats.org/drawingml/2006/main">
            <a:off x="3619500" y="1381125"/>
            <a:ext cx="1047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54DEEF"/>
                </a:solidFill>
                <a:latin typeface="DejaVu Sans Mono"/>
                <a:ea typeface="DejaVu Sans Mono"/>
                <a:cs typeface="DejaVu Sans Mono"/>
              </a:defRPr>
            </a:defPPr>
            <a:lvl1pPr algn="l">
              <a:defRPr sz="2550" b="1">
                <a:solidFill>
                  <a:srgbClr val="54DEEF"/>
                </a:solidFill>
                <a:latin typeface="DejaVu Sans Mono"/>
                <a:ea typeface="DejaVu Sans Mono"/>
                <a:cs typeface="DejaVu Sans Mono"/>
              </a:defRPr>
            </a:lvl1pPr>
            <a:lvl2pPr algn="l">
              <a:defRPr sz="2550" b="1">
                <a:solidFill>
                  <a:srgbClr val="54DEEF"/>
                </a:solidFill>
                <a:latin typeface="DejaVu Sans Mono"/>
                <a:ea typeface="DejaVu Sans Mono"/>
                <a:cs typeface="DejaVu Sans Mono"/>
              </a:defRPr>
            </a:lvl2pPr>
            <a:lvl3pPr algn="l">
              <a:defRPr sz="2550" b="1">
                <a:solidFill>
                  <a:srgbClr val="54DEEF"/>
                </a:solidFill>
                <a:latin typeface="DejaVu Sans Mono"/>
                <a:ea typeface="DejaVu Sans Mono"/>
                <a:cs typeface="DejaVu Sans Mono"/>
              </a:defRPr>
            </a:lvl3pPr>
            <a:lvl4pPr algn="l">
              <a:defRPr sz="2550" b="1">
                <a:solidFill>
                  <a:srgbClr val="54DEEF"/>
                </a:solidFill>
                <a:latin typeface="DejaVu Sans Mono"/>
                <a:ea typeface="DejaVu Sans Mono"/>
                <a:cs typeface="DejaVu Sans Mono"/>
              </a:defRPr>
            </a:lvl4pPr>
            <a:lvl5pPr algn="l">
              <a:defRPr sz="2550" b="1">
                <a:solidFill>
                  <a:srgbClr val="54DEEF"/>
                </a:solidFill>
                <a:latin typeface="DejaVu Sans Mono"/>
                <a:ea typeface="DejaVu Sans Mono"/>
                <a:cs typeface="DejaVu Sans Mono"/>
              </a:defRPr>
            </a:lvl5pPr>
            <a:lvl6pPr algn="l">
              <a:defRPr sz="2550" b="1">
                <a:solidFill>
                  <a:srgbClr val="54DEEF"/>
                </a:solidFill>
                <a:latin typeface="DejaVu Sans Mono"/>
                <a:ea typeface="DejaVu Sans Mono"/>
                <a:cs typeface="DejaVu Sans Mono"/>
              </a:defRPr>
            </a:lvl6pPr>
            <a:lvl7pPr algn="l">
              <a:defRPr sz="2550" b="1">
                <a:solidFill>
                  <a:srgbClr val="54DEEF"/>
                </a:solidFill>
                <a:latin typeface="DejaVu Sans Mono"/>
                <a:ea typeface="DejaVu Sans Mono"/>
                <a:cs typeface="DejaVu Sans Mono"/>
              </a:defRPr>
            </a:lvl7pPr>
            <a:lvl8pPr algn="l">
              <a:defRPr sz="2550" b="1">
                <a:solidFill>
                  <a:srgbClr val="54DEEF"/>
                </a:solidFill>
                <a:latin typeface="DejaVu Sans Mono"/>
                <a:ea typeface="DejaVu Sans Mono"/>
                <a:cs typeface="DejaVu Sans Mono"/>
              </a:defRPr>
            </a:lvl8pPr>
            <a:lvl9pPr algn="l">
              <a:defRPr sz="2550" b="1">
                <a:solidFill>
                  <a:srgbClr val="54DEEF"/>
                </a:solidFill>
                <a:latin typeface="DejaVu Sans Mono"/>
                <a:ea typeface="DejaVu Sans Mono"/>
                <a:cs typeface="DejaVu Sans Mono"/>
              </a:defRPr>
            </a:lvl9pPr>
          </a:lstStyle>
          <a:p xmlns:a="http://schemas.openxmlformats.org/drawingml/2006/main">
            <a:pPr algn="l">
              <a:defRPr sz="2550" b="1">
                <a:solidFill>
                  <a:srgbClr val="54DEEF"/>
                </a:solidFill>
                <a:latin typeface="DejaVu Sans Mono"/>
                <a:ea typeface="DejaVu Sans Mono"/>
                <a:cs typeface="DejaVu Sans Mono"/>
              </a:defRPr>
            </a:pPr>
            <a:r>
              <a:rPr sz="2550" b="1">
                <a:solidFill>
                  <a:srgbClr val="54DEEF"/>
                </a:solidFill>
                <a:latin typeface="DejaVu Sans Mono"/>
                <a:ea typeface="DejaVu Sans Mono"/>
                <a:cs typeface="DejaVu Sans Mono"/>
              </a:rPr>
              <a:t>I.</a:t>
            </a:r>
          </a:p>
        </p:txBody>
      </p:sp>
      <p:sp>
        <p:nvSpPr>
          <p:cNvPr id="4" name="agenda-item">
            <a:extLst xmlns:a="http://schemas.openxmlformats.org/drawingml/2006/main">
              <a:ext uri="{FF2B5EF4-FFF2-40B4-BE49-F238E27FC236}">
                <a16:creationId xmlns:a16="http://schemas.microsoft.com/office/drawing/2014/main" id="{2839750D-ADB4-43B2-A3FA-798344A90D43}"/>
              </a:ext>
            </a:extLst>
          </p:cNvPr>
          <p:cNvSpPr>
            <a:spLocks xmlns:a="http://schemas.openxmlformats.org/drawingml/2006/main" noGrp="1"/>
          </p:cNvSpPr>
          <p:nvPr/>
        </p:nvSpPr>
        <p:spPr>
          <a:xfrm xmlns:a="http://schemas.openxmlformats.org/drawingml/2006/main">
            <a:off x="4857750" y="1381125"/>
            <a:ext cx="9525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F1F7FC"/>
                </a:solidFill>
                <a:latin typeface="DejaVu Sans"/>
                <a:ea typeface="DejaVu Sans"/>
                <a:cs typeface="DejaVu Sans"/>
              </a:defRPr>
            </a:defPPr>
            <a:lvl1pPr algn="l">
              <a:defRPr sz="2550" b="0">
                <a:solidFill>
                  <a:srgbClr val="F1F7FC"/>
                </a:solidFill>
                <a:latin typeface="DejaVu Sans"/>
                <a:ea typeface="DejaVu Sans"/>
                <a:cs typeface="DejaVu Sans"/>
              </a:defRPr>
            </a:lvl1pPr>
            <a:lvl2pPr algn="l">
              <a:defRPr sz="2550" b="0">
                <a:solidFill>
                  <a:srgbClr val="F1F7FC"/>
                </a:solidFill>
                <a:latin typeface="DejaVu Sans"/>
                <a:ea typeface="DejaVu Sans"/>
                <a:cs typeface="DejaVu Sans"/>
              </a:defRPr>
            </a:lvl2pPr>
            <a:lvl3pPr algn="l">
              <a:defRPr sz="2550" b="0">
                <a:solidFill>
                  <a:srgbClr val="F1F7FC"/>
                </a:solidFill>
                <a:latin typeface="DejaVu Sans"/>
                <a:ea typeface="DejaVu Sans"/>
                <a:cs typeface="DejaVu Sans"/>
              </a:defRPr>
            </a:lvl3pPr>
            <a:lvl4pPr algn="l">
              <a:defRPr sz="2550" b="0">
                <a:solidFill>
                  <a:srgbClr val="F1F7FC"/>
                </a:solidFill>
                <a:latin typeface="DejaVu Sans"/>
                <a:ea typeface="DejaVu Sans"/>
                <a:cs typeface="DejaVu Sans"/>
              </a:defRPr>
            </a:lvl4pPr>
            <a:lvl5pPr algn="l">
              <a:defRPr sz="2550" b="0">
                <a:solidFill>
                  <a:srgbClr val="F1F7FC"/>
                </a:solidFill>
                <a:latin typeface="DejaVu Sans"/>
                <a:ea typeface="DejaVu Sans"/>
                <a:cs typeface="DejaVu Sans"/>
              </a:defRPr>
            </a:lvl5pPr>
            <a:lvl6pPr algn="l">
              <a:defRPr sz="2550" b="0">
                <a:solidFill>
                  <a:srgbClr val="F1F7FC"/>
                </a:solidFill>
                <a:latin typeface="DejaVu Sans"/>
                <a:ea typeface="DejaVu Sans"/>
                <a:cs typeface="DejaVu Sans"/>
              </a:defRPr>
            </a:lvl6pPr>
            <a:lvl7pPr algn="l">
              <a:defRPr sz="2550" b="0">
                <a:solidFill>
                  <a:srgbClr val="F1F7FC"/>
                </a:solidFill>
                <a:latin typeface="DejaVu Sans"/>
                <a:ea typeface="DejaVu Sans"/>
                <a:cs typeface="DejaVu Sans"/>
              </a:defRPr>
            </a:lvl7pPr>
            <a:lvl8pPr algn="l">
              <a:defRPr sz="2550" b="0">
                <a:solidFill>
                  <a:srgbClr val="F1F7FC"/>
                </a:solidFill>
                <a:latin typeface="DejaVu Sans"/>
                <a:ea typeface="DejaVu Sans"/>
                <a:cs typeface="DejaVu Sans"/>
              </a:defRPr>
            </a:lvl8pPr>
            <a:lvl9pPr algn="l">
              <a:defRPr sz="2550" b="0">
                <a:solidFill>
                  <a:srgbClr val="F1F7FC"/>
                </a:solidFill>
                <a:latin typeface="DejaVu Sans"/>
                <a:ea typeface="DejaVu Sans"/>
                <a:cs typeface="DejaVu Sans"/>
              </a:defRPr>
            </a:lvl9pPr>
          </a:lstStyle>
          <a:p xmlns:a="http://schemas.openxmlformats.org/drawingml/2006/main">
            <a:pPr algn="l">
              <a:defRPr sz="2550" b="0">
                <a:solidFill>
                  <a:srgbClr val="F1F7FC"/>
                </a:solidFill>
                <a:latin typeface="DejaVu Sans"/>
                <a:ea typeface="DejaVu Sans"/>
                <a:cs typeface="DejaVu Sans"/>
              </a:defRPr>
            </a:pPr>
            <a:r>
              <a:rPr sz="2550" b="0">
                <a:solidFill>
                  <a:srgbClr val="F1F7FC"/>
                </a:solidFill>
                <a:latin typeface="DejaVu Sans"/>
                <a:ea typeface="DejaVu Sans"/>
                <a:cs typeface="DejaVu Sans"/>
              </a:rPr>
              <a:t>Was ist ein VPN?</a:t>
            </a:r>
          </a:p>
        </p:txBody>
      </p:sp>
      <p:sp>
        <p:nvSpPr>
          <p:cNvPr id="5" name="agenda-number">
            <a:extLst xmlns:a="http://schemas.openxmlformats.org/drawingml/2006/main">
              <a:ext uri="{FF2B5EF4-FFF2-40B4-BE49-F238E27FC236}">
                <a16:creationId xmlns:a16="http://schemas.microsoft.com/office/drawing/2014/main" id="{CD7E7CBC-FB51-43E1-B9EB-44151F1BA63C}"/>
              </a:ext>
            </a:extLst>
          </p:cNvPr>
          <p:cNvSpPr>
            <a:spLocks xmlns:a="http://schemas.openxmlformats.org/drawingml/2006/main" noGrp="1"/>
          </p:cNvSpPr>
          <p:nvPr/>
        </p:nvSpPr>
        <p:spPr>
          <a:xfrm xmlns:a="http://schemas.openxmlformats.org/drawingml/2006/main">
            <a:off x="3619500" y="2247900"/>
            <a:ext cx="1047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54DEEF"/>
                </a:solidFill>
                <a:latin typeface="DejaVu Sans Mono"/>
                <a:ea typeface="DejaVu Sans Mono"/>
                <a:cs typeface="DejaVu Sans Mono"/>
              </a:defRPr>
            </a:defPPr>
            <a:lvl1pPr algn="l">
              <a:defRPr sz="2550" b="1">
                <a:solidFill>
                  <a:srgbClr val="54DEEF"/>
                </a:solidFill>
                <a:latin typeface="DejaVu Sans Mono"/>
                <a:ea typeface="DejaVu Sans Mono"/>
                <a:cs typeface="DejaVu Sans Mono"/>
              </a:defRPr>
            </a:lvl1pPr>
            <a:lvl2pPr algn="l">
              <a:defRPr sz="2550" b="1">
                <a:solidFill>
                  <a:srgbClr val="54DEEF"/>
                </a:solidFill>
                <a:latin typeface="DejaVu Sans Mono"/>
                <a:ea typeface="DejaVu Sans Mono"/>
                <a:cs typeface="DejaVu Sans Mono"/>
              </a:defRPr>
            </a:lvl2pPr>
            <a:lvl3pPr algn="l">
              <a:defRPr sz="2550" b="1">
                <a:solidFill>
                  <a:srgbClr val="54DEEF"/>
                </a:solidFill>
                <a:latin typeface="DejaVu Sans Mono"/>
                <a:ea typeface="DejaVu Sans Mono"/>
                <a:cs typeface="DejaVu Sans Mono"/>
              </a:defRPr>
            </a:lvl3pPr>
            <a:lvl4pPr algn="l">
              <a:defRPr sz="2550" b="1">
                <a:solidFill>
                  <a:srgbClr val="54DEEF"/>
                </a:solidFill>
                <a:latin typeface="DejaVu Sans Mono"/>
                <a:ea typeface="DejaVu Sans Mono"/>
                <a:cs typeface="DejaVu Sans Mono"/>
              </a:defRPr>
            </a:lvl4pPr>
            <a:lvl5pPr algn="l">
              <a:defRPr sz="2550" b="1">
                <a:solidFill>
                  <a:srgbClr val="54DEEF"/>
                </a:solidFill>
                <a:latin typeface="DejaVu Sans Mono"/>
                <a:ea typeface="DejaVu Sans Mono"/>
                <a:cs typeface="DejaVu Sans Mono"/>
              </a:defRPr>
            </a:lvl5pPr>
            <a:lvl6pPr algn="l">
              <a:defRPr sz="2550" b="1">
                <a:solidFill>
                  <a:srgbClr val="54DEEF"/>
                </a:solidFill>
                <a:latin typeface="DejaVu Sans Mono"/>
                <a:ea typeface="DejaVu Sans Mono"/>
                <a:cs typeface="DejaVu Sans Mono"/>
              </a:defRPr>
            </a:lvl6pPr>
            <a:lvl7pPr algn="l">
              <a:defRPr sz="2550" b="1">
                <a:solidFill>
                  <a:srgbClr val="54DEEF"/>
                </a:solidFill>
                <a:latin typeface="DejaVu Sans Mono"/>
                <a:ea typeface="DejaVu Sans Mono"/>
                <a:cs typeface="DejaVu Sans Mono"/>
              </a:defRPr>
            </a:lvl7pPr>
            <a:lvl8pPr algn="l">
              <a:defRPr sz="2550" b="1">
                <a:solidFill>
                  <a:srgbClr val="54DEEF"/>
                </a:solidFill>
                <a:latin typeface="DejaVu Sans Mono"/>
                <a:ea typeface="DejaVu Sans Mono"/>
                <a:cs typeface="DejaVu Sans Mono"/>
              </a:defRPr>
            </a:lvl8pPr>
            <a:lvl9pPr algn="l">
              <a:defRPr sz="2550" b="1">
                <a:solidFill>
                  <a:srgbClr val="54DEEF"/>
                </a:solidFill>
                <a:latin typeface="DejaVu Sans Mono"/>
                <a:ea typeface="DejaVu Sans Mono"/>
                <a:cs typeface="DejaVu Sans Mono"/>
              </a:defRPr>
            </a:lvl9pPr>
          </a:lstStyle>
          <a:p xmlns:a="http://schemas.openxmlformats.org/drawingml/2006/main">
            <a:pPr algn="l">
              <a:defRPr sz="2550" b="1">
                <a:solidFill>
                  <a:srgbClr val="54DEEF"/>
                </a:solidFill>
                <a:latin typeface="DejaVu Sans Mono"/>
                <a:ea typeface="DejaVu Sans Mono"/>
                <a:cs typeface="DejaVu Sans Mono"/>
              </a:defRPr>
            </a:pPr>
            <a:r>
              <a:rPr sz="2550" b="1">
                <a:solidFill>
                  <a:srgbClr val="54DEEF"/>
                </a:solidFill>
                <a:latin typeface="DejaVu Sans Mono"/>
                <a:ea typeface="DejaVu Sans Mono"/>
                <a:cs typeface="DejaVu Sans Mono"/>
              </a:rPr>
              <a:t>II.</a:t>
            </a:r>
          </a:p>
        </p:txBody>
      </p:sp>
      <p:sp>
        <p:nvSpPr>
          <p:cNvPr id="6" name="agenda-item">
            <a:extLst xmlns:a="http://schemas.openxmlformats.org/drawingml/2006/main">
              <a:ext uri="{FF2B5EF4-FFF2-40B4-BE49-F238E27FC236}">
                <a16:creationId xmlns:a16="http://schemas.microsoft.com/office/drawing/2014/main" id="{CB8E5536-3702-4EA4-984B-FAE2228D28F3}"/>
              </a:ext>
            </a:extLst>
          </p:cNvPr>
          <p:cNvSpPr>
            <a:spLocks xmlns:a="http://schemas.openxmlformats.org/drawingml/2006/main" noGrp="1"/>
          </p:cNvSpPr>
          <p:nvPr/>
        </p:nvSpPr>
        <p:spPr>
          <a:xfrm xmlns:a="http://schemas.openxmlformats.org/drawingml/2006/main">
            <a:off x="4857750" y="2247900"/>
            <a:ext cx="9525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F1F7FC"/>
                </a:solidFill>
                <a:latin typeface="DejaVu Sans"/>
                <a:ea typeface="DejaVu Sans"/>
                <a:cs typeface="DejaVu Sans"/>
              </a:defRPr>
            </a:defPPr>
            <a:lvl1pPr algn="l">
              <a:defRPr sz="2550" b="0">
                <a:solidFill>
                  <a:srgbClr val="F1F7FC"/>
                </a:solidFill>
                <a:latin typeface="DejaVu Sans"/>
                <a:ea typeface="DejaVu Sans"/>
                <a:cs typeface="DejaVu Sans"/>
              </a:defRPr>
            </a:lvl1pPr>
            <a:lvl2pPr algn="l">
              <a:defRPr sz="2550" b="0">
                <a:solidFill>
                  <a:srgbClr val="F1F7FC"/>
                </a:solidFill>
                <a:latin typeface="DejaVu Sans"/>
                <a:ea typeface="DejaVu Sans"/>
                <a:cs typeface="DejaVu Sans"/>
              </a:defRPr>
            </a:lvl2pPr>
            <a:lvl3pPr algn="l">
              <a:defRPr sz="2550" b="0">
                <a:solidFill>
                  <a:srgbClr val="F1F7FC"/>
                </a:solidFill>
                <a:latin typeface="DejaVu Sans"/>
                <a:ea typeface="DejaVu Sans"/>
                <a:cs typeface="DejaVu Sans"/>
              </a:defRPr>
            </a:lvl3pPr>
            <a:lvl4pPr algn="l">
              <a:defRPr sz="2550" b="0">
                <a:solidFill>
                  <a:srgbClr val="F1F7FC"/>
                </a:solidFill>
                <a:latin typeface="DejaVu Sans"/>
                <a:ea typeface="DejaVu Sans"/>
                <a:cs typeface="DejaVu Sans"/>
              </a:defRPr>
            </a:lvl4pPr>
            <a:lvl5pPr algn="l">
              <a:defRPr sz="2550" b="0">
                <a:solidFill>
                  <a:srgbClr val="F1F7FC"/>
                </a:solidFill>
                <a:latin typeface="DejaVu Sans"/>
                <a:ea typeface="DejaVu Sans"/>
                <a:cs typeface="DejaVu Sans"/>
              </a:defRPr>
            </a:lvl5pPr>
            <a:lvl6pPr algn="l">
              <a:defRPr sz="2550" b="0">
                <a:solidFill>
                  <a:srgbClr val="F1F7FC"/>
                </a:solidFill>
                <a:latin typeface="DejaVu Sans"/>
                <a:ea typeface="DejaVu Sans"/>
                <a:cs typeface="DejaVu Sans"/>
              </a:defRPr>
            </a:lvl6pPr>
            <a:lvl7pPr algn="l">
              <a:defRPr sz="2550" b="0">
                <a:solidFill>
                  <a:srgbClr val="F1F7FC"/>
                </a:solidFill>
                <a:latin typeface="DejaVu Sans"/>
                <a:ea typeface="DejaVu Sans"/>
                <a:cs typeface="DejaVu Sans"/>
              </a:defRPr>
            </a:lvl7pPr>
            <a:lvl8pPr algn="l">
              <a:defRPr sz="2550" b="0">
                <a:solidFill>
                  <a:srgbClr val="F1F7FC"/>
                </a:solidFill>
                <a:latin typeface="DejaVu Sans"/>
                <a:ea typeface="DejaVu Sans"/>
                <a:cs typeface="DejaVu Sans"/>
              </a:defRPr>
            </a:lvl8pPr>
            <a:lvl9pPr algn="l">
              <a:defRPr sz="2550" b="0">
                <a:solidFill>
                  <a:srgbClr val="F1F7FC"/>
                </a:solidFill>
                <a:latin typeface="DejaVu Sans"/>
                <a:ea typeface="DejaVu Sans"/>
                <a:cs typeface="DejaVu Sans"/>
              </a:defRPr>
            </a:lvl9pPr>
          </a:lstStyle>
          <a:p xmlns:a="http://schemas.openxmlformats.org/drawingml/2006/main">
            <a:pPr algn="l">
              <a:defRPr sz="2550" b="0">
                <a:solidFill>
                  <a:srgbClr val="F1F7FC"/>
                </a:solidFill>
                <a:latin typeface="DejaVu Sans"/>
                <a:ea typeface="DejaVu Sans"/>
                <a:cs typeface="DejaVu Sans"/>
              </a:defRPr>
            </a:pPr>
            <a:r>
              <a:rPr sz="2550" b="0">
                <a:solidFill>
                  <a:srgbClr val="F1F7FC"/>
                </a:solidFill>
                <a:latin typeface="DejaVu Sans"/>
                <a:ea typeface="DejaVu Sans"/>
                <a:cs typeface="DejaVu Sans"/>
              </a:rPr>
              <a:t>Aufbau eines VPN</a:t>
            </a:r>
          </a:p>
        </p:txBody>
      </p:sp>
      <p:sp>
        <p:nvSpPr>
          <p:cNvPr id="7" name="agenda-number">
            <a:extLst xmlns:a="http://schemas.openxmlformats.org/drawingml/2006/main">
              <a:ext uri="{FF2B5EF4-FFF2-40B4-BE49-F238E27FC236}">
                <a16:creationId xmlns:a16="http://schemas.microsoft.com/office/drawing/2014/main" id="{6EFEC4D8-7B61-4B55-8BE1-7534EB319855}"/>
              </a:ext>
            </a:extLst>
          </p:cNvPr>
          <p:cNvSpPr>
            <a:spLocks xmlns:a="http://schemas.openxmlformats.org/drawingml/2006/main" noGrp="1"/>
          </p:cNvSpPr>
          <p:nvPr/>
        </p:nvSpPr>
        <p:spPr>
          <a:xfrm xmlns:a="http://schemas.openxmlformats.org/drawingml/2006/main">
            <a:off x="3619500" y="3114675"/>
            <a:ext cx="1047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54DEEF"/>
                </a:solidFill>
                <a:latin typeface="DejaVu Sans Mono"/>
                <a:ea typeface="DejaVu Sans Mono"/>
                <a:cs typeface="DejaVu Sans Mono"/>
              </a:defRPr>
            </a:defPPr>
            <a:lvl1pPr algn="l">
              <a:defRPr sz="2550" b="1">
                <a:solidFill>
                  <a:srgbClr val="54DEEF"/>
                </a:solidFill>
                <a:latin typeface="DejaVu Sans Mono"/>
                <a:ea typeface="DejaVu Sans Mono"/>
                <a:cs typeface="DejaVu Sans Mono"/>
              </a:defRPr>
            </a:lvl1pPr>
            <a:lvl2pPr algn="l">
              <a:defRPr sz="2550" b="1">
                <a:solidFill>
                  <a:srgbClr val="54DEEF"/>
                </a:solidFill>
                <a:latin typeface="DejaVu Sans Mono"/>
                <a:ea typeface="DejaVu Sans Mono"/>
                <a:cs typeface="DejaVu Sans Mono"/>
              </a:defRPr>
            </a:lvl2pPr>
            <a:lvl3pPr algn="l">
              <a:defRPr sz="2550" b="1">
                <a:solidFill>
                  <a:srgbClr val="54DEEF"/>
                </a:solidFill>
                <a:latin typeface="DejaVu Sans Mono"/>
                <a:ea typeface="DejaVu Sans Mono"/>
                <a:cs typeface="DejaVu Sans Mono"/>
              </a:defRPr>
            </a:lvl3pPr>
            <a:lvl4pPr algn="l">
              <a:defRPr sz="2550" b="1">
                <a:solidFill>
                  <a:srgbClr val="54DEEF"/>
                </a:solidFill>
                <a:latin typeface="DejaVu Sans Mono"/>
                <a:ea typeface="DejaVu Sans Mono"/>
                <a:cs typeface="DejaVu Sans Mono"/>
              </a:defRPr>
            </a:lvl4pPr>
            <a:lvl5pPr algn="l">
              <a:defRPr sz="2550" b="1">
                <a:solidFill>
                  <a:srgbClr val="54DEEF"/>
                </a:solidFill>
                <a:latin typeface="DejaVu Sans Mono"/>
                <a:ea typeface="DejaVu Sans Mono"/>
                <a:cs typeface="DejaVu Sans Mono"/>
              </a:defRPr>
            </a:lvl5pPr>
            <a:lvl6pPr algn="l">
              <a:defRPr sz="2550" b="1">
                <a:solidFill>
                  <a:srgbClr val="54DEEF"/>
                </a:solidFill>
                <a:latin typeface="DejaVu Sans Mono"/>
                <a:ea typeface="DejaVu Sans Mono"/>
                <a:cs typeface="DejaVu Sans Mono"/>
              </a:defRPr>
            </a:lvl6pPr>
            <a:lvl7pPr algn="l">
              <a:defRPr sz="2550" b="1">
                <a:solidFill>
                  <a:srgbClr val="54DEEF"/>
                </a:solidFill>
                <a:latin typeface="DejaVu Sans Mono"/>
                <a:ea typeface="DejaVu Sans Mono"/>
                <a:cs typeface="DejaVu Sans Mono"/>
              </a:defRPr>
            </a:lvl7pPr>
            <a:lvl8pPr algn="l">
              <a:defRPr sz="2550" b="1">
                <a:solidFill>
                  <a:srgbClr val="54DEEF"/>
                </a:solidFill>
                <a:latin typeface="DejaVu Sans Mono"/>
                <a:ea typeface="DejaVu Sans Mono"/>
                <a:cs typeface="DejaVu Sans Mono"/>
              </a:defRPr>
            </a:lvl8pPr>
            <a:lvl9pPr algn="l">
              <a:defRPr sz="2550" b="1">
                <a:solidFill>
                  <a:srgbClr val="54DEEF"/>
                </a:solidFill>
                <a:latin typeface="DejaVu Sans Mono"/>
                <a:ea typeface="DejaVu Sans Mono"/>
                <a:cs typeface="DejaVu Sans Mono"/>
              </a:defRPr>
            </a:lvl9pPr>
          </a:lstStyle>
          <a:p xmlns:a="http://schemas.openxmlformats.org/drawingml/2006/main">
            <a:pPr algn="l">
              <a:defRPr sz="2550" b="1">
                <a:solidFill>
                  <a:srgbClr val="54DEEF"/>
                </a:solidFill>
                <a:latin typeface="DejaVu Sans Mono"/>
                <a:ea typeface="DejaVu Sans Mono"/>
                <a:cs typeface="DejaVu Sans Mono"/>
              </a:defRPr>
            </a:pPr>
            <a:r>
              <a:rPr sz="2550" b="1">
                <a:solidFill>
                  <a:srgbClr val="54DEEF"/>
                </a:solidFill>
                <a:latin typeface="DejaVu Sans Mono"/>
                <a:ea typeface="DejaVu Sans Mono"/>
                <a:cs typeface="DejaVu Sans Mono"/>
              </a:rPr>
              <a:t>III.</a:t>
            </a:r>
          </a:p>
        </p:txBody>
      </p:sp>
      <p:sp>
        <p:nvSpPr>
          <p:cNvPr id="8" name="agenda-item">
            <a:extLst xmlns:a="http://schemas.openxmlformats.org/drawingml/2006/main">
              <a:ext uri="{FF2B5EF4-FFF2-40B4-BE49-F238E27FC236}">
                <a16:creationId xmlns:a16="http://schemas.microsoft.com/office/drawing/2014/main" id="{58999492-D800-404F-AC8F-74FB25A0851A}"/>
              </a:ext>
            </a:extLst>
          </p:cNvPr>
          <p:cNvSpPr>
            <a:spLocks xmlns:a="http://schemas.openxmlformats.org/drawingml/2006/main" noGrp="1"/>
          </p:cNvSpPr>
          <p:nvPr/>
        </p:nvSpPr>
        <p:spPr>
          <a:xfrm xmlns:a="http://schemas.openxmlformats.org/drawingml/2006/main">
            <a:off x="4857750" y="3114675"/>
            <a:ext cx="9525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F1F7FC"/>
                </a:solidFill>
                <a:latin typeface="DejaVu Sans"/>
                <a:ea typeface="DejaVu Sans"/>
                <a:cs typeface="DejaVu Sans"/>
              </a:defRPr>
            </a:defPPr>
            <a:lvl1pPr algn="l">
              <a:defRPr sz="2550" b="0">
                <a:solidFill>
                  <a:srgbClr val="F1F7FC"/>
                </a:solidFill>
                <a:latin typeface="DejaVu Sans"/>
                <a:ea typeface="DejaVu Sans"/>
                <a:cs typeface="DejaVu Sans"/>
              </a:defRPr>
            </a:lvl1pPr>
            <a:lvl2pPr algn="l">
              <a:defRPr sz="2550" b="0">
                <a:solidFill>
                  <a:srgbClr val="F1F7FC"/>
                </a:solidFill>
                <a:latin typeface="DejaVu Sans"/>
                <a:ea typeface="DejaVu Sans"/>
                <a:cs typeface="DejaVu Sans"/>
              </a:defRPr>
            </a:lvl2pPr>
            <a:lvl3pPr algn="l">
              <a:defRPr sz="2550" b="0">
                <a:solidFill>
                  <a:srgbClr val="F1F7FC"/>
                </a:solidFill>
                <a:latin typeface="DejaVu Sans"/>
                <a:ea typeface="DejaVu Sans"/>
                <a:cs typeface="DejaVu Sans"/>
              </a:defRPr>
            </a:lvl3pPr>
            <a:lvl4pPr algn="l">
              <a:defRPr sz="2550" b="0">
                <a:solidFill>
                  <a:srgbClr val="F1F7FC"/>
                </a:solidFill>
                <a:latin typeface="DejaVu Sans"/>
                <a:ea typeface="DejaVu Sans"/>
                <a:cs typeface="DejaVu Sans"/>
              </a:defRPr>
            </a:lvl4pPr>
            <a:lvl5pPr algn="l">
              <a:defRPr sz="2550" b="0">
                <a:solidFill>
                  <a:srgbClr val="F1F7FC"/>
                </a:solidFill>
                <a:latin typeface="DejaVu Sans"/>
                <a:ea typeface="DejaVu Sans"/>
                <a:cs typeface="DejaVu Sans"/>
              </a:defRPr>
            </a:lvl5pPr>
            <a:lvl6pPr algn="l">
              <a:defRPr sz="2550" b="0">
                <a:solidFill>
                  <a:srgbClr val="F1F7FC"/>
                </a:solidFill>
                <a:latin typeface="DejaVu Sans"/>
                <a:ea typeface="DejaVu Sans"/>
                <a:cs typeface="DejaVu Sans"/>
              </a:defRPr>
            </a:lvl6pPr>
            <a:lvl7pPr algn="l">
              <a:defRPr sz="2550" b="0">
                <a:solidFill>
                  <a:srgbClr val="F1F7FC"/>
                </a:solidFill>
                <a:latin typeface="DejaVu Sans"/>
                <a:ea typeface="DejaVu Sans"/>
                <a:cs typeface="DejaVu Sans"/>
              </a:defRPr>
            </a:lvl7pPr>
            <a:lvl8pPr algn="l">
              <a:defRPr sz="2550" b="0">
                <a:solidFill>
                  <a:srgbClr val="F1F7FC"/>
                </a:solidFill>
                <a:latin typeface="DejaVu Sans"/>
                <a:ea typeface="DejaVu Sans"/>
                <a:cs typeface="DejaVu Sans"/>
              </a:defRPr>
            </a:lvl8pPr>
            <a:lvl9pPr algn="l">
              <a:defRPr sz="2550" b="0">
                <a:solidFill>
                  <a:srgbClr val="F1F7FC"/>
                </a:solidFill>
                <a:latin typeface="DejaVu Sans"/>
                <a:ea typeface="DejaVu Sans"/>
                <a:cs typeface="DejaVu Sans"/>
              </a:defRPr>
            </a:lvl9pPr>
          </a:lstStyle>
          <a:p xmlns:a="http://schemas.openxmlformats.org/drawingml/2006/main">
            <a:pPr algn="l">
              <a:defRPr sz="2550" b="0">
                <a:solidFill>
                  <a:srgbClr val="F1F7FC"/>
                </a:solidFill>
                <a:latin typeface="DejaVu Sans"/>
                <a:ea typeface="DejaVu Sans"/>
                <a:cs typeface="DejaVu Sans"/>
              </a:defRPr>
            </a:pPr>
            <a:r>
              <a:rPr sz="2550" b="0">
                <a:solidFill>
                  <a:srgbClr val="F1F7FC"/>
                </a:solidFill>
                <a:latin typeface="DejaVu Sans"/>
                <a:ea typeface="DejaVu Sans"/>
                <a:cs typeface="DejaVu Sans"/>
              </a:rPr>
              <a:t>Ausprägungen eines VPN Netzes</a:t>
            </a:r>
          </a:p>
        </p:txBody>
      </p:sp>
      <p:sp>
        <p:nvSpPr>
          <p:cNvPr id="9" name="agenda-number">
            <a:extLst xmlns:a="http://schemas.openxmlformats.org/drawingml/2006/main">
              <a:ext uri="{FF2B5EF4-FFF2-40B4-BE49-F238E27FC236}">
                <a16:creationId xmlns:a16="http://schemas.microsoft.com/office/drawing/2014/main" id="{8C85DAFB-7944-48B0-BECC-8DAD26B75E3A}"/>
              </a:ext>
            </a:extLst>
          </p:cNvPr>
          <p:cNvSpPr>
            <a:spLocks xmlns:a="http://schemas.openxmlformats.org/drawingml/2006/main" noGrp="1"/>
          </p:cNvSpPr>
          <p:nvPr/>
        </p:nvSpPr>
        <p:spPr>
          <a:xfrm xmlns:a="http://schemas.openxmlformats.org/drawingml/2006/main">
            <a:off x="3619500" y="3981450"/>
            <a:ext cx="1047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54DEEF"/>
                </a:solidFill>
                <a:latin typeface="DejaVu Sans Mono"/>
                <a:ea typeface="DejaVu Sans Mono"/>
                <a:cs typeface="DejaVu Sans Mono"/>
              </a:defRPr>
            </a:defPPr>
            <a:lvl1pPr algn="l">
              <a:defRPr sz="2550" b="1">
                <a:solidFill>
                  <a:srgbClr val="54DEEF"/>
                </a:solidFill>
                <a:latin typeface="DejaVu Sans Mono"/>
                <a:ea typeface="DejaVu Sans Mono"/>
                <a:cs typeface="DejaVu Sans Mono"/>
              </a:defRPr>
            </a:lvl1pPr>
            <a:lvl2pPr algn="l">
              <a:defRPr sz="2550" b="1">
                <a:solidFill>
                  <a:srgbClr val="54DEEF"/>
                </a:solidFill>
                <a:latin typeface="DejaVu Sans Mono"/>
                <a:ea typeface="DejaVu Sans Mono"/>
                <a:cs typeface="DejaVu Sans Mono"/>
              </a:defRPr>
            </a:lvl2pPr>
            <a:lvl3pPr algn="l">
              <a:defRPr sz="2550" b="1">
                <a:solidFill>
                  <a:srgbClr val="54DEEF"/>
                </a:solidFill>
                <a:latin typeface="DejaVu Sans Mono"/>
                <a:ea typeface="DejaVu Sans Mono"/>
                <a:cs typeface="DejaVu Sans Mono"/>
              </a:defRPr>
            </a:lvl3pPr>
            <a:lvl4pPr algn="l">
              <a:defRPr sz="2550" b="1">
                <a:solidFill>
                  <a:srgbClr val="54DEEF"/>
                </a:solidFill>
                <a:latin typeface="DejaVu Sans Mono"/>
                <a:ea typeface="DejaVu Sans Mono"/>
                <a:cs typeface="DejaVu Sans Mono"/>
              </a:defRPr>
            </a:lvl4pPr>
            <a:lvl5pPr algn="l">
              <a:defRPr sz="2550" b="1">
                <a:solidFill>
                  <a:srgbClr val="54DEEF"/>
                </a:solidFill>
                <a:latin typeface="DejaVu Sans Mono"/>
                <a:ea typeface="DejaVu Sans Mono"/>
                <a:cs typeface="DejaVu Sans Mono"/>
              </a:defRPr>
            </a:lvl5pPr>
            <a:lvl6pPr algn="l">
              <a:defRPr sz="2550" b="1">
                <a:solidFill>
                  <a:srgbClr val="54DEEF"/>
                </a:solidFill>
                <a:latin typeface="DejaVu Sans Mono"/>
                <a:ea typeface="DejaVu Sans Mono"/>
                <a:cs typeface="DejaVu Sans Mono"/>
              </a:defRPr>
            </a:lvl6pPr>
            <a:lvl7pPr algn="l">
              <a:defRPr sz="2550" b="1">
                <a:solidFill>
                  <a:srgbClr val="54DEEF"/>
                </a:solidFill>
                <a:latin typeface="DejaVu Sans Mono"/>
                <a:ea typeface="DejaVu Sans Mono"/>
                <a:cs typeface="DejaVu Sans Mono"/>
              </a:defRPr>
            </a:lvl7pPr>
            <a:lvl8pPr algn="l">
              <a:defRPr sz="2550" b="1">
                <a:solidFill>
                  <a:srgbClr val="54DEEF"/>
                </a:solidFill>
                <a:latin typeface="DejaVu Sans Mono"/>
                <a:ea typeface="DejaVu Sans Mono"/>
                <a:cs typeface="DejaVu Sans Mono"/>
              </a:defRPr>
            </a:lvl8pPr>
            <a:lvl9pPr algn="l">
              <a:defRPr sz="2550" b="1">
                <a:solidFill>
                  <a:srgbClr val="54DEEF"/>
                </a:solidFill>
                <a:latin typeface="DejaVu Sans Mono"/>
                <a:ea typeface="DejaVu Sans Mono"/>
                <a:cs typeface="DejaVu Sans Mono"/>
              </a:defRPr>
            </a:lvl9pPr>
          </a:lstStyle>
          <a:p xmlns:a="http://schemas.openxmlformats.org/drawingml/2006/main">
            <a:pPr algn="l">
              <a:defRPr sz="2550" b="1">
                <a:solidFill>
                  <a:srgbClr val="54DEEF"/>
                </a:solidFill>
                <a:latin typeface="DejaVu Sans Mono"/>
                <a:ea typeface="DejaVu Sans Mono"/>
                <a:cs typeface="DejaVu Sans Mono"/>
              </a:defRPr>
            </a:pPr>
            <a:r>
              <a:rPr sz="2550" b="1">
                <a:solidFill>
                  <a:srgbClr val="54DEEF"/>
                </a:solidFill>
                <a:latin typeface="DejaVu Sans Mono"/>
                <a:ea typeface="DejaVu Sans Mono"/>
                <a:cs typeface="DejaVu Sans Mono"/>
              </a:rPr>
              <a:t>IV.</a:t>
            </a:r>
          </a:p>
        </p:txBody>
      </p:sp>
      <p:sp>
        <p:nvSpPr>
          <p:cNvPr id="10" name="agenda-item">
            <a:extLst xmlns:a="http://schemas.openxmlformats.org/drawingml/2006/main">
              <a:ext uri="{FF2B5EF4-FFF2-40B4-BE49-F238E27FC236}">
                <a16:creationId xmlns:a16="http://schemas.microsoft.com/office/drawing/2014/main" id="{0A6B1576-34FF-4975-BF4E-1D3C8F66F676}"/>
              </a:ext>
            </a:extLst>
          </p:cNvPr>
          <p:cNvSpPr>
            <a:spLocks xmlns:a="http://schemas.openxmlformats.org/drawingml/2006/main" noGrp="1"/>
          </p:cNvSpPr>
          <p:nvPr/>
        </p:nvSpPr>
        <p:spPr>
          <a:xfrm xmlns:a="http://schemas.openxmlformats.org/drawingml/2006/main">
            <a:off x="4857750" y="3981450"/>
            <a:ext cx="9525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F1F7FC"/>
                </a:solidFill>
                <a:latin typeface="DejaVu Sans"/>
                <a:ea typeface="DejaVu Sans"/>
                <a:cs typeface="DejaVu Sans"/>
              </a:defRPr>
            </a:defPPr>
            <a:lvl1pPr algn="l">
              <a:defRPr sz="2550" b="0">
                <a:solidFill>
                  <a:srgbClr val="F1F7FC"/>
                </a:solidFill>
                <a:latin typeface="DejaVu Sans"/>
                <a:ea typeface="DejaVu Sans"/>
                <a:cs typeface="DejaVu Sans"/>
              </a:defRPr>
            </a:lvl1pPr>
            <a:lvl2pPr algn="l">
              <a:defRPr sz="2550" b="0">
                <a:solidFill>
                  <a:srgbClr val="F1F7FC"/>
                </a:solidFill>
                <a:latin typeface="DejaVu Sans"/>
                <a:ea typeface="DejaVu Sans"/>
                <a:cs typeface="DejaVu Sans"/>
              </a:defRPr>
            </a:lvl2pPr>
            <a:lvl3pPr algn="l">
              <a:defRPr sz="2550" b="0">
                <a:solidFill>
                  <a:srgbClr val="F1F7FC"/>
                </a:solidFill>
                <a:latin typeface="DejaVu Sans"/>
                <a:ea typeface="DejaVu Sans"/>
                <a:cs typeface="DejaVu Sans"/>
              </a:defRPr>
            </a:lvl3pPr>
            <a:lvl4pPr algn="l">
              <a:defRPr sz="2550" b="0">
                <a:solidFill>
                  <a:srgbClr val="F1F7FC"/>
                </a:solidFill>
                <a:latin typeface="DejaVu Sans"/>
                <a:ea typeface="DejaVu Sans"/>
                <a:cs typeface="DejaVu Sans"/>
              </a:defRPr>
            </a:lvl4pPr>
            <a:lvl5pPr algn="l">
              <a:defRPr sz="2550" b="0">
                <a:solidFill>
                  <a:srgbClr val="F1F7FC"/>
                </a:solidFill>
                <a:latin typeface="DejaVu Sans"/>
                <a:ea typeface="DejaVu Sans"/>
                <a:cs typeface="DejaVu Sans"/>
              </a:defRPr>
            </a:lvl5pPr>
            <a:lvl6pPr algn="l">
              <a:defRPr sz="2550" b="0">
                <a:solidFill>
                  <a:srgbClr val="F1F7FC"/>
                </a:solidFill>
                <a:latin typeface="DejaVu Sans"/>
                <a:ea typeface="DejaVu Sans"/>
                <a:cs typeface="DejaVu Sans"/>
              </a:defRPr>
            </a:lvl6pPr>
            <a:lvl7pPr algn="l">
              <a:defRPr sz="2550" b="0">
                <a:solidFill>
                  <a:srgbClr val="F1F7FC"/>
                </a:solidFill>
                <a:latin typeface="DejaVu Sans"/>
                <a:ea typeface="DejaVu Sans"/>
                <a:cs typeface="DejaVu Sans"/>
              </a:defRPr>
            </a:lvl7pPr>
            <a:lvl8pPr algn="l">
              <a:defRPr sz="2550" b="0">
                <a:solidFill>
                  <a:srgbClr val="F1F7FC"/>
                </a:solidFill>
                <a:latin typeface="DejaVu Sans"/>
                <a:ea typeface="DejaVu Sans"/>
                <a:cs typeface="DejaVu Sans"/>
              </a:defRPr>
            </a:lvl8pPr>
            <a:lvl9pPr algn="l">
              <a:defRPr sz="2550" b="0">
                <a:solidFill>
                  <a:srgbClr val="F1F7FC"/>
                </a:solidFill>
                <a:latin typeface="DejaVu Sans"/>
                <a:ea typeface="DejaVu Sans"/>
                <a:cs typeface="DejaVu Sans"/>
              </a:defRPr>
            </a:lvl9pPr>
          </a:lstStyle>
          <a:p xmlns:a="http://schemas.openxmlformats.org/drawingml/2006/main">
            <a:pPr algn="l">
              <a:defRPr sz="2550" b="0">
                <a:solidFill>
                  <a:srgbClr val="F1F7FC"/>
                </a:solidFill>
                <a:latin typeface="DejaVu Sans"/>
                <a:ea typeface="DejaVu Sans"/>
                <a:cs typeface="DejaVu Sans"/>
              </a:defRPr>
            </a:pPr>
            <a:r>
              <a:rPr sz="2550" b="0">
                <a:solidFill>
                  <a:srgbClr val="F1F7FC"/>
                </a:solidFill>
                <a:latin typeface="DejaVu Sans"/>
                <a:ea typeface="DejaVu Sans"/>
                <a:cs typeface="DejaVu Sans"/>
              </a:rPr>
              <a:t>Tunneling Protokolle</a:t>
            </a:r>
          </a:p>
        </p:txBody>
      </p:sp>
      <p:sp>
        <p:nvSpPr>
          <p:cNvPr id="11" name="agenda-number">
            <a:extLst xmlns:a="http://schemas.openxmlformats.org/drawingml/2006/main">
              <a:ext uri="{FF2B5EF4-FFF2-40B4-BE49-F238E27FC236}">
                <a16:creationId xmlns:a16="http://schemas.microsoft.com/office/drawing/2014/main" id="{94103AF2-117F-4C47-A212-B27EAE28995A}"/>
              </a:ext>
            </a:extLst>
          </p:cNvPr>
          <p:cNvSpPr>
            <a:spLocks xmlns:a="http://schemas.openxmlformats.org/drawingml/2006/main" noGrp="1"/>
          </p:cNvSpPr>
          <p:nvPr/>
        </p:nvSpPr>
        <p:spPr>
          <a:xfrm xmlns:a="http://schemas.openxmlformats.org/drawingml/2006/main">
            <a:off x="3619500" y="4848225"/>
            <a:ext cx="1047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54DEEF"/>
                </a:solidFill>
                <a:latin typeface="DejaVu Sans Mono"/>
                <a:ea typeface="DejaVu Sans Mono"/>
                <a:cs typeface="DejaVu Sans Mono"/>
              </a:defRPr>
            </a:defPPr>
            <a:lvl1pPr algn="l">
              <a:defRPr sz="2550" b="1">
                <a:solidFill>
                  <a:srgbClr val="54DEEF"/>
                </a:solidFill>
                <a:latin typeface="DejaVu Sans Mono"/>
                <a:ea typeface="DejaVu Sans Mono"/>
                <a:cs typeface="DejaVu Sans Mono"/>
              </a:defRPr>
            </a:lvl1pPr>
            <a:lvl2pPr algn="l">
              <a:defRPr sz="2550" b="1">
                <a:solidFill>
                  <a:srgbClr val="54DEEF"/>
                </a:solidFill>
                <a:latin typeface="DejaVu Sans Mono"/>
                <a:ea typeface="DejaVu Sans Mono"/>
                <a:cs typeface="DejaVu Sans Mono"/>
              </a:defRPr>
            </a:lvl2pPr>
            <a:lvl3pPr algn="l">
              <a:defRPr sz="2550" b="1">
                <a:solidFill>
                  <a:srgbClr val="54DEEF"/>
                </a:solidFill>
                <a:latin typeface="DejaVu Sans Mono"/>
                <a:ea typeface="DejaVu Sans Mono"/>
                <a:cs typeface="DejaVu Sans Mono"/>
              </a:defRPr>
            </a:lvl3pPr>
            <a:lvl4pPr algn="l">
              <a:defRPr sz="2550" b="1">
                <a:solidFill>
                  <a:srgbClr val="54DEEF"/>
                </a:solidFill>
                <a:latin typeface="DejaVu Sans Mono"/>
                <a:ea typeface="DejaVu Sans Mono"/>
                <a:cs typeface="DejaVu Sans Mono"/>
              </a:defRPr>
            </a:lvl4pPr>
            <a:lvl5pPr algn="l">
              <a:defRPr sz="2550" b="1">
                <a:solidFill>
                  <a:srgbClr val="54DEEF"/>
                </a:solidFill>
                <a:latin typeface="DejaVu Sans Mono"/>
                <a:ea typeface="DejaVu Sans Mono"/>
                <a:cs typeface="DejaVu Sans Mono"/>
              </a:defRPr>
            </a:lvl5pPr>
            <a:lvl6pPr algn="l">
              <a:defRPr sz="2550" b="1">
                <a:solidFill>
                  <a:srgbClr val="54DEEF"/>
                </a:solidFill>
                <a:latin typeface="DejaVu Sans Mono"/>
                <a:ea typeface="DejaVu Sans Mono"/>
                <a:cs typeface="DejaVu Sans Mono"/>
              </a:defRPr>
            </a:lvl6pPr>
            <a:lvl7pPr algn="l">
              <a:defRPr sz="2550" b="1">
                <a:solidFill>
                  <a:srgbClr val="54DEEF"/>
                </a:solidFill>
                <a:latin typeface="DejaVu Sans Mono"/>
                <a:ea typeface="DejaVu Sans Mono"/>
                <a:cs typeface="DejaVu Sans Mono"/>
              </a:defRPr>
            </a:lvl7pPr>
            <a:lvl8pPr algn="l">
              <a:defRPr sz="2550" b="1">
                <a:solidFill>
                  <a:srgbClr val="54DEEF"/>
                </a:solidFill>
                <a:latin typeface="DejaVu Sans Mono"/>
                <a:ea typeface="DejaVu Sans Mono"/>
                <a:cs typeface="DejaVu Sans Mono"/>
              </a:defRPr>
            </a:lvl8pPr>
            <a:lvl9pPr algn="l">
              <a:defRPr sz="2550" b="1">
                <a:solidFill>
                  <a:srgbClr val="54DEEF"/>
                </a:solidFill>
                <a:latin typeface="DejaVu Sans Mono"/>
                <a:ea typeface="DejaVu Sans Mono"/>
                <a:cs typeface="DejaVu Sans Mono"/>
              </a:defRPr>
            </a:lvl9pPr>
          </a:lstStyle>
          <a:p xmlns:a="http://schemas.openxmlformats.org/drawingml/2006/main">
            <a:pPr algn="l">
              <a:defRPr sz="2550" b="1">
                <a:solidFill>
                  <a:srgbClr val="54DEEF"/>
                </a:solidFill>
                <a:latin typeface="DejaVu Sans Mono"/>
                <a:ea typeface="DejaVu Sans Mono"/>
                <a:cs typeface="DejaVu Sans Mono"/>
              </a:defRPr>
            </a:pPr>
            <a:r>
              <a:rPr sz="2550" b="1">
                <a:solidFill>
                  <a:srgbClr val="54DEEF"/>
                </a:solidFill>
                <a:latin typeface="DejaVu Sans Mono"/>
                <a:ea typeface="DejaVu Sans Mono"/>
                <a:cs typeface="DejaVu Sans Mono"/>
              </a:rPr>
              <a:t>V.</a:t>
            </a:r>
          </a:p>
        </p:txBody>
      </p:sp>
      <p:sp>
        <p:nvSpPr>
          <p:cNvPr id="12" name="agenda-item">
            <a:extLst xmlns:a="http://schemas.openxmlformats.org/drawingml/2006/main">
              <a:ext uri="{FF2B5EF4-FFF2-40B4-BE49-F238E27FC236}">
                <a16:creationId xmlns:a16="http://schemas.microsoft.com/office/drawing/2014/main" id="{D14EB787-E406-478D-A81A-B834E7244D11}"/>
              </a:ext>
            </a:extLst>
          </p:cNvPr>
          <p:cNvSpPr>
            <a:spLocks xmlns:a="http://schemas.openxmlformats.org/drawingml/2006/main" noGrp="1"/>
          </p:cNvSpPr>
          <p:nvPr/>
        </p:nvSpPr>
        <p:spPr>
          <a:xfrm xmlns:a="http://schemas.openxmlformats.org/drawingml/2006/main">
            <a:off x="4857750" y="4848225"/>
            <a:ext cx="9525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F1F7FC"/>
                </a:solidFill>
                <a:latin typeface="DejaVu Sans"/>
                <a:ea typeface="DejaVu Sans"/>
                <a:cs typeface="DejaVu Sans"/>
              </a:defRPr>
            </a:defPPr>
            <a:lvl1pPr algn="l">
              <a:defRPr sz="2550" b="0">
                <a:solidFill>
                  <a:srgbClr val="F1F7FC"/>
                </a:solidFill>
                <a:latin typeface="DejaVu Sans"/>
                <a:ea typeface="DejaVu Sans"/>
                <a:cs typeface="DejaVu Sans"/>
              </a:defRPr>
            </a:lvl1pPr>
            <a:lvl2pPr algn="l">
              <a:defRPr sz="2550" b="0">
                <a:solidFill>
                  <a:srgbClr val="F1F7FC"/>
                </a:solidFill>
                <a:latin typeface="DejaVu Sans"/>
                <a:ea typeface="DejaVu Sans"/>
                <a:cs typeface="DejaVu Sans"/>
              </a:defRPr>
            </a:lvl2pPr>
            <a:lvl3pPr algn="l">
              <a:defRPr sz="2550" b="0">
                <a:solidFill>
                  <a:srgbClr val="F1F7FC"/>
                </a:solidFill>
                <a:latin typeface="DejaVu Sans"/>
                <a:ea typeface="DejaVu Sans"/>
                <a:cs typeface="DejaVu Sans"/>
              </a:defRPr>
            </a:lvl3pPr>
            <a:lvl4pPr algn="l">
              <a:defRPr sz="2550" b="0">
                <a:solidFill>
                  <a:srgbClr val="F1F7FC"/>
                </a:solidFill>
                <a:latin typeface="DejaVu Sans"/>
                <a:ea typeface="DejaVu Sans"/>
                <a:cs typeface="DejaVu Sans"/>
              </a:defRPr>
            </a:lvl4pPr>
            <a:lvl5pPr algn="l">
              <a:defRPr sz="2550" b="0">
                <a:solidFill>
                  <a:srgbClr val="F1F7FC"/>
                </a:solidFill>
                <a:latin typeface="DejaVu Sans"/>
                <a:ea typeface="DejaVu Sans"/>
                <a:cs typeface="DejaVu Sans"/>
              </a:defRPr>
            </a:lvl5pPr>
            <a:lvl6pPr algn="l">
              <a:defRPr sz="2550" b="0">
                <a:solidFill>
                  <a:srgbClr val="F1F7FC"/>
                </a:solidFill>
                <a:latin typeface="DejaVu Sans"/>
                <a:ea typeface="DejaVu Sans"/>
                <a:cs typeface="DejaVu Sans"/>
              </a:defRPr>
            </a:lvl6pPr>
            <a:lvl7pPr algn="l">
              <a:defRPr sz="2550" b="0">
                <a:solidFill>
                  <a:srgbClr val="F1F7FC"/>
                </a:solidFill>
                <a:latin typeface="DejaVu Sans"/>
                <a:ea typeface="DejaVu Sans"/>
                <a:cs typeface="DejaVu Sans"/>
              </a:defRPr>
            </a:lvl7pPr>
            <a:lvl8pPr algn="l">
              <a:defRPr sz="2550" b="0">
                <a:solidFill>
                  <a:srgbClr val="F1F7FC"/>
                </a:solidFill>
                <a:latin typeface="DejaVu Sans"/>
                <a:ea typeface="DejaVu Sans"/>
                <a:cs typeface="DejaVu Sans"/>
              </a:defRPr>
            </a:lvl8pPr>
            <a:lvl9pPr algn="l">
              <a:defRPr sz="2550" b="0">
                <a:solidFill>
                  <a:srgbClr val="F1F7FC"/>
                </a:solidFill>
                <a:latin typeface="DejaVu Sans"/>
                <a:ea typeface="DejaVu Sans"/>
                <a:cs typeface="DejaVu Sans"/>
              </a:defRPr>
            </a:lvl9pPr>
          </a:lstStyle>
          <a:p xmlns:a="http://schemas.openxmlformats.org/drawingml/2006/main">
            <a:pPr algn="l">
              <a:defRPr sz="2550" b="0">
                <a:solidFill>
                  <a:srgbClr val="F1F7FC"/>
                </a:solidFill>
                <a:latin typeface="DejaVu Sans"/>
                <a:ea typeface="DejaVu Sans"/>
                <a:cs typeface="DejaVu Sans"/>
              </a:defRPr>
            </a:pPr>
            <a:r>
              <a:rPr sz="2550" b="0">
                <a:solidFill>
                  <a:srgbClr val="F1F7FC"/>
                </a:solidFill>
                <a:latin typeface="DejaVu Sans"/>
                <a:ea typeface="DejaVu Sans"/>
                <a:cs typeface="DejaVu Sans"/>
              </a:rPr>
              <a:t>IPSec</a:t>
            </a:r>
          </a:p>
        </p:txBody>
      </p:sp>
      <p:sp>
        <p:nvSpPr>
          <p:cNvPr id="13" name="agenda-number">
            <a:extLst xmlns:a="http://schemas.openxmlformats.org/drawingml/2006/main">
              <a:ext uri="{FF2B5EF4-FFF2-40B4-BE49-F238E27FC236}">
                <a16:creationId xmlns:a16="http://schemas.microsoft.com/office/drawing/2014/main" id="{67B63BC6-4EEF-465C-937C-8CB49CAB0609}"/>
              </a:ext>
            </a:extLst>
          </p:cNvPr>
          <p:cNvSpPr>
            <a:spLocks xmlns:a="http://schemas.openxmlformats.org/drawingml/2006/main" noGrp="1"/>
          </p:cNvSpPr>
          <p:nvPr/>
        </p:nvSpPr>
        <p:spPr>
          <a:xfrm xmlns:a="http://schemas.openxmlformats.org/drawingml/2006/main">
            <a:off x="3619500" y="5715000"/>
            <a:ext cx="1047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54DEEF"/>
                </a:solidFill>
                <a:latin typeface="DejaVu Sans Mono"/>
                <a:ea typeface="DejaVu Sans Mono"/>
                <a:cs typeface="DejaVu Sans Mono"/>
              </a:defRPr>
            </a:defPPr>
            <a:lvl1pPr algn="l">
              <a:defRPr sz="2550" b="1">
                <a:solidFill>
                  <a:srgbClr val="54DEEF"/>
                </a:solidFill>
                <a:latin typeface="DejaVu Sans Mono"/>
                <a:ea typeface="DejaVu Sans Mono"/>
                <a:cs typeface="DejaVu Sans Mono"/>
              </a:defRPr>
            </a:lvl1pPr>
            <a:lvl2pPr algn="l">
              <a:defRPr sz="2550" b="1">
                <a:solidFill>
                  <a:srgbClr val="54DEEF"/>
                </a:solidFill>
                <a:latin typeface="DejaVu Sans Mono"/>
                <a:ea typeface="DejaVu Sans Mono"/>
                <a:cs typeface="DejaVu Sans Mono"/>
              </a:defRPr>
            </a:lvl2pPr>
            <a:lvl3pPr algn="l">
              <a:defRPr sz="2550" b="1">
                <a:solidFill>
                  <a:srgbClr val="54DEEF"/>
                </a:solidFill>
                <a:latin typeface="DejaVu Sans Mono"/>
                <a:ea typeface="DejaVu Sans Mono"/>
                <a:cs typeface="DejaVu Sans Mono"/>
              </a:defRPr>
            </a:lvl3pPr>
            <a:lvl4pPr algn="l">
              <a:defRPr sz="2550" b="1">
                <a:solidFill>
                  <a:srgbClr val="54DEEF"/>
                </a:solidFill>
                <a:latin typeface="DejaVu Sans Mono"/>
                <a:ea typeface="DejaVu Sans Mono"/>
                <a:cs typeface="DejaVu Sans Mono"/>
              </a:defRPr>
            </a:lvl4pPr>
            <a:lvl5pPr algn="l">
              <a:defRPr sz="2550" b="1">
                <a:solidFill>
                  <a:srgbClr val="54DEEF"/>
                </a:solidFill>
                <a:latin typeface="DejaVu Sans Mono"/>
                <a:ea typeface="DejaVu Sans Mono"/>
                <a:cs typeface="DejaVu Sans Mono"/>
              </a:defRPr>
            </a:lvl5pPr>
            <a:lvl6pPr algn="l">
              <a:defRPr sz="2550" b="1">
                <a:solidFill>
                  <a:srgbClr val="54DEEF"/>
                </a:solidFill>
                <a:latin typeface="DejaVu Sans Mono"/>
                <a:ea typeface="DejaVu Sans Mono"/>
                <a:cs typeface="DejaVu Sans Mono"/>
              </a:defRPr>
            </a:lvl6pPr>
            <a:lvl7pPr algn="l">
              <a:defRPr sz="2550" b="1">
                <a:solidFill>
                  <a:srgbClr val="54DEEF"/>
                </a:solidFill>
                <a:latin typeface="DejaVu Sans Mono"/>
                <a:ea typeface="DejaVu Sans Mono"/>
                <a:cs typeface="DejaVu Sans Mono"/>
              </a:defRPr>
            </a:lvl7pPr>
            <a:lvl8pPr algn="l">
              <a:defRPr sz="2550" b="1">
                <a:solidFill>
                  <a:srgbClr val="54DEEF"/>
                </a:solidFill>
                <a:latin typeface="DejaVu Sans Mono"/>
                <a:ea typeface="DejaVu Sans Mono"/>
                <a:cs typeface="DejaVu Sans Mono"/>
              </a:defRPr>
            </a:lvl8pPr>
            <a:lvl9pPr algn="l">
              <a:defRPr sz="2550" b="1">
                <a:solidFill>
                  <a:srgbClr val="54DEEF"/>
                </a:solidFill>
                <a:latin typeface="DejaVu Sans Mono"/>
                <a:ea typeface="DejaVu Sans Mono"/>
                <a:cs typeface="DejaVu Sans Mono"/>
              </a:defRPr>
            </a:lvl9pPr>
          </a:lstStyle>
          <a:p xmlns:a="http://schemas.openxmlformats.org/drawingml/2006/main">
            <a:pPr algn="l">
              <a:defRPr sz="2550" b="1">
                <a:solidFill>
                  <a:srgbClr val="54DEEF"/>
                </a:solidFill>
                <a:latin typeface="DejaVu Sans Mono"/>
                <a:ea typeface="DejaVu Sans Mono"/>
                <a:cs typeface="DejaVu Sans Mono"/>
              </a:defRPr>
            </a:pPr>
            <a:r>
              <a:rPr sz="2550" b="1">
                <a:solidFill>
                  <a:srgbClr val="54DEEF"/>
                </a:solidFill>
                <a:latin typeface="DejaVu Sans Mono"/>
                <a:ea typeface="DejaVu Sans Mono"/>
                <a:cs typeface="DejaVu Sans Mono"/>
              </a:rPr>
              <a:t>VI.</a:t>
            </a:r>
          </a:p>
        </p:txBody>
      </p:sp>
      <p:sp>
        <p:nvSpPr>
          <p:cNvPr id="14" name="agenda-item">
            <a:extLst xmlns:a="http://schemas.openxmlformats.org/drawingml/2006/main">
              <a:ext uri="{FF2B5EF4-FFF2-40B4-BE49-F238E27FC236}">
                <a16:creationId xmlns:a16="http://schemas.microsoft.com/office/drawing/2014/main" id="{15A0619B-6D61-41BF-8A8C-A29F36E54742}"/>
              </a:ext>
            </a:extLst>
          </p:cNvPr>
          <p:cNvSpPr>
            <a:spLocks xmlns:a="http://schemas.openxmlformats.org/drawingml/2006/main" noGrp="1"/>
          </p:cNvSpPr>
          <p:nvPr/>
        </p:nvSpPr>
        <p:spPr>
          <a:xfrm xmlns:a="http://schemas.openxmlformats.org/drawingml/2006/main">
            <a:off x="4857750" y="5715000"/>
            <a:ext cx="9525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F1F7FC"/>
                </a:solidFill>
                <a:latin typeface="DejaVu Sans"/>
                <a:ea typeface="DejaVu Sans"/>
                <a:cs typeface="DejaVu Sans"/>
              </a:defRPr>
            </a:defPPr>
            <a:lvl1pPr algn="l">
              <a:defRPr sz="2550" b="0">
                <a:solidFill>
                  <a:srgbClr val="F1F7FC"/>
                </a:solidFill>
                <a:latin typeface="DejaVu Sans"/>
                <a:ea typeface="DejaVu Sans"/>
                <a:cs typeface="DejaVu Sans"/>
              </a:defRPr>
            </a:lvl1pPr>
            <a:lvl2pPr algn="l">
              <a:defRPr sz="2550" b="0">
                <a:solidFill>
                  <a:srgbClr val="F1F7FC"/>
                </a:solidFill>
                <a:latin typeface="DejaVu Sans"/>
                <a:ea typeface="DejaVu Sans"/>
                <a:cs typeface="DejaVu Sans"/>
              </a:defRPr>
            </a:lvl2pPr>
            <a:lvl3pPr algn="l">
              <a:defRPr sz="2550" b="0">
                <a:solidFill>
                  <a:srgbClr val="F1F7FC"/>
                </a:solidFill>
                <a:latin typeface="DejaVu Sans"/>
                <a:ea typeface="DejaVu Sans"/>
                <a:cs typeface="DejaVu Sans"/>
              </a:defRPr>
            </a:lvl3pPr>
            <a:lvl4pPr algn="l">
              <a:defRPr sz="2550" b="0">
                <a:solidFill>
                  <a:srgbClr val="F1F7FC"/>
                </a:solidFill>
                <a:latin typeface="DejaVu Sans"/>
                <a:ea typeface="DejaVu Sans"/>
                <a:cs typeface="DejaVu Sans"/>
              </a:defRPr>
            </a:lvl4pPr>
            <a:lvl5pPr algn="l">
              <a:defRPr sz="2550" b="0">
                <a:solidFill>
                  <a:srgbClr val="F1F7FC"/>
                </a:solidFill>
                <a:latin typeface="DejaVu Sans"/>
                <a:ea typeface="DejaVu Sans"/>
                <a:cs typeface="DejaVu Sans"/>
              </a:defRPr>
            </a:lvl5pPr>
            <a:lvl6pPr algn="l">
              <a:defRPr sz="2550" b="0">
                <a:solidFill>
                  <a:srgbClr val="F1F7FC"/>
                </a:solidFill>
                <a:latin typeface="DejaVu Sans"/>
                <a:ea typeface="DejaVu Sans"/>
                <a:cs typeface="DejaVu Sans"/>
              </a:defRPr>
            </a:lvl6pPr>
            <a:lvl7pPr algn="l">
              <a:defRPr sz="2550" b="0">
                <a:solidFill>
                  <a:srgbClr val="F1F7FC"/>
                </a:solidFill>
                <a:latin typeface="DejaVu Sans"/>
                <a:ea typeface="DejaVu Sans"/>
                <a:cs typeface="DejaVu Sans"/>
              </a:defRPr>
            </a:lvl7pPr>
            <a:lvl8pPr algn="l">
              <a:defRPr sz="2550" b="0">
                <a:solidFill>
                  <a:srgbClr val="F1F7FC"/>
                </a:solidFill>
                <a:latin typeface="DejaVu Sans"/>
                <a:ea typeface="DejaVu Sans"/>
                <a:cs typeface="DejaVu Sans"/>
              </a:defRPr>
            </a:lvl8pPr>
            <a:lvl9pPr algn="l">
              <a:defRPr sz="2550" b="0">
                <a:solidFill>
                  <a:srgbClr val="F1F7FC"/>
                </a:solidFill>
                <a:latin typeface="DejaVu Sans"/>
                <a:ea typeface="DejaVu Sans"/>
                <a:cs typeface="DejaVu Sans"/>
              </a:defRPr>
            </a:lvl9pPr>
          </a:lstStyle>
          <a:p xmlns:a="http://schemas.openxmlformats.org/drawingml/2006/main">
            <a:pPr algn="l">
              <a:defRPr sz="2550" b="0">
                <a:solidFill>
                  <a:srgbClr val="F1F7FC"/>
                </a:solidFill>
                <a:latin typeface="DejaVu Sans"/>
                <a:ea typeface="DejaVu Sans"/>
                <a:cs typeface="DejaVu Sans"/>
              </a:defRPr>
            </a:pPr>
            <a:r>
              <a:rPr sz="2550" b="0">
                <a:solidFill>
                  <a:srgbClr val="F1F7FC"/>
                </a:solidFill>
                <a:latin typeface="DejaVu Sans"/>
                <a:ea typeface="DejaVu Sans"/>
                <a:cs typeface="DejaVu Sans"/>
              </a:rPr>
              <a:t>VPN in Verbindung mit einer Firewall</a:t>
            </a:r>
          </a:p>
        </p:txBody>
      </p:sp>
      <p:sp>
        <p:nvSpPr>
          <p:cNvPr id="15" name="agenda-number">
            <a:extLst xmlns:a="http://schemas.openxmlformats.org/drawingml/2006/main">
              <a:ext uri="{FF2B5EF4-FFF2-40B4-BE49-F238E27FC236}">
                <a16:creationId xmlns:a16="http://schemas.microsoft.com/office/drawing/2014/main" id="{6A345B99-738E-405A-975B-7BB2E3FCC98B}"/>
              </a:ext>
            </a:extLst>
          </p:cNvPr>
          <p:cNvSpPr>
            <a:spLocks xmlns:a="http://schemas.openxmlformats.org/drawingml/2006/main" noGrp="1"/>
          </p:cNvSpPr>
          <p:nvPr/>
        </p:nvSpPr>
        <p:spPr>
          <a:xfrm xmlns:a="http://schemas.openxmlformats.org/drawingml/2006/main">
            <a:off x="3619500" y="6581775"/>
            <a:ext cx="1047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54DEEF"/>
                </a:solidFill>
                <a:latin typeface="DejaVu Sans Mono"/>
                <a:ea typeface="DejaVu Sans Mono"/>
                <a:cs typeface="DejaVu Sans Mono"/>
              </a:defRPr>
            </a:defPPr>
            <a:lvl1pPr algn="l">
              <a:defRPr sz="2550" b="1">
                <a:solidFill>
                  <a:srgbClr val="54DEEF"/>
                </a:solidFill>
                <a:latin typeface="DejaVu Sans Mono"/>
                <a:ea typeface="DejaVu Sans Mono"/>
                <a:cs typeface="DejaVu Sans Mono"/>
              </a:defRPr>
            </a:lvl1pPr>
            <a:lvl2pPr algn="l">
              <a:defRPr sz="2550" b="1">
                <a:solidFill>
                  <a:srgbClr val="54DEEF"/>
                </a:solidFill>
                <a:latin typeface="DejaVu Sans Mono"/>
                <a:ea typeface="DejaVu Sans Mono"/>
                <a:cs typeface="DejaVu Sans Mono"/>
              </a:defRPr>
            </a:lvl2pPr>
            <a:lvl3pPr algn="l">
              <a:defRPr sz="2550" b="1">
                <a:solidFill>
                  <a:srgbClr val="54DEEF"/>
                </a:solidFill>
                <a:latin typeface="DejaVu Sans Mono"/>
                <a:ea typeface="DejaVu Sans Mono"/>
                <a:cs typeface="DejaVu Sans Mono"/>
              </a:defRPr>
            </a:lvl3pPr>
            <a:lvl4pPr algn="l">
              <a:defRPr sz="2550" b="1">
                <a:solidFill>
                  <a:srgbClr val="54DEEF"/>
                </a:solidFill>
                <a:latin typeface="DejaVu Sans Mono"/>
                <a:ea typeface="DejaVu Sans Mono"/>
                <a:cs typeface="DejaVu Sans Mono"/>
              </a:defRPr>
            </a:lvl4pPr>
            <a:lvl5pPr algn="l">
              <a:defRPr sz="2550" b="1">
                <a:solidFill>
                  <a:srgbClr val="54DEEF"/>
                </a:solidFill>
                <a:latin typeface="DejaVu Sans Mono"/>
                <a:ea typeface="DejaVu Sans Mono"/>
                <a:cs typeface="DejaVu Sans Mono"/>
              </a:defRPr>
            </a:lvl5pPr>
            <a:lvl6pPr algn="l">
              <a:defRPr sz="2550" b="1">
                <a:solidFill>
                  <a:srgbClr val="54DEEF"/>
                </a:solidFill>
                <a:latin typeface="DejaVu Sans Mono"/>
                <a:ea typeface="DejaVu Sans Mono"/>
                <a:cs typeface="DejaVu Sans Mono"/>
              </a:defRPr>
            </a:lvl6pPr>
            <a:lvl7pPr algn="l">
              <a:defRPr sz="2550" b="1">
                <a:solidFill>
                  <a:srgbClr val="54DEEF"/>
                </a:solidFill>
                <a:latin typeface="DejaVu Sans Mono"/>
                <a:ea typeface="DejaVu Sans Mono"/>
                <a:cs typeface="DejaVu Sans Mono"/>
              </a:defRPr>
            </a:lvl7pPr>
            <a:lvl8pPr algn="l">
              <a:defRPr sz="2550" b="1">
                <a:solidFill>
                  <a:srgbClr val="54DEEF"/>
                </a:solidFill>
                <a:latin typeface="DejaVu Sans Mono"/>
                <a:ea typeface="DejaVu Sans Mono"/>
                <a:cs typeface="DejaVu Sans Mono"/>
              </a:defRPr>
            </a:lvl8pPr>
            <a:lvl9pPr algn="l">
              <a:defRPr sz="2550" b="1">
                <a:solidFill>
                  <a:srgbClr val="54DEEF"/>
                </a:solidFill>
                <a:latin typeface="DejaVu Sans Mono"/>
                <a:ea typeface="DejaVu Sans Mono"/>
                <a:cs typeface="DejaVu Sans Mono"/>
              </a:defRPr>
            </a:lvl9pPr>
          </a:lstStyle>
          <a:p xmlns:a="http://schemas.openxmlformats.org/drawingml/2006/main">
            <a:pPr algn="l">
              <a:defRPr sz="2550" b="1">
                <a:solidFill>
                  <a:srgbClr val="54DEEF"/>
                </a:solidFill>
                <a:latin typeface="DejaVu Sans Mono"/>
                <a:ea typeface="DejaVu Sans Mono"/>
                <a:cs typeface="DejaVu Sans Mono"/>
              </a:defRPr>
            </a:pPr>
            <a:r>
              <a:rPr sz="2550" b="1">
                <a:solidFill>
                  <a:srgbClr val="54DEEF"/>
                </a:solidFill>
                <a:latin typeface="DejaVu Sans Mono"/>
                <a:ea typeface="DejaVu Sans Mono"/>
                <a:cs typeface="DejaVu Sans Mono"/>
              </a:rPr>
              <a:t>VII.</a:t>
            </a:r>
          </a:p>
        </p:txBody>
      </p:sp>
      <p:sp>
        <p:nvSpPr>
          <p:cNvPr id="16" name="agenda-item">
            <a:extLst xmlns:a="http://schemas.openxmlformats.org/drawingml/2006/main">
              <a:ext uri="{FF2B5EF4-FFF2-40B4-BE49-F238E27FC236}">
                <a16:creationId xmlns:a16="http://schemas.microsoft.com/office/drawing/2014/main" id="{9F2B140D-FDB1-475C-8468-F659B6E62E90}"/>
              </a:ext>
            </a:extLst>
          </p:cNvPr>
          <p:cNvSpPr>
            <a:spLocks xmlns:a="http://schemas.openxmlformats.org/drawingml/2006/main" noGrp="1"/>
          </p:cNvSpPr>
          <p:nvPr/>
        </p:nvSpPr>
        <p:spPr>
          <a:xfrm xmlns:a="http://schemas.openxmlformats.org/drawingml/2006/main">
            <a:off x="4857750" y="6581775"/>
            <a:ext cx="9525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F1F7FC"/>
                </a:solidFill>
                <a:latin typeface="DejaVu Sans"/>
                <a:ea typeface="DejaVu Sans"/>
                <a:cs typeface="DejaVu Sans"/>
              </a:defRPr>
            </a:defPPr>
            <a:lvl1pPr algn="l">
              <a:defRPr sz="2550" b="0">
                <a:solidFill>
                  <a:srgbClr val="F1F7FC"/>
                </a:solidFill>
                <a:latin typeface="DejaVu Sans"/>
                <a:ea typeface="DejaVu Sans"/>
                <a:cs typeface="DejaVu Sans"/>
              </a:defRPr>
            </a:lvl1pPr>
            <a:lvl2pPr algn="l">
              <a:defRPr sz="2550" b="0">
                <a:solidFill>
                  <a:srgbClr val="F1F7FC"/>
                </a:solidFill>
                <a:latin typeface="DejaVu Sans"/>
                <a:ea typeface="DejaVu Sans"/>
                <a:cs typeface="DejaVu Sans"/>
              </a:defRPr>
            </a:lvl2pPr>
            <a:lvl3pPr algn="l">
              <a:defRPr sz="2550" b="0">
                <a:solidFill>
                  <a:srgbClr val="F1F7FC"/>
                </a:solidFill>
                <a:latin typeface="DejaVu Sans"/>
                <a:ea typeface="DejaVu Sans"/>
                <a:cs typeface="DejaVu Sans"/>
              </a:defRPr>
            </a:lvl3pPr>
            <a:lvl4pPr algn="l">
              <a:defRPr sz="2550" b="0">
                <a:solidFill>
                  <a:srgbClr val="F1F7FC"/>
                </a:solidFill>
                <a:latin typeface="DejaVu Sans"/>
                <a:ea typeface="DejaVu Sans"/>
                <a:cs typeface="DejaVu Sans"/>
              </a:defRPr>
            </a:lvl4pPr>
            <a:lvl5pPr algn="l">
              <a:defRPr sz="2550" b="0">
                <a:solidFill>
                  <a:srgbClr val="F1F7FC"/>
                </a:solidFill>
                <a:latin typeface="DejaVu Sans"/>
                <a:ea typeface="DejaVu Sans"/>
                <a:cs typeface="DejaVu Sans"/>
              </a:defRPr>
            </a:lvl5pPr>
            <a:lvl6pPr algn="l">
              <a:defRPr sz="2550" b="0">
                <a:solidFill>
                  <a:srgbClr val="F1F7FC"/>
                </a:solidFill>
                <a:latin typeface="DejaVu Sans"/>
                <a:ea typeface="DejaVu Sans"/>
                <a:cs typeface="DejaVu Sans"/>
              </a:defRPr>
            </a:lvl6pPr>
            <a:lvl7pPr algn="l">
              <a:defRPr sz="2550" b="0">
                <a:solidFill>
                  <a:srgbClr val="F1F7FC"/>
                </a:solidFill>
                <a:latin typeface="DejaVu Sans"/>
                <a:ea typeface="DejaVu Sans"/>
                <a:cs typeface="DejaVu Sans"/>
              </a:defRPr>
            </a:lvl7pPr>
            <a:lvl8pPr algn="l">
              <a:defRPr sz="2550" b="0">
                <a:solidFill>
                  <a:srgbClr val="F1F7FC"/>
                </a:solidFill>
                <a:latin typeface="DejaVu Sans"/>
                <a:ea typeface="DejaVu Sans"/>
                <a:cs typeface="DejaVu Sans"/>
              </a:defRPr>
            </a:lvl8pPr>
            <a:lvl9pPr algn="l">
              <a:defRPr sz="2550" b="0">
                <a:solidFill>
                  <a:srgbClr val="F1F7FC"/>
                </a:solidFill>
                <a:latin typeface="DejaVu Sans"/>
                <a:ea typeface="DejaVu Sans"/>
                <a:cs typeface="DejaVu Sans"/>
              </a:defRPr>
            </a:lvl9pPr>
          </a:lstStyle>
          <a:p xmlns:a="http://schemas.openxmlformats.org/drawingml/2006/main">
            <a:pPr algn="l">
              <a:defRPr sz="2550" b="0">
                <a:solidFill>
                  <a:srgbClr val="F1F7FC"/>
                </a:solidFill>
                <a:latin typeface="DejaVu Sans"/>
                <a:ea typeface="DejaVu Sans"/>
                <a:cs typeface="DejaVu Sans"/>
              </a:defRPr>
            </a:pPr>
            <a:r>
              <a:rPr sz="2550" b="0">
                <a:solidFill>
                  <a:srgbClr val="F1F7FC"/>
                </a:solidFill>
                <a:latin typeface="DejaVu Sans"/>
                <a:ea typeface="DejaVu Sans"/>
                <a:cs typeface="DejaVu Sans"/>
              </a:rPr>
              <a:t>Fazit</a:t>
            </a:r>
          </a:p>
        </p:txBody>
      </p:sp>
    </p:spTree>
    <p:extLst>
      <p:ext uri="{BB962C8B-B14F-4D97-AF65-F5344CB8AC3E}">
        <p14:creationId xmlns:p14="http://schemas.microsoft.com/office/powerpoint/2010/main" val="1679342550"/>
      </p:ext>
    </p:extLst>
  </p:cSld>
</p:sld>
</file>

<file path=ppt/slides/slide3.xml><?xml version="1.0" encoding="utf-8"?>
<p:sld xmlns:p="http://schemas.openxmlformats.org/presentationml/2006/main">
  <p:cSld>
    <p:bg>
      <p:bgPr>
        <a:solidFill xmlns:a="http://schemas.openxmlformats.org/drawingml/2006/main">
          <a:srgbClr val="081522"/>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0120B8D1-9C4E-4518-B0FF-BBECEED482AB}"/>
              </a:ext>
            </a:extLst>
          </p:cNvPr>
          <p:cNvPicPr>
            <a:picLocks xmlns:a="http://schemas.openxmlformats.org/drawingml/2006/main" noChangeAspect="1"/>
          </p:cNvPicPr>
          <p:nvPr/>
        </p:nvPicPr>
        <p:blipFill>
          <a:blip xmlns:r="http://schemas.openxmlformats.org/officeDocument/2006/relationships" xmlns:a="http://schemas.openxmlformats.org/drawingml/2006/main" r:embed="Rc54acf58627c444d"/>
          <a:srcRect xmlns:a="http://schemas.openxmlformats.org/drawingml/2006/main" l="0" t="27" r="0" b="27"/>
          <a:stretch xmlns:a="http://schemas.openxmlformats.org/drawingml/2006/main">
            <a:fillRect l="0" t="0" r="0" b="0"/>
          </a:stretch>
        </p:blipFill>
        <p:spPr>
          <a:xfrm xmlns:a="http://schemas.openxmlformats.org/drawingml/2006/main">
            <a:off x="0" y="0"/>
            <a:ext cx="15240000" cy="8572500"/>
          </a:xfrm>
          <a:prstGeom xmlns:a="http://schemas.openxmlformats.org/drawingml/2006/main" prst="rect">
            <a:avLst/>
          </a:prstGeom>
        </p:spPr>
      </p:pic>
      <p:sp>
        <p:nvSpPr>
          <p:cNvPr id="2" name="agenda-heading">
            <a:extLst xmlns:a="http://schemas.openxmlformats.org/drawingml/2006/main">
              <a:ext uri="{FF2B5EF4-FFF2-40B4-BE49-F238E27FC236}">
                <a16:creationId xmlns:a16="http://schemas.microsoft.com/office/drawing/2014/main" id="{19DAF24A-0C5F-46EF-9CD0-4C1CF707FE71}"/>
              </a:ext>
            </a:extLst>
          </p:cNvPr>
          <p:cNvSpPr>
            <a:spLocks xmlns:a="http://schemas.openxmlformats.org/drawingml/2006/main" noGrp="1"/>
          </p:cNvSpPr>
          <p:nvPr/>
        </p:nvSpPr>
        <p:spPr>
          <a:xfrm xmlns:a="http://schemas.openxmlformats.org/drawingml/2006/main">
            <a:off x="400050" y="638175"/>
            <a:ext cx="2333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54DEEF"/>
                </a:solidFill>
                <a:latin typeface="DejaVu Sans Mono"/>
                <a:ea typeface="DejaVu Sans Mono"/>
                <a:cs typeface="DejaVu Sans Mono"/>
              </a:defRPr>
            </a:defPPr>
            <a:lvl1pPr algn="l">
              <a:defRPr sz="1875" b="1">
                <a:solidFill>
                  <a:srgbClr val="54DEEF"/>
                </a:solidFill>
                <a:latin typeface="DejaVu Sans Mono"/>
                <a:ea typeface="DejaVu Sans Mono"/>
                <a:cs typeface="DejaVu Sans Mono"/>
              </a:defRPr>
            </a:lvl1pPr>
            <a:lvl2pPr algn="l">
              <a:defRPr sz="1875" b="1">
                <a:solidFill>
                  <a:srgbClr val="54DEEF"/>
                </a:solidFill>
                <a:latin typeface="DejaVu Sans Mono"/>
                <a:ea typeface="DejaVu Sans Mono"/>
                <a:cs typeface="DejaVu Sans Mono"/>
              </a:defRPr>
            </a:lvl2pPr>
            <a:lvl3pPr algn="l">
              <a:defRPr sz="1875" b="1">
                <a:solidFill>
                  <a:srgbClr val="54DEEF"/>
                </a:solidFill>
                <a:latin typeface="DejaVu Sans Mono"/>
                <a:ea typeface="DejaVu Sans Mono"/>
                <a:cs typeface="DejaVu Sans Mono"/>
              </a:defRPr>
            </a:lvl3pPr>
            <a:lvl4pPr algn="l">
              <a:defRPr sz="1875" b="1">
                <a:solidFill>
                  <a:srgbClr val="54DEEF"/>
                </a:solidFill>
                <a:latin typeface="DejaVu Sans Mono"/>
                <a:ea typeface="DejaVu Sans Mono"/>
                <a:cs typeface="DejaVu Sans Mono"/>
              </a:defRPr>
            </a:lvl4pPr>
            <a:lvl5pPr algn="l">
              <a:defRPr sz="1875" b="1">
                <a:solidFill>
                  <a:srgbClr val="54DEEF"/>
                </a:solidFill>
                <a:latin typeface="DejaVu Sans Mono"/>
                <a:ea typeface="DejaVu Sans Mono"/>
                <a:cs typeface="DejaVu Sans Mono"/>
              </a:defRPr>
            </a:lvl5pPr>
            <a:lvl6pPr algn="l">
              <a:defRPr sz="1875" b="1">
                <a:solidFill>
                  <a:srgbClr val="54DEEF"/>
                </a:solidFill>
                <a:latin typeface="DejaVu Sans Mono"/>
                <a:ea typeface="DejaVu Sans Mono"/>
                <a:cs typeface="DejaVu Sans Mono"/>
              </a:defRPr>
            </a:lvl6pPr>
            <a:lvl7pPr algn="l">
              <a:defRPr sz="1875" b="1">
                <a:solidFill>
                  <a:srgbClr val="54DEEF"/>
                </a:solidFill>
                <a:latin typeface="DejaVu Sans Mono"/>
                <a:ea typeface="DejaVu Sans Mono"/>
                <a:cs typeface="DejaVu Sans Mono"/>
              </a:defRPr>
            </a:lvl7pPr>
            <a:lvl8pPr algn="l">
              <a:defRPr sz="1875" b="1">
                <a:solidFill>
                  <a:srgbClr val="54DEEF"/>
                </a:solidFill>
                <a:latin typeface="DejaVu Sans Mono"/>
                <a:ea typeface="DejaVu Sans Mono"/>
                <a:cs typeface="DejaVu Sans Mono"/>
              </a:defRPr>
            </a:lvl8pPr>
            <a:lvl9pPr algn="l">
              <a:defRPr sz="1875" b="1">
                <a:solidFill>
                  <a:srgbClr val="54DEEF"/>
                </a:solidFill>
                <a:latin typeface="DejaVu Sans Mono"/>
                <a:ea typeface="DejaVu Sans Mono"/>
                <a:cs typeface="DejaVu Sans Mono"/>
              </a:defRPr>
            </a:lvl9pPr>
          </a:lstStyle>
          <a:p xmlns:a="http://schemas.openxmlformats.org/drawingml/2006/main">
            <a:pPr algn="l">
              <a:defRPr sz="1875" b="1">
                <a:solidFill>
                  <a:srgbClr val="54DEEF"/>
                </a:solidFill>
                <a:latin typeface="DejaVu Sans Mono"/>
                <a:ea typeface="DejaVu Sans Mono"/>
                <a:cs typeface="DejaVu Sans Mono"/>
              </a:defRPr>
            </a:pPr>
            <a:r>
              <a:rPr sz="1875" b="1">
                <a:solidFill>
                  <a:srgbClr val="54DEEF"/>
                </a:solidFill>
                <a:latin typeface="DejaVu Sans Mono"/>
                <a:ea typeface="DejaVu Sans Mono"/>
                <a:cs typeface="DejaVu Sans Mono"/>
              </a:rPr>
              <a:t>Agenda:</a:t>
            </a:r>
          </a:p>
        </p:txBody>
      </p:sp>
      <p:sp>
        <p:nvSpPr>
          <p:cNvPr id="3" name="agenda-item">
            <a:extLst xmlns:a="http://schemas.openxmlformats.org/drawingml/2006/main">
              <a:ext uri="{FF2B5EF4-FFF2-40B4-BE49-F238E27FC236}">
                <a16:creationId xmlns:a16="http://schemas.microsoft.com/office/drawing/2014/main" id="{48AD92BD-670F-45AE-A9CB-CCBB35B00B27}"/>
              </a:ext>
            </a:extLst>
          </p:cNvPr>
          <p:cNvSpPr>
            <a:spLocks xmlns:a="http://schemas.openxmlformats.org/drawingml/2006/main" noGrp="1"/>
          </p:cNvSpPr>
          <p:nvPr/>
        </p:nvSpPr>
        <p:spPr>
          <a:xfrm xmlns:a="http://schemas.openxmlformats.org/drawingml/2006/main">
            <a:off x="400050" y="142875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54DEEF"/>
                </a:solidFill>
                <a:latin typeface="DejaVu Sans"/>
                <a:ea typeface="DejaVu Sans"/>
                <a:cs typeface="DejaVu Sans"/>
              </a:defRPr>
            </a:defPPr>
            <a:lvl1pPr algn="l">
              <a:defRPr sz="1575" b="1">
                <a:solidFill>
                  <a:srgbClr val="54DEEF"/>
                </a:solidFill>
                <a:latin typeface="DejaVu Sans"/>
                <a:ea typeface="DejaVu Sans"/>
                <a:cs typeface="DejaVu Sans"/>
              </a:defRPr>
            </a:lvl1pPr>
            <a:lvl2pPr algn="l">
              <a:defRPr sz="1575" b="1">
                <a:solidFill>
                  <a:srgbClr val="54DEEF"/>
                </a:solidFill>
                <a:latin typeface="DejaVu Sans"/>
                <a:ea typeface="DejaVu Sans"/>
                <a:cs typeface="DejaVu Sans"/>
              </a:defRPr>
            </a:lvl2pPr>
            <a:lvl3pPr algn="l">
              <a:defRPr sz="1575" b="1">
                <a:solidFill>
                  <a:srgbClr val="54DEEF"/>
                </a:solidFill>
                <a:latin typeface="DejaVu Sans"/>
                <a:ea typeface="DejaVu Sans"/>
                <a:cs typeface="DejaVu Sans"/>
              </a:defRPr>
            </a:lvl3pPr>
            <a:lvl4pPr algn="l">
              <a:defRPr sz="1575" b="1">
                <a:solidFill>
                  <a:srgbClr val="54DEEF"/>
                </a:solidFill>
                <a:latin typeface="DejaVu Sans"/>
                <a:ea typeface="DejaVu Sans"/>
                <a:cs typeface="DejaVu Sans"/>
              </a:defRPr>
            </a:lvl4pPr>
            <a:lvl5pPr algn="l">
              <a:defRPr sz="1575" b="1">
                <a:solidFill>
                  <a:srgbClr val="54DEEF"/>
                </a:solidFill>
                <a:latin typeface="DejaVu Sans"/>
                <a:ea typeface="DejaVu Sans"/>
                <a:cs typeface="DejaVu Sans"/>
              </a:defRPr>
            </a:lvl5pPr>
            <a:lvl6pPr algn="l">
              <a:defRPr sz="1575" b="1">
                <a:solidFill>
                  <a:srgbClr val="54DEEF"/>
                </a:solidFill>
                <a:latin typeface="DejaVu Sans"/>
                <a:ea typeface="DejaVu Sans"/>
                <a:cs typeface="DejaVu Sans"/>
              </a:defRPr>
            </a:lvl6pPr>
            <a:lvl7pPr algn="l">
              <a:defRPr sz="1575" b="1">
                <a:solidFill>
                  <a:srgbClr val="54DEEF"/>
                </a:solidFill>
                <a:latin typeface="DejaVu Sans"/>
                <a:ea typeface="DejaVu Sans"/>
                <a:cs typeface="DejaVu Sans"/>
              </a:defRPr>
            </a:lvl7pPr>
            <a:lvl8pPr algn="l">
              <a:defRPr sz="1575" b="1">
                <a:solidFill>
                  <a:srgbClr val="54DEEF"/>
                </a:solidFill>
                <a:latin typeface="DejaVu Sans"/>
                <a:ea typeface="DejaVu Sans"/>
                <a:cs typeface="DejaVu Sans"/>
              </a:defRPr>
            </a:lvl8pPr>
            <a:lvl9pPr algn="l">
              <a:defRPr sz="1575" b="1">
                <a:solidFill>
                  <a:srgbClr val="54DEEF"/>
                </a:solidFill>
                <a:latin typeface="DejaVu Sans"/>
                <a:ea typeface="DejaVu Sans"/>
                <a:cs typeface="DejaVu Sans"/>
              </a:defRPr>
            </a:lvl9pPr>
          </a:lstStyle>
          <a:p xmlns:a="http://schemas.openxmlformats.org/drawingml/2006/main">
            <a:pPr algn="l">
              <a:defRPr sz="1575" b="1">
                <a:solidFill>
                  <a:srgbClr val="54DEEF"/>
                </a:solidFill>
                <a:latin typeface="DejaVu Sans"/>
                <a:ea typeface="DejaVu Sans"/>
                <a:cs typeface="DejaVu Sans"/>
              </a:defRPr>
            </a:pPr>
            <a:r>
              <a:rPr sz="1575" b="1">
                <a:solidFill>
                  <a:srgbClr val="54DEEF"/>
                </a:solidFill>
                <a:latin typeface="DejaVu Sans"/>
                <a:ea typeface="DejaVu Sans"/>
                <a:cs typeface="DejaVu Sans"/>
              </a:rPr>
              <a:t>Was ist ein VPN?</a:t>
            </a:r>
          </a:p>
        </p:txBody>
      </p:sp>
      <p:sp>
        <p:nvSpPr>
          <p:cNvPr id="4" name="agenda-item">
            <a:extLst xmlns:a="http://schemas.openxmlformats.org/drawingml/2006/main">
              <a:ext uri="{FF2B5EF4-FFF2-40B4-BE49-F238E27FC236}">
                <a16:creationId xmlns:a16="http://schemas.microsoft.com/office/drawing/2014/main" id="{AAC122E8-B6EB-43E6-B029-0D8F0D5B7E89}"/>
              </a:ext>
            </a:extLst>
          </p:cNvPr>
          <p:cNvSpPr>
            <a:spLocks xmlns:a="http://schemas.openxmlformats.org/drawingml/2006/main" noGrp="1"/>
          </p:cNvSpPr>
          <p:nvPr/>
        </p:nvSpPr>
        <p:spPr>
          <a:xfrm xmlns:a="http://schemas.openxmlformats.org/drawingml/2006/main">
            <a:off x="400050" y="209550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Aufbau eines VPN</a:t>
            </a:r>
          </a:p>
        </p:txBody>
      </p:sp>
      <p:sp>
        <p:nvSpPr>
          <p:cNvPr id="5" name="agenda-item">
            <a:extLst xmlns:a="http://schemas.openxmlformats.org/drawingml/2006/main">
              <a:ext uri="{FF2B5EF4-FFF2-40B4-BE49-F238E27FC236}">
                <a16:creationId xmlns:a16="http://schemas.microsoft.com/office/drawing/2014/main" id="{917FF20D-1B36-42FB-B5E3-6E81385521F0}"/>
              </a:ext>
            </a:extLst>
          </p:cNvPr>
          <p:cNvSpPr>
            <a:spLocks xmlns:a="http://schemas.openxmlformats.org/drawingml/2006/main" noGrp="1"/>
          </p:cNvSpPr>
          <p:nvPr/>
        </p:nvSpPr>
        <p:spPr>
          <a:xfrm xmlns:a="http://schemas.openxmlformats.org/drawingml/2006/main">
            <a:off x="400050" y="276225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Ausprägungen eines VPN Netzes</a:t>
            </a:r>
          </a:p>
        </p:txBody>
      </p:sp>
      <p:sp>
        <p:nvSpPr>
          <p:cNvPr id="6" name="agenda-item">
            <a:extLst xmlns:a="http://schemas.openxmlformats.org/drawingml/2006/main">
              <a:ext uri="{FF2B5EF4-FFF2-40B4-BE49-F238E27FC236}">
                <a16:creationId xmlns:a16="http://schemas.microsoft.com/office/drawing/2014/main" id="{342D9729-EBAF-445A-8971-1F72CA9F1EF1}"/>
              </a:ext>
            </a:extLst>
          </p:cNvPr>
          <p:cNvSpPr>
            <a:spLocks xmlns:a="http://schemas.openxmlformats.org/drawingml/2006/main" noGrp="1"/>
          </p:cNvSpPr>
          <p:nvPr/>
        </p:nvSpPr>
        <p:spPr>
          <a:xfrm xmlns:a="http://schemas.openxmlformats.org/drawingml/2006/main">
            <a:off x="400050" y="371475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Tunneling Protokolle</a:t>
            </a:r>
          </a:p>
        </p:txBody>
      </p:sp>
      <p:sp>
        <p:nvSpPr>
          <p:cNvPr id="7" name="agenda-item">
            <a:extLst xmlns:a="http://schemas.openxmlformats.org/drawingml/2006/main">
              <a:ext uri="{FF2B5EF4-FFF2-40B4-BE49-F238E27FC236}">
                <a16:creationId xmlns:a16="http://schemas.microsoft.com/office/drawing/2014/main" id="{B68545AD-BD22-486A-8C17-9C139F3C0F1F}"/>
              </a:ext>
            </a:extLst>
          </p:cNvPr>
          <p:cNvSpPr>
            <a:spLocks xmlns:a="http://schemas.openxmlformats.org/drawingml/2006/main" noGrp="1"/>
          </p:cNvSpPr>
          <p:nvPr/>
        </p:nvSpPr>
        <p:spPr>
          <a:xfrm xmlns:a="http://schemas.openxmlformats.org/drawingml/2006/main">
            <a:off x="400050" y="4524375"/>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IPSec</a:t>
            </a:r>
          </a:p>
        </p:txBody>
      </p:sp>
      <p:sp>
        <p:nvSpPr>
          <p:cNvPr id="8" name="agenda-item">
            <a:extLst xmlns:a="http://schemas.openxmlformats.org/drawingml/2006/main">
              <a:ext uri="{FF2B5EF4-FFF2-40B4-BE49-F238E27FC236}">
                <a16:creationId xmlns:a16="http://schemas.microsoft.com/office/drawing/2014/main" id="{F394A9E7-CC5F-49B2-818C-E83DA5E8833A}"/>
              </a:ext>
            </a:extLst>
          </p:cNvPr>
          <p:cNvSpPr>
            <a:spLocks xmlns:a="http://schemas.openxmlformats.org/drawingml/2006/main" noGrp="1"/>
          </p:cNvSpPr>
          <p:nvPr/>
        </p:nvSpPr>
        <p:spPr>
          <a:xfrm xmlns:a="http://schemas.openxmlformats.org/drawingml/2006/main">
            <a:off x="400050" y="5191125"/>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VPN in Verbindung mit einer Firewall</a:t>
            </a:r>
          </a:p>
        </p:txBody>
      </p:sp>
      <p:sp>
        <p:nvSpPr>
          <p:cNvPr id="9" name="agenda-item">
            <a:extLst xmlns:a="http://schemas.openxmlformats.org/drawingml/2006/main">
              <a:ext uri="{FF2B5EF4-FFF2-40B4-BE49-F238E27FC236}">
                <a16:creationId xmlns:a16="http://schemas.microsoft.com/office/drawing/2014/main" id="{BAE6FB04-F981-485B-9F85-8550EA6C2E46}"/>
              </a:ext>
            </a:extLst>
          </p:cNvPr>
          <p:cNvSpPr>
            <a:spLocks xmlns:a="http://schemas.openxmlformats.org/drawingml/2006/main" noGrp="1"/>
          </p:cNvSpPr>
          <p:nvPr/>
        </p:nvSpPr>
        <p:spPr>
          <a:xfrm xmlns:a="http://schemas.openxmlformats.org/drawingml/2006/main">
            <a:off x="400050" y="6334125"/>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Fazit</a:t>
            </a:r>
          </a:p>
        </p:txBody>
      </p:sp>
      <p:sp>
        <p:nvSpPr>
          <p:cNvPr id="10" name="title">
            <a:extLst xmlns:a="http://schemas.openxmlformats.org/drawingml/2006/main">
              <a:ext uri="{FF2B5EF4-FFF2-40B4-BE49-F238E27FC236}">
                <a16:creationId xmlns:a16="http://schemas.microsoft.com/office/drawing/2014/main" id="{75CC6BEB-2105-4DF4-B0F5-18269612A91E}"/>
              </a:ext>
            </a:extLst>
          </p:cNvPr>
          <p:cNvSpPr>
            <a:spLocks xmlns:a="http://schemas.openxmlformats.org/drawingml/2006/main" noGrp="1"/>
          </p:cNvSpPr>
          <p:nvPr/>
        </p:nvSpPr>
        <p:spPr>
          <a:xfrm xmlns:a="http://schemas.openxmlformats.org/drawingml/2006/main">
            <a:off x="3619500" y="590550"/>
            <a:ext cx="1085850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525" b="1">
                <a:solidFill>
                  <a:srgbClr val="F1F7FC"/>
                </a:solidFill>
                <a:latin typeface="DejaVu Sans"/>
                <a:ea typeface="DejaVu Sans"/>
                <a:cs typeface="DejaVu Sans"/>
              </a:defRPr>
            </a:defPPr>
            <a:lvl1pPr algn="l">
              <a:defRPr sz="3525" b="1">
                <a:solidFill>
                  <a:srgbClr val="F1F7FC"/>
                </a:solidFill>
                <a:latin typeface="DejaVu Sans"/>
                <a:ea typeface="DejaVu Sans"/>
                <a:cs typeface="DejaVu Sans"/>
              </a:defRPr>
            </a:lvl1pPr>
            <a:lvl2pPr algn="l">
              <a:defRPr sz="3525" b="1">
                <a:solidFill>
                  <a:srgbClr val="F1F7FC"/>
                </a:solidFill>
                <a:latin typeface="DejaVu Sans"/>
                <a:ea typeface="DejaVu Sans"/>
                <a:cs typeface="DejaVu Sans"/>
              </a:defRPr>
            </a:lvl2pPr>
            <a:lvl3pPr algn="l">
              <a:defRPr sz="3525" b="1">
                <a:solidFill>
                  <a:srgbClr val="F1F7FC"/>
                </a:solidFill>
                <a:latin typeface="DejaVu Sans"/>
                <a:ea typeface="DejaVu Sans"/>
                <a:cs typeface="DejaVu Sans"/>
              </a:defRPr>
            </a:lvl3pPr>
            <a:lvl4pPr algn="l">
              <a:defRPr sz="3525" b="1">
                <a:solidFill>
                  <a:srgbClr val="F1F7FC"/>
                </a:solidFill>
                <a:latin typeface="DejaVu Sans"/>
                <a:ea typeface="DejaVu Sans"/>
                <a:cs typeface="DejaVu Sans"/>
              </a:defRPr>
            </a:lvl4pPr>
            <a:lvl5pPr algn="l">
              <a:defRPr sz="3525" b="1">
                <a:solidFill>
                  <a:srgbClr val="F1F7FC"/>
                </a:solidFill>
                <a:latin typeface="DejaVu Sans"/>
                <a:ea typeface="DejaVu Sans"/>
                <a:cs typeface="DejaVu Sans"/>
              </a:defRPr>
            </a:lvl5pPr>
            <a:lvl6pPr algn="l">
              <a:defRPr sz="3525" b="1">
                <a:solidFill>
                  <a:srgbClr val="F1F7FC"/>
                </a:solidFill>
                <a:latin typeface="DejaVu Sans"/>
                <a:ea typeface="DejaVu Sans"/>
                <a:cs typeface="DejaVu Sans"/>
              </a:defRPr>
            </a:lvl6pPr>
            <a:lvl7pPr algn="l">
              <a:defRPr sz="3525" b="1">
                <a:solidFill>
                  <a:srgbClr val="F1F7FC"/>
                </a:solidFill>
                <a:latin typeface="DejaVu Sans"/>
                <a:ea typeface="DejaVu Sans"/>
                <a:cs typeface="DejaVu Sans"/>
              </a:defRPr>
            </a:lvl7pPr>
            <a:lvl8pPr algn="l">
              <a:defRPr sz="3525" b="1">
                <a:solidFill>
                  <a:srgbClr val="F1F7FC"/>
                </a:solidFill>
                <a:latin typeface="DejaVu Sans"/>
                <a:ea typeface="DejaVu Sans"/>
                <a:cs typeface="DejaVu Sans"/>
              </a:defRPr>
            </a:lvl8pPr>
            <a:lvl9pPr algn="l">
              <a:defRPr sz="3525" b="1">
                <a:solidFill>
                  <a:srgbClr val="F1F7FC"/>
                </a:solidFill>
                <a:latin typeface="DejaVu Sans"/>
                <a:ea typeface="DejaVu Sans"/>
                <a:cs typeface="DejaVu Sans"/>
              </a:defRPr>
            </a:lvl9pPr>
          </a:lstStyle>
          <a:p xmlns:a="http://schemas.openxmlformats.org/drawingml/2006/main">
            <a:pPr algn="l">
              <a:defRPr sz="3525" b="1">
                <a:solidFill>
                  <a:srgbClr val="F1F7FC"/>
                </a:solidFill>
                <a:latin typeface="DejaVu Sans"/>
                <a:ea typeface="DejaVu Sans"/>
                <a:cs typeface="DejaVu Sans"/>
              </a:defRPr>
            </a:pPr>
            <a:r>
              <a:rPr sz="3525" b="1">
                <a:solidFill>
                  <a:srgbClr val="F1F7FC"/>
                </a:solidFill>
                <a:latin typeface="DejaVu Sans"/>
                <a:ea typeface="DejaVu Sans"/>
                <a:cs typeface="DejaVu Sans"/>
              </a:rPr>
              <a:t>Was ist ein VPN?</a:t>
            </a:r>
          </a:p>
        </p:txBody>
      </p:sp>
      <p:sp>
        <p:nvSpPr>
          <p:cNvPr id="11" name="page-number">
            <a:extLst xmlns:a="http://schemas.openxmlformats.org/drawingml/2006/main">
              <a:ext uri="{FF2B5EF4-FFF2-40B4-BE49-F238E27FC236}">
                <a16:creationId xmlns:a16="http://schemas.microsoft.com/office/drawing/2014/main" id="{DD593CC9-4F40-4989-B03B-9723A1D6A536}"/>
              </a:ext>
            </a:extLst>
          </p:cNvPr>
          <p:cNvSpPr>
            <a:spLocks xmlns:a="http://schemas.openxmlformats.org/drawingml/2006/main" noGrp="1"/>
          </p:cNvSpPr>
          <p:nvPr/>
        </p:nvSpPr>
        <p:spPr>
          <a:xfrm xmlns:a="http://schemas.openxmlformats.org/drawingml/2006/main">
            <a:off x="13477875" y="8020050"/>
            <a:ext cx="1285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AABFD1"/>
                </a:solidFill>
                <a:latin typeface="DejaVu Sans Mono"/>
                <a:ea typeface="DejaVu Sans Mono"/>
                <a:cs typeface="DejaVu Sans Mono"/>
              </a:defRPr>
            </a:defPPr>
            <a:lvl1pPr algn="r">
              <a:defRPr sz="1350" b="0">
                <a:solidFill>
                  <a:srgbClr val="AABFD1"/>
                </a:solidFill>
                <a:latin typeface="DejaVu Sans Mono"/>
                <a:ea typeface="DejaVu Sans Mono"/>
                <a:cs typeface="DejaVu Sans Mono"/>
              </a:defRPr>
            </a:lvl1pPr>
            <a:lvl2pPr algn="r">
              <a:defRPr sz="1350" b="0">
                <a:solidFill>
                  <a:srgbClr val="AABFD1"/>
                </a:solidFill>
                <a:latin typeface="DejaVu Sans Mono"/>
                <a:ea typeface="DejaVu Sans Mono"/>
                <a:cs typeface="DejaVu Sans Mono"/>
              </a:defRPr>
            </a:lvl2pPr>
            <a:lvl3pPr algn="r">
              <a:defRPr sz="1350" b="0">
                <a:solidFill>
                  <a:srgbClr val="AABFD1"/>
                </a:solidFill>
                <a:latin typeface="DejaVu Sans Mono"/>
                <a:ea typeface="DejaVu Sans Mono"/>
                <a:cs typeface="DejaVu Sans Mono"/>
              </a:defRPr>
            </a:lvl3pPr>
            <a:lvl4pPr algn="r">
              <a:defRPr sz="1350" b="0">
                <a:solidFill>
                  <a:srgbClr val="AABFD1"/>
                </a:solidFill>
                <a:latin typeface="DejaVu Sans Mono"/>
                <a:ea typeface="DejaVu Sans Mono"/>
                <a:cs typeface="DejaVu Sans Mono"/>
              </a:defRPr>
            </a:lvl4pPr>
            <a:lvl5pPr algn="r">
              <a:defRPr sz="1350" b="0">
                <a:solidFill>
                  <a:srgbClr val="AABFD1"/>
                </a:solidFill>
                <a:latin typeface="DejaVu Sans Mono"/>
                <a:ea typeface="DejaVu Sans Mono"/>
                <a:cs typeface="DejaVu Sans Mono"/>
              </a:defRPr>
            </a:lvl5pPr>
            <a:lvl6pPr algn="r">
              <a:defRPr sz="1350" b="0">
                <a:solidFill>
                  <a:srgbClr val="AABFD1"/>
                </a:solidFill>
                <a:latin typeface="DejaVu Sans Mono"/>
                <a:ea typeface="DejaVu Sans Mono"/>
                <a:cs typeface="DejaVu Sans Mono"/>
              </a:defRPr>
            </a:lvl6pPr>
            <a:lvl7pPr algn="r">
              <a:defRPr sz="1350" b="0">
                <a:solidFill>
                  <a:srgbClr val="AABFD1"/>
                </a:solidFill>
                <a:latin typeface="DejaVu Sans Mono"/>
                <a:ea typeface="DejaVu Sans Mono"/>
                <a:cs typeface="DejaVu Sans Mono"/>
              </a:defRPr>
            </a:lvl7pPr>
            <a:lvl8pPr algn="r">
              <a:defRPr sz="1350" b="0">
                <a:solidFill>
                  <a:srgbClr val="AABFD1"/>
                </a:solidFill>
                <a:latin typeface="DejaVu Sans Mono"/>
                <a:ea typeface="DejaVu Sans Mono"/>
                <a:cs typeface="DejaVu Sans Mono"/>
              </a:defRPr>
            </a:lvl8pPr>
            <a:lvl9pPr algn="r">
              <a:defRPr sz="1350" b="0">
                <a:solidFill>
                  <a:srgbClr val="AABFD1"/>
                </a:solidFill>
                <a:latin typeface="DejaVu Sans Mono"/>
                <a:ea typeface="DejaVu Sans Mono"/>
                <a:cs typeface="DejaVu Sans Mono"/>
              </a:defRPr>
            </a:lvl9pPr>
          </a:lstStyle>
          <a:p xmlns:a="http://schemas.openxmlformats.org/drawingml/2006/main">
            <a:pPr algn="r">
              <a:defRPr sz="1350" b="0">
                <a:solidFill>
                  <a:srgbClr val="AABFD1"/>
                </a:solidFill>
                <a:latin typeface="DejaVu Sans Mono"/>
                <a:ea typeface="DejaVu Sans Mono"/>
                <a:cs typeface="DejaVu Sans Mono"/>
              </a:defRPr>
            </a:pPr>
            <a:r>
              <a:rPr sz="1350" b="0">
                <a:solidFill>
                  <a:srgbClr val="AABFD1"/>
                </a:solidFill>
                <a:latin typeface="DejaVu Sans Mono"/>
                <a:ea typeface="DejaVu Sans Mono"/>
                <a:cs typeface="DejaVu Sans Mono"/>
              </a:rPr>
              <a:t>03 / 33</a:t>
            </a:r>
          </a:p>
        </p:txBody>
      </p:sp>
      <p:sp>
        <p:nvSpPr>
          <p:cNvPr id="12" name="subheading">
            <a:extLst xmlns:a="http://schemas.openxmlformats.org/drawingml/2006/main">
              <a:ext uri="{FF2B5EF4-FFF2-40B4-BE49-F238E27FC236}">
                <a16:creationId xmlns:a16="http://schemas.microsoft.com/office/drawing/2014/main" id="{29109D88-4D68-4E8A-B0F3-48EA78F5259E}"/>
              </a:ext>
            </a:extLst>
          </p:cNvPr>
          <p:cNvSpPr>
            <a:spLocks xmlns:a="http://schemas.openxmlformats.org/drawingml/2006/main" noGrp="1"/>
          </p:cNvSpPr>
          <p:nvPr/>
        </p:nvSpPr>
        <p:spPr>
          <a:xfrm xmlns:a="http://schemas.openxmlformats.org/drawingml/2006/main">
            <a:off x="3619500" y="2047875"/>
            <a:ext cx="10858500" cy="5227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54DEEF"/>
                </a:solidFill>
                <a:latin typeface="DejaVu Sans"/>
                <a:ea typeface="DejaVu Sans"/>
                <a:cs typeface="DejaVu Sans"/>
              </a:defRPr>
            </a:defPPr>
            <a:lvl1pPr algn="l">
              <a:defRPr sz="2550" b="1">
                <a:solidFill>
                  <a:srgbClr val="54DEEF"/>
                </a:solidFill>
                <a:latin typeface="DejaVu Sans"/>
                <a:ea typeface="DejaVu Sans"/>
                <a:cs typeface="DejaVu Sans"/>
              </a:defRPr>
            </a:lvl1pPr>
            <a:lvl2pPr algn="l">
              <a:defRPr sz="2550" b="1">
                <a:solidFill>
                  <a:srgbClr val="54DEEF"/>
                </a:solidFill>
                <a:latin typeface="DejaVu Sans"/>
                <a:ea typeface="DejaVu Sans"/>
                <a:cs typeface="DejaVu Sans"/>
              </a:defRPr>
            </a:lvl2pPr>
            <a:lvl3pPr algn="l">
              <a:defRPr sz="2550" b="1">
                <a:solidFill>
                  <a:srgbClr val="54DEEF"/>
                </a:solidFill>
                <a:latin typeface="DejaVu Sans"/>
                <a:ea typeface="DejaVu Sans"/>
                <a:cs typeface="DejaVu Sans"/>
              </a:defRPr>
            </a:lvl3pPr>
            <a:lvl4pPr algn="l">
              <a:defRPr sz="2550" b="1">
                <a:solidFill>
                  <a:srgbClr val="54DEEF"/>
                </a:solidFill>
                <a:latin typeface="DejaVu Sans"/>
                <a:ea typeface="DejaVu Sans"/>
                <a:cs typeface="DejaVu Sans"/>
              </a:defRPr>
            </a:lvl4pPr>
            <a:lvl5pPr algn="l">
              <a:defRPr sz="2550" b="1">
                <a:solidFill>
                  <a:srgbClr val="54DEEF"/>
                </a:solidFill>
                <a:latin typeface="DejaVu Sans"/>
                <a:ea typeface="DejaVu Sans"/>
                <a:cs typeface="DejaVu Sans"/>
              </a:defRPr>
            </a:lvl5pPr>
            <a:lvl6pPr algn="l">
              <a:defRPr sz="2550" b="1">
                <a:solidFill>
                  <a:srgbClr val="54DEEF"/>
                </a:solidFill>
                <a:latin typeface="DejaVu Sans"/>
                <a:ea typeface="DejaVu Sans"/>
                <a:cs typeface="DejaVu Sans"/>
              </a:defRPr>
            </a:lvl6pPr>
            <a:lvl7pPr algn="l">
              <a:defRPr sz="2550" b="1">
                <a:solidFill>
                  <a:srgbClr val="54DEEF"/>
                </a:solidFill>
                <a:latin typeface="DejaVu Sans"/>
                <a:ea typeface="DejaVu Sans"/>
                <a:cs typeface="DejaVu Sans"/>
              </a:defRPr>
            </a:lvl7pPr>
            <a:lvl8pPr algn="l">
              <a:defRPr sz="2550" b="1">
                <a:solidFill>
                  <a:srgbClr val="54DEEF"/>
                </a:solidFill>
                <a:latin typeface="DejaVu Sans"/>
                <a:ea typeface="DejaVu Sans"/>
                <a:cs typeface="DejaVu Sans"/>
              </a:defRPr>
            </a:lvl8pPr>
            <a:lvl9pPr algn="l">
              <a:defRPr sz="2550" b="1">
                <a:solidFill>
                  <a:srgbClr val="54DEEF"/>
                </a:solidFill>
                <a:latin typeface="DejaVu Sans"/>
                <a:ea typeface="DejaVu Sans"/>
                <a:cs typeface="DejaVu Sans"/>
              </a:defRPr>
            </a:lvl9pPr>
          </a:lstStyle>
          <a:p xmlns:a="http://schemas.openxmlformats.org/drawingml/2006/main">
            <a:pPr algn="l">
              <a:defRPr sz="2550" b="1">
                <a:solidFill>
                  <a:srgbClr val="54DEEF"/>
                </a:solidFill>
                <a:latin typeface="DejaVu Sans"/>
                <a:ea typeface="DejaVu Sans"/>
                <a:cs typeface="DejaVu Sans"/>
              </a:defRPr>
            </a:pPr>
            <a:r>
              <a:rPr sz="2550" b="1">
                <a:solidFill>
                  <a:srgbClr val="54DEEF"/>
                </a:solidFill>
                <a:latin typeface="DejaVu Sans"/>
                <a:ea typeface="DejaVu Sans"/>
                <a:cs typeface="DejaVu Sans"/>
              </a:rPr>
              <a:t>Begriffserklärung</a:t>
            </a:r>
          </a:p>
        </p:txBody>
      </p:sp>
      <p:sp>
        <p:nvSpPr>
          <p:cNvPr id="13" name="content">
            <a:extLst xmlns:a="http://schemas.openxmlformats.org/drawingml/2006/main">
              <a:ext uri="{FF2B5EF4-FFF2-40B4-BE49-F238E27FC236}">
                <a16:creationId xmlns:a16="http://schemas.microsoft.com/office/drawing/2014/main" id="{FF04D572-91A7-41C6-AFD1-A4EF559E22F7}"/>
              </a:ext>
            </a:extLst>
          </p:cNvPr>
          <p:cNvSpPr>
            <a:spLocks xmlns:a="http://schemas.openxmlformats.org/drawingml/2006/main" noGrp="1"/>
          </p:cNvSpPr>
          <p:nvPr/>
        </p:nvSpPr>
        <p:spPr>
          <a:xfrm xmlns:a="http://schemas.openxmlformats.org/drawingml/2006/main">
            <a:off x="3619500" y="2808732"/>
            <a:ext cx="10858500" cy="4975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a:solidFill>
                  <a:srgbClr val="E0EAF4"/>
                </a:solidFill>
                <a:latin typeface="DejaVu Sans"/>
                <a:ea typeface="DejaVu Sans"/>
                <a:cs typeface="DejaVu Sans"/>
              </a:defRPr>
            </a:defPPr>
            <a:lvl1pPr algn="l">
              <a:defRPr sz="2400" b="0">
                <a:solidFill>
                  <a:srgbClr val="E0EAF4"/>
                </a:solidFill>
                <a:latin typeface="DejaVu Sans"/>
                <a:ea typeface="DejaVu Sans"/>
                <a:cs typeface="DejaVu Sans"/>
              </a:defRPr>
            </a:lvl1pPr>
            <a:lvl2pPr algn="l">
              <a:defRPr sz="2400" b="0">
                <a:solidFill>
                  <a:srgbClr val="E0EAF4"/>
                </a:solidFill>
                <a:latin typeface="DejaVu Sans"/>
                <a:ea typeface="DejaVu Sans"/>
                <a:cs typeface="DejaVu Sans"/>
              </a:defRPr>
            </a:lvl2pPr>
            <a:lvl3pPr algn="l">
              <a:defRPr sz="2400" b="0">
                <a:solidFill>
                  <a:srgbClr val="E0EAF4"/>
                </a:solidFill>
                <a:latin typeface="DejaVu Sans"/>
                <a:ea typeface="DejaVu Sans"/>
                <a:cs typeface="DejaVu Sans"/>
              </a:defRPr>
            </a:lvl3pPr>
            <a:lvl4pPr algn="l">
              <a:defRPr sz="2400" b="0">
                <a:solidFill>
                  <a:srgbClr val="E0EAF4"/>
                </a:solidFill>
                <a:latin typeface="DejaVu Sans"/>
                <a:ea typeface="DejaVu Sans"/>
                <a:cs typeface="DejaVu Sans"/>
              </a:defRPr>
            </a:lvl4pPr>
            <a:lvl5pPr algn="l">
              <a:defRPr sz="2400" b="0">
                <a:solidFill>
                  <a:srgbClr val="E0EAF4"/>
                </a:solidFill>
                <a:latin typeface="DejaVu Sans"/>
                <a:ea typeface="DejaVu Sans"/>
                <a:cs typeface="DejaVu Sans"/>
              </a:defRPr>
            </a:lvl5pPr>
            <a:lvl6pPr algn="l">
              <a:defRPr sz="2400" b="0">
                <a:solidFill>
                  <a:srgbClr val="E0EAF4"/>
                </a:solidFill>
                <a:latin typeface="DejaVu Sans"/>
                <a:ea typeface="DejaVu Sans"/>
                <a:cs typeface="DejaVu Sans"/>
              </a:defRPr>
            </a:lvl6pPr>
            <a:lvl7pPr algn="l">
              <a:defRPr sz="2400" b="0">
                <a:solidFill>
                  <a:srgbClr val="E0EAF4"/>
                </a:solidFill>
                <a:latin typeface="DejaVu Sans"/>
                <a:ea typeface="DejaVu Sans"/>
                <a:cs typeface="DejaVu Sans"/>
              </a:defRPr>
            </a:lvl7pPr>
            <a:lvl8pPr algn="l">
              <a:defRPr sz="2400" b="0">
                <a:solidFill>
                  <a:srgbClr val="E0EAF4"/>
                </a:solidFill>
                <a:latin typeface="DejaVu Sans"/>
                <a:ea typeface="DejaVu Sans"/>
                <a:cs typeface="DejaVu Sans"/>
              </a:defRPr>
            </a:lvl8pPr>
            <a:lvl9pPr algn="l">
              <a:defRPr sz="2400" b="0">
                <a:solidFill>
                  <a:srgbClr val="E0EAF4"/>
                </a:solidFill>
                <a:latin typeface="DejaVu Sans"/>
                <a:ea typeface="DejaVu Sans"/>
                <a:cs typeface="DejaVu Sans"/>
              </a:defRPr>
            </a:lvl9pPr>
          </a:lstStyle>
          <a:p xmlns:a="http://schemas.openxmlformats.org/drawingml/2006/main">
            <a:pPr marL="355600" indent="-292100" algn="l">
              <a:spcAft>
                <a:spcPts val="0"/>
              </a:spcAft>
              <a:buChar char="•"/>
              <a:defRPr sz="2400" b="0">
                <a:solidFill>
                  <a:srgbClr val="E0EAF4"/>
                </a:solidFill>
                <a:latin typeface="DejaVu Sans"/>
                <a:ea typeface="DejaVu Sans"/>
                <a:cs typeface="DejaVu Sans"/>
              </a:defRPr>
            </a:pPr>
            <a:r>
              <a:rPr b="1">
                <a:latin typeface="DejaVu Sans"/>
                <a:ea typeface="DejaVu Sans"/>
                <a:cs typeface="DejaVu Sans"/>
              </a:rPr>
              <a:t>VPN</a:t>
            </a:r>
            <a:r>
              <a:rPr b="0">
                <a:latin typeface="DejaVu Sans"/>
                <a:ea typeface="DejaVu Sans"/>
                <a:cs typeface="DejaVu Sans"/>
              </a:rPr>
              <a:t> = </a:t>
            </a:r>
            <a:r>
              <a:rPr b="1">
                <a:latin typeface="DejaVu Sans"/>
                <a:ea typeface="DejaVu Sans"/>
                <a:cs typeface="DejaVu Sans"/>
              </a:rPr>
              <a:t>V</a:t>
            </a:r>
            <a:r>
              <a:rPr b="0">
                <a:latin typeface="DejaVu Sans"/>
                <a:ea typeface="DejaVu Sans"/>
                <a:cs typeface="DejaVu Sans"/>
              </a:rPr>
              <a:t>irtual </a:t>
            </a:r>
            <a:r>
              <a:rPr b="1">
                <a:latin typeface="DejaVu Sans"/>
                <a:ea typeface="DejaVu Sans"/>
                <a:cs typeface="DejaVu Sans"/>
              </a:rPr>
              <a:t>P</a:t>
            </a:r>
            <a:r>
              <a:rPr b="0">
                <a:latin typeface="DejaVu Sans"/>
                <a:ea typeface="DejaVu Sans"/>
                <a:cs typeface="DejaVu Sans"/>
              </a:rPr>
              <a:t>rivate </a:t>
            </a:r>
            <a:r>
              <a:rPr b="1">
                <a:latin typeface="DejaVu Sans"/>
                <a:ea typeface="DejaVu Sans"/>
                <a:cs typeface="DejaVu Sans"/>
              </a:rPr>
              <a:t>N</a:t>
            </a:r>
            <a:r>
              <a:rPr b="0">
                <a:latin typeface="DejaVu Sans"/>
                <a:ea typeface="DejaVu Sans"/>
                <a:cs typeface="DejaVu Sans"/>
              </a:rPr>
              <a:t>etworks</a:t>
            </a:r>
          </a:p>
        </p:txBody>
      </p:sp>
      <p:sp>
        <p:nvSpPr>
          <p:cNvPr id="14" name="content">
            <a:extLst xmlns:a="http://schemas.openxmlformats.org/drawingml/2006/main">
              <a:ext uri="{FF2B5EF4-FFF2-40B4-BE49-F238E27FC236}">
                <a16:creationId xmlns:a16="http://schemas.microsoft.com/office/drawing/2014/main" id="{8ED21230-3541-4843-A912-0A534DAA55EC}"/>
              </a:ext>
            </a:extLst>
          </p:cNvPr>
          <p:cNvSpPr>
            <a:spLocks xmlns:a="http://schemas.openxmlformats.org/drawingml/2006/main" noGrp="1"/>
          </p:cNvSpPr>
          <p:nvPr/>
        </p:nvSpPr>
        <p:spPr>
          <a:xfrm xmlns:a="http://schemas.openxmlformats.org/drawingml/2006/main">
            <a:off x="3619500" y="3544443"/>
            <a:ext cx="10858500" cy="4975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a:solidFill>
                  <a:srgbClr val="E0EAF4"/>
                </a:solidFill>
                <a:latin typeface="DejaVu Sans"/>
                <a:ea typeface="DejaVu Sans"/>
                <a:cs typeface="DejaVu Sans"/>
              </a:defRPr>
            </a:defPPr>
            <a:lvl1pPr algn="l">
              <a:defRPr sz="2400" b="0">
                <a:solidFill>
                  <a:srgbClr val="E0EAF4"/>
                </a:solidFill>
                <a:latin typeface="DejaVu Sans"/>
                <a:ea typeface="DejaVu Sans"/>
                <a:cs typeface="DejaVu Sans"/>
              </a:defRPr>
            </a:lvl1pPr>
            <a:lvl2pPr algn="l">
              <a:defRPr sz="2400" b="0">
                <a:solidFill>
                  <a:srgbClr val="E0EAF4"/>
                </a:solidFill>
                <a:latin typeface="DejaVu Sans"/>
                <a:ea typeface="DejaVu Sans"/>
                <a:cs typeface="DejaVu Sans"/>
              </a:defRPr>
            </a:lvl2pPr>
            <a:lvl3pPr algn="l">
              <a:defRPr sz="2400" b="0">
                <a:solidFill>
                  <a:srgbClr val="E0EAF4"/>
                </a:solidFill>
                <a:latin typeface="DejaVu Sans"/>
                <a:ea typeface="DejaVu Sans"/>
                <a:cs typeface="DejaVu Sans"/>
              </a:defRPr>
            </a:lvl3pPr>
            <a:lvl4pPr algn="l">
              <a:defRPr sz="2400" b="0">
                <a:solidFill>
                  <a:srgbClr val="E0EAF4"/>
                </a:solidFill>
                <a:latin typeface="DejaVu Sans"/>
                <a:ea typeface="DejaVu Sans"/>
                <a:cs typeface="DejaVu Sans"/>
              </a:defRPr>
            </a:lvl4pPr>
            <a:lvl5pPr algn="l">
              <a:defRPr sz="2400" b="0">
                <a:solidFill>
                  <a:srgbClr val="E0EAF4"/>
                </a:solidFill>
                <a:latin typeface="DejaVu Sans"/>
                <a:ea typeface="DejaVu Sans"/>
                <a:cs typeface="DejaVu Sans"/>
              </a:defRPr>
            </a:lvl5pPr>
            <a:lvl6pPr algn="l">
              <a:defRPr sz="2400" b="0">
                <a:solidFill>
                  <a:srgbClr val="E0EAF4"/>
                </a:solidFill>
                <a:latin typeface="DejaVu Sans"/>
                <a:ea typeface="DejaVu Sans"/>
                <a:cs typeface="DejaVu Sans"/>
              </a:defRPr>
            </a:lvl6pPr>
            <a:lvl7pPr algn="l">
              <a:defRPr sz="2400" b="0">
                <a:solidFill>
                  <a:srgbClr val="E0EAF4"/>
                </a:solidFill>
                <a:latin typeface="DejaVu Sans"/>
                <a:ea typeface="DejaVu Sans"/>
                <a:cs typeface="DejaVu Sans"/>
              </a:defRPr>
            </a:lvl7pPr>
            <a:lvl8pPr algn="l">
              <a:defRPr sz="2400" b="0">
                <a:solidFill>
                  <a:srgbClr val="E0EAF4"/>
                </a:solidFill>
                <a:latin typeface="DejaVu Sans"/>
                <a:ea typeface="DejaVu Sans"/>
                <a:cs typeface="DejaVu Sans"/>
              </a:defRPr>
            </a:lvl8pPr>
            <a:lvl9pPr algn="l">
              <a:defRPr sz="2400" b="0">
                <a:solidFill>
                  <a:srgbClr val="E0EAF4"/>
                </a:solidFill>
                <a:latin typeface="DejaVu Sans"/>
                <a:ea typeface="DejaVu Sans"/>
                <a:cs typeface="DejaVu Sans"/>
              </a:defRPr>
            </a:lvl9pPr>
          </a:lstStyle>
          <a:p xmlns:a="http://schemas.openxmlformats.org/drawingml/2006/main">
            <a:pPr marL="355600" indent="-292100" algn="l">
              <a:spcAft>
                <a:spcPts val="0"/>
              </a:spcAft>
              <a:buChar char="•"/>
              <a:defRPr sz="2400" b="0">
                <a:solidFill>
                  <a:srgbClr val="E0EAF4"/>
                </a:solidFill>
                <a:latin typeface="DejaVu Sans"/>
                <a:ea typeface="DejaVu Sans"/>
                <a:cs typeface="DejaVu Sans"/>
              </a:defRPr>
            </a:pPr>
            <a:r>
              <a:rPr b="1">
                <a:latin typeface="DejaVu Sans"/>
                <a:ea typeface="DejaVu Sans"/>
                <a:cs typeface="DejaVu Sans"/>
              </a:rPr>
              <a:t>Virtual:</a:t>
            </a:r>
            <a:r>
              <a:rPr b="0">
                <a:latin typeface="DejaVu Sans"/>
                <a:ea typeface="DejaVu Sans"/>
                <a:cs typeface="DejaVu Sans"/>
              </a:rPr>
              <a:t> besteht aus verschiedenen Netzen</a:t>
            </a:r>
          </a:p>
        </p:txBody>
      </p:sp>
      <p:sp>
        <p:nvSpPr>
          <p:cNvPr id="15" name="content">
            <a:extLst xmlns:a="http://schemas.openxmlformats.org/drawingml/2006/main">
              <a:ext uri="{FF2B5EF4-FFF2-40B4-BE49-F238E27FC236}">
                <a16:creationId xmlns:a16="http://schemas.microsoft.com/office/drawing/2014/main" id="{22A6C563-4A48-4544-B379-57A63F8036AC}"/>
              </a:ext>
            </a:extLst>
          </p:cNvPr>
          <p:cNvSpPr>
            <a:spLocks xmlns:a="http://schemas.openxmlformats.org/drawingml/2006/main" noGrp="1"/>
          </p:cNvSpPr>
          <p:nvPr/>
        </p:nvSpPr>
        <p:spPr>
          <a:xfrm xmlns:a="http://schemas.openxmlformats.org/drawingml/2006/main">
            <a:off x="3619500" y="4280154"/>
            <a:ext cx="10858500" cy="4975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a:solidFill>
                  <a:srgbClr val="E0EAF4"/>
                </a:solidFill>
                <a:latin typeface="DejaVu Sans"/>
                <a:ea typeface="DejaVu Sans"/>
                <a:cs typeface="DejaVu Sans"/>
              </a:defRPr>
            </a:defPPr>
            <a:lvl1pPr algn="l">
              <a:defRPr sz="2400" b="0">
                <a:solidFill>
                  <a:srgbClr val="E0EAF4"/>
                </a:solidFill>
                <a:latin typeface="DejaVu Sans"/>
                <a:ea typeface="DejaVu Sans"/>
                <a:cs typeface="DejaVu Sans"/>
              </a:defRPr>
            </a:lvl1pPr>
            <a:lvl2pPr algn="l">
              <a:defRPr sz="2400" b="0">
                <a:solidFill>
                  <a:srgbClr val="E0EAF4"/>
                </a:solidFill>
                <a:latin typeface="DejaVu Sans"/>
                <a:ea typeface="DejaVu Sans"/>
                <a:cs typeface="DejaVu Sans"/>
              </a:defRPr>
            </a:lvl2pPr>
            <a:lvl3pPr algn="l">
              <a:defRPr sz="2400" b="0">
                <a:solidFill>
                  <a:srgbClr val="E0EAF4"/>
                </a:solidFill>
                <a:latin typeface="DejaVu Sans"/>
                <a:ea typeface="DejaVu Sans"/>
                <a:cs typeface="DejaVu Sans"/>
              </a:defRPr>
            </a:lvl3pPr>
            <a:lvl4pPr algn="l">
              <a:defRPr sz="2400" b="0">
                <a:solidFill>
                  <a:srgbClr val="E0EAF4"/>
                </a:solidFill>
                <a:latin typeface="DejaVu Sans"/>
                <a:ea typeface="DejaVu Sans"/>
                <a:cs typeface="DejaVu Sans"/>
              </a:defRPr>
            </a:lvl4pPr>
            <a:lvl5pPr algn="l">
              <a:defRPr sz="2400" b="0">
                <a:solidFill>
                  <a:srgbClr val="E0EAF4"/>
                </a:solidFill>
                <a:latin typeface="DejaVu Sans"/>
                <a:ea typeface="DejaVu Sans"/>
                <a:cs typeface="DejaVu Sans"/>
              </a:defRPr>
            </a:lvl5pPr>
            <a:lvl6pPr algn="l">
              <a:defRPr sz="2400" b="0">
                <a:solidFill>
                  <a:srgbClr val="E0EAF4"/>
                </a:solidFill>
                <a:latin typeface="DejaVu Sans"/>
                <a:ea typeface="DejaVu Sans"/>
                <a:cs typeface="DejaVu Sans"/>
              </a:defRPr>
            </a:lvl6pPr>
            <a:lvl7pPr algn="l">
              <a:defRPr sz="2400" b="0">
                <a:solidFill>
                  <a:srgbClr val="E0EAF4"/>
                </a:solidFill>
                <a:latin typeface="DejaVu Sans"/>
                <a:ea typeface="DejaVu Sans"/>
                <a:cs typeface="DejaVu Sans"/>
              </a:defRPr>
            </a:lvl7pPr>
            <a:lvl8pPr algn="l">
              <a:defRPr sz="2400" b="0">
                <a:solidFill>
                  <a:srgbClr val="E0EAF4"/>
                </a:solidFill>
                <a:latin typeface="DejaVu Sans"/>
                <a:ea typeface="DejaVu Sans"/>
                <a:cs typeface="DejaVu Sans"/>
              </a:defRPr>
            </a:lvl8pPr>
            <a:lvl9pPr algn="l">
              <a:defRPr sz="2400" b="0">
                <a:solidFill>
                  <a:srgbClr val="E0EAF4"/>
                </a:solidFill>
                <a:latin typeface="DejaVu Sans"/>
                <a:ea typeface="DejaVu Sans"/>
                <a:cs typeface="DejaVu Sans"/>
              </a:defRPr>
            </a:lvl9pPr>
          </a:lstStyle>
          <a:p xmlns:a="http://schemas.openxmlformats.org/drawingml/2006/main">
            <a:pPr marL="355600" indent="-292100" algn="l">
              <a:spcAft>
                <a:spcPts val="0"/>
              </a:spcAft>
              <a:buChar char="•"/>
              <a:defRPr sz="2400" b="0">
                <a:solidFill>
                  <a:srgbClr val="E0EAF4"/>
                </a:solidFill>
                <a:latin typeface="DejaVu Sans"/>
                <a:ea typeface="DejaVu Sans"/>
                <a:cs typeface="DejaVu Sans"/>
              </a:defRPr>
            </a:pPr>
            <a:r>
              <a:rPr b="1">
                <a:latin typeface="DejaVu Sans"/>
                <a:ea typeface="DejaVu Sans"/>
                <a:cs typeface="DejaVu Sans"/>
              </a:rPr>
              <a:t>Private: </a:t>
            </a:r>
            <a:r>
              <a:rPr b="0">
                <a:latin typeface="DejaVu Sans"/>
                <a:ea typeface="DejaVu Sans"/>
                <a:cs typeface="DejaVu Sans"/>
              </a:rPr>
              <a:t>Kommunikation geheim und sicher</a:t>
            </a:r>
          </a:p>
        </p:txBody>
      </p:sp>
      <p:sp>
        <p:nvSpPr>
          <p:cNvPr id="16" name="content">
            <a:extLst xmlns:a="http://schemas.openxmlformats.org/drawingml/2006/main">
              <a:ext uri="{FF2B5EF4-FFF2-40B4-BE49-F238E27FC236}">
                <a16:creationId xmlns:a16="http://schemas.microsoft.com/office/drawing/2014/main" id="{40BAE6DC-892F-4705-BE22-604842435CCB}"/>
              </a:ext>
            </a:extLst>
          </p:cNvPr>
          <p:cNvSpPr>
            <a:spLocks xmlns:a="http://schemas.openxmlformats.org/drawingml/2006/main" noGrp="1"/>
          </p:cNvSpPr>
          <p:nvPr/>
        </p:nvSpPr>
        <p:spPr>
          <a:xfrm xmlns:a="http://schemas.openxmlformats.org/drawingml/2006/main">
            <a:off x="3619500" y="5015865"/>
            <a:ext cx="10858500" cy="8999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a:solidFill>
                  <a:srgbClr val="E0EAF4"/>
                </a:solidFill>
                <a:latin typeface="DejaVu Sans"/>
                <a:ea typeface="DejaVu Sans"/>
                <a:cs typeface="DejaVu Sans"/>
              </a:defRPr>
            </a:defPPr>
            <a:lvl1pPr algn="l">
              <a:defRPr sz="2400" b="0">
                <a:solidFill>
                  <a:srgbClr val="E0EAF4"/>
                </a:solidFill>
                <a:latin typeface="DejaVu Sans"/>
                <a:ea typeface="DejaVu Sans"/>
                <a:cs typeface="DejaVu Sans"/>
              </a:defRPr>
            </a:lvl1pPr>
            <a:lvl2pPr algn="l">
              <a:defRPr sz="2400" b="0">
                <a:solidFill>
                  <a:srgbClr val="E0EAF4"/>
                </a:solidFill>
                <a:latin typeface="DejaVu Sans"/>
                <a:ea typeface="DejaVu Sans"/>
                <a:cs typeface="DejaVu Sans"/>
              </a:defRPr>
            </a:lvl2pPr>
            <a:lvl3pPr algn="l">
              <a:defRPr sz="2400" b="0">
                <a:solidFill>
                  <a:srgbClr val="E0EAF4"/>
                </a:solidFill>
                <a:latin typeface="DejaVu Sans"/>
                <a:ea typeface="DejaVu Sans"/>
                <a:cs typeface="DejaVu Sans"/>
              </a:defRPr>
            </a:lvl3pPr>
            <a:lvl4pPr algn="l">
              <a:defRPr sz="2400" b="0">
                <a:solidFill>
                  <a:srgbClr val="E0EAF4"/>
                </a:solidFill>
                <a:latin typeface="DejaVu Sans"/>
                <a:ea typeface="DejaVu Sans"/>
                <a:cs typeface="DejaVu Sans"/>
              </a:defRPr>
            </a:lvl4pPr>
            <a:lvl5pPr algn="l">
              <a:defRPr sz="2400" b="0">
                <a:solidFill>
                  <a:srgbClr val="E0EAF4"/>
                </a:solidFill>
                <a:latin typeface="DejaVu Sans"/>
                <a:ea typeface="DejaVu Sans"/>
                <a:cs typeface="DejaVu Sans"/>
              </a:defRPr>
            </a:lvl5pPr>
            <a:lvl6pPr algn="l">
              <a:defRPr sz="2400" b="0">
                <a:solidFill>
                  <a:srgbClr val="E0EAF4"/>
                </a:solidFill>
                <a:latin typeface="DejaVu Sans"/>
                <a:ea typeface="DejaVu Sans"/>
                <a:cs typeface="DejaVu Sans"/>
              </a:defRPr>
            </a:lvl6pPr>
            <a:lvl7pPr algn="l">
              <a:defRPr sz="2400" b="0">
                <a:solidFill>
                  <a:srgbClr val="E0EAF4"/>
                </a:solidFill>
                <a:latin typeface="DejaVu Sans"/>
                <a:ea typeface="DejaVu Sans"/>
                <a:cs typeface="DejaVu Sans"/>
              </a:defRPr>
            </a:lvl7pPr>
            <a:lvl8pPr algn="l">
              <a:defRPr sz="2400" b="0">
                <a:solidFill>
                  <a:srgbClr val="E0EAF4"/>
                </a:solidFill>
                <a:latin typeface="DejaVu Sans"/>
                <a:ea typeface="DejaVu Sans"/>
                <a:cs typeface="DejaVu Sans"/>
              </a:defRPr>
            </a:lvl8pPr>
            <a:lvl9pPr algn="l">
              <a:defRPr sz="2400" b="0">
                <a:solidFill>
                  <a:srgbClr val="E0EAF4"/>
                </a:solidFill>
                <a:latin typeface="DejaVu Sans"/>
                <a:ea typeface="DejaVu Sans"/>
                <a:cs typeface="DejaVu Sans"/>
              </a:defRPr>
            </a:lvl9pPr>
          </a:lstStyle>
          <a:p xmlns:a="http://schemas.openxmlformats.org/drawingml/2006/main">
            <a:pPr marL="355600" indent="-292100" algn="l">
              <a:spcAft>
                <a:spcPts val="0"/>
              </a:spcAft>
              <a:buChar char="•"/>
              <a:defRPr sz="2400" b="0">
                <a:solidFill>
                  <a:srgbClr val="E0EAF4"/>
                </a:solidFill>
                <a:latin typeface="DejaVu Sans"/>
                <a:ea typeface="DejaVu Sans"/>
                <a:cs typeface="DejaVu Sans"/>
              </a:defRPr>
            </a:pPr>
            <a:r>
              <a:rPr b="1">
                <a:latin typeface="DejaVu Sans"/>
                <a:ea typeface="DejaVu Sans"/>
                <a:cs typeface="DejaVu Sans"/>
              </a:rPr>
              <a:t>Network</a:t>
            </a:r>
            <a:r>
              <a:rPr b="0">
                <a:latin typeface="DejaVu Sans"/>
                <a:ea typeface="DejaVu Sans"/>
                <a:cs typeface="DejaVu Sans"/>
              </a:rPr>
              <a:t>: besteht aus einer Gruppe die über div. Protokolle miteinander kommunizieren</a:t>
            </a:r>
          </a:p>
        </p:txBody>
      </p:sp>
    </p:spTree>
    <p:extLst>
      <p:ext uri="{BB962C8B-B14F-4D97-AF65-F5344CB8AC3E}">
        <p14:creationId xmlns:p14="http://schemas.microsoft.com/office/powerpoint/2010/main" val="456762440"/>
      </p:ext>
    </p:extLst>
  </p:cSld>
</p:sld>
</file>

<file path=ppt/slides/slide4.xml><?xml version="1.0" encoding="utf-8"?>
<p:sld xmlns:p="http://schemas.openxmlformats.org/presentationml/2006/main">
  <p:cSld>
    <p:bg>
      <p:bgPr>
        <a:solidFill xmlns:a="http://schemas.openxmlformats.org/drawingml/2006/main">
          <a:srgbClr val="081522"/>
        </a:solidFill>
      </p:bgPr>
    </p:bg>
    <p:spTree>
      <p:nvGrpSpPr>
        <p:cNvPr id="1" name=""/>
        <p:cNvGrpSpPr/>
        <p:nvPr/>
      </p:nvGrpSpPr>
      <p:grpSpPr>
        <a:xfrm xmlns:a="http://schemas.openxmlformats.org/drawingml/2006/main"/>
      </p:grpSpPr>
      <p:pic>
        <p:nvPicPr>
          <p:cNvPr id="19" name="">
            <a:extLst xmlns:a="http://schemas.openxmlformats.org/drawingml/2006/main">
              <a:ext uri="{FF2B5EF4-FFF2-40B4-BE49-F238E27FC236}">
                <a16:creationId xmlns:a16="http://schemas.microsoft.com/office/drawing/2014/main" id="{CF58849A-CAFB-4163-96AB-453C104DA57C}"/>
              </a:ext>
            </a:extLst>
          </p:cNvPr>
          <p:cNvPicPr>
            <a:picLocks xmlns:a="http://schemas.openxmlformats.org/drawingml/2006/main" noChangeAspect="1"/>
          </p:cNvPicPr>
          <p:nvPr/>
        </p:nvPicPr>
        <p:blipFill>
          <a:blip xmlns:r="http://schemas.openxmlformats.org/officeDocument/2006/relationships" xmlns:a="http://schemas.openxmlformats.org/drawingml/2006/main" r:embed="R754820ab7acd4b04"/>
          <a:srcRect xmlns:a="http://schemas.openxmlformats.org/drawingml/2006/main" l="0" t="27" r="0" b="27"/>
          <a:stretch xmlns:a="http://schemas.openxmlformats.org/drawingml/2006/main">
            <a:fillRect l="0" t="0" r="0" b="0"/>
          </a:stretch>
        </p:blipFill>
        <p:spPr>
          <a:xfrm xmlns:a="http://schemas.openxmlformats.org/drawingml/2006/main">
            <a:off x="0" y="0"/>
            <a:ext cx="15240000" cy="8572500"/>
          </a:xfrm>
          <a:prstGeom xmlns:a="http://schemas.openxmlformats.org/drawingml/2006/main" prst="rect">
            <a:avLst/>
          </a:prstGeom>
        </p:spPr>
      </p:pic>
      <p:sp>
        <p:nvSpPr>
          <p:cNvPr id="2" name="agenda-heading">
            <a:extLst xmlns:a="http://schemas.openxmlformats.org/drawingml/2006/main">
              <a:ext uri="{FF2B5EF4-FFF2-40B4-BE49-F238E27FC236}">
                <a16:creationId xmlns:a16="http://schemas.microsoft.com/office/drawing/2014/main" id="{9711E176-FD97-4768-AEC2-35DFF756C5DF}"/>
              </a:ext>
            </a:extLst>
          </p:cNvPr>
          <p:cNvSpPr>
            <a:spLocks xmlns:a="http://schemas.openxmlformats.org/drawingml/2006/main" noGrp="1"/>
          </p:cNvSpPr>
          <p:nvPr/>
        </p:nvSpPr>
        <p:spPr>
          <a:xfrm xmlns:a="http://schemas.openxmlformats.org/drawingml/2006/main">
            <a:off x="400050" y="638175"/>
            <a:ext cx="2333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54DEEF"/>
                </a:solidFill>
                <a:latin typeface="DejaVu Sans Mono"/>
                <a:ea typeface="DejaVu Sans Mono"/>
                <a:cs typeface="DejaVu Sans Mono"/>
              </a:defRPr>
            </a:defPPr>
            <a:lvl1pPr algn="l">
              <a:defRPr sz="1875" b="1">
                <a:solidFill>
                  <a:srgbClr val="54DEEF"/>
                </a:solidFill>
                <a:latin typeface="DejaVu Sans Mono"/>
                <a:ea typeface="DejaVu Sans Mono"/>
                <a:cs typeface="DejaVu Sans Mono"/>
              </a:defRPr>
            </a:lvl1pPr>
            <a:lvl2pPr algn="l">
              <a:defRPr sz="1875" b="1">
                <a:solidFill>
                  <a:srgbClr val="54DEEF"/>
                </a:solidFill>
                <a:latin typeface="DejaVu Sans Mono"/>
                <a:ea typeface="DejaVu Sans Mono"/>
                <a:cs typeface="DejaVu Sans Mono"/>
              </a:defRPr>
            </a:lvl2pPr>
            <a:lvl3pPr algn="l">
              <a:defRPr sz="1875" b="1">
                <a:solidFill>
                  <a:srgbClr val="54DEEF"/>
                </a:solidFill>
                <a:latin typeface="DejaVu Sans Mono"/>
                <a:ea typeface="DejaVu Sans Mono"/>
                <a:cs typeface="DejaVu Sans Mono"/>
              </a:defRPr>
            </a:lvl3pPr>
            <a:lvl4pPr algn="l">
              <a:defRPr sz="1875" b="1">
                <a:solidFill>
                  <a:srgbClr val="54DEEF"/>
                </a:solidFill>
                <a:latin typeface="DejaVu Sans Mono"/>
                <a:ea typeface="DejaVu Sans Mono"/>
                <a:cs typeface="DejaVu Sans Mono"/>
              </a:defRPr>
            </a:lvl4pPr>
            <a:lvl5pPr algn="l">
              <a:defRPr sz="1875" b="1">
                <a:solidFill>
                  <a:srgbClr val="54DEEF"/>
                </a:solidFill>
                <a:latin typeface="DejaVu Sans Mono"/>
                <a:ea typeface="DejaVu Sans Mono"/>
                <a:cs typeface="DejaVu Sans Mono"/>
              </a:defRPr>
            </a:lvl5pPr>
            <a:lvl6pPr algn="l">
              <a:defRPr sz="1875" b="1">
                <a:solidFill>
                  <a:srgbClr val="54DEEF"/>
                </a:solidFill>
                <a:latin typeface="DejaVu Sans Mono"/>
                <a:ea typeface="DejaVu Sans Mono"/>
                <a:cs typeface="DejaVu Sans Mono"/>
              </a:defRPr>
            </a:lvl6pPr>
            <a:lvl7pPr algn="l">
              <a:defRPr sz="1875" b="1">
                <a:solidFill>
                  <a:srgbClr val="54DEEF"/>
                </a:solidFill>
                <a:latin typeface="DejaVu Sans Mono"/>
                <a:ea typeface="DejaVu Sans Mono"/>
                <a:cs typeface="DejaVu Sans Mono"/>
              </a:defRPr>
            </a:lvl7pPr>
            <a:lvl8pPr algn="l">
              <a:defRPr sz="1875" b="1">
                <a:solidFill>
                  <a:srgbClr val="54DEEF"/>
                </a:solidFill>
                <a:latin typeface="DejaVu Sans Mono"/>
                <a:ea typeface="DejaVu Sans Mono"/>
                <a:cs typeface="DejaVu Sans Mono"/>
              </a:defRPr>
            </a:lvl8pPr>
            <a:lvl9pPr algn="l">
              <a:defRPr sz="1875" b="1">
                <a:solidFill>
                  <a:srgbClr val="54DEEF"/>
                </a:solidFill>
                <a:latin typeface="DejaVu Sans Mono"/>
                <a:ea typeface="DejaVu Sans Mono"/>
                <a:cs typeface="DejaVu Sans Mono"/>
              </a:defRPr>
            </a:lvl9pPr>
          </a:lstStyle>
          <a:p xmlns:a="http://schemas.openxmlformats.org/drawingml/2006/main">
            <a:pPr algn="l">
              <a:defRPr sz="1875" b="1">
                <a:solidFill>
                  <a:srgbClr val="54DEEF"/>
                </a:solidFill>
                <a:latin typeface="DejaVu Sans Mono"/>
                <a:ea typeface="DejaVu Sans Mono"/>
                <a:cs typeface="DejaVu Sans Mono"/>
              </a:defRPr>
            </a:pPr>
            <a:r>
              <a:rPr sz="1875" b="1">
                <a:solidFill>
                  <a:srgbClr val="54DEEF"/>
                </a:solidFill>
                <a:latin typeface="DejaVu Sans Mono"/>
                <a:ea typeface="DejaVu Sans Mono"/>
                <a:cs typeface="DejaVu Sans Mono"/>
              </a:rPr>
              <a:t>Agenda:</a:t>
            </a:r>
          </a:p>
        </p:txBody>
      </p:sp>
      <p:sp>
        <p:nvSpPr>
          <p:cNvPr id="3" name="agenda-item">
            <a:extLst xmlns:a="http://schemas.openxmlformats.org/drawingml/2006/main">
              <a:ext uri="{FF2B5EF4-FFF2-40B4-BE49-F238E27FC236}">
                <a16:creationId xmlns:a16="http://schemas.microsoft.com/office/drawing/2014/main" id="{4C08D0B3-8CCE-403A-9DC3-B617156F80F8}"/>
              </a:ext>
            </a:extLst>
          </p:cNvPr>
          <p:cNvSpPr>
            <a:spLocks xmlns:a="http://schemas.openxmlformats.org/drawingml/2006/main" noGrp="1"/>
          </p:cNvSpPr>
          <p:nvPr/>
        </p:nvSpPr>
        <p:spPr>
          <a:xfrm xmlns:a="http://schemas.openxmlformats.org/drawingml/2006/main">
            <a:off x="400050" y="142875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54DEEF"/>
                </a:solidFill>
                <a:latin typeface="DejaVu Sans"/>
                <a:ea typeface="DejaVu Sans"/>
                <a:cs typeface="DejaVu Sans"/>
              </a:defRPr>
            </a:defPPr>
            <a:lvl1pPr algn="l">
              <a:defRPr sz="1575" b="1">
                <a:solidFill>
                  <a:srgbClr val="54DEEF"/>
                </a:solidFill>
                <a:latin typeface="DejaVu Sans"/>
                <a:ea typeface="DejaVu Sans"/>
                <a:cs typeface="DejaVu Sans"/>
              </a:defRPr>
            </a:lvl1pPr>
            <a:lvl2pPr algn="l">
              <a:defRPr sz="1575" b="1">
                <a:solidFill>
                  <a:srgbClr val="54DEEF"/>
                </a:solidFill>
                <a:latin typeface="DejaVu Sans"/>
                <a:ea typeface="DejaVu Sans"/>
                <a:cs typeface="DejaVu Sans"/>
              </a:defRPr>
            </a:lvl2pPr>
            <a:lvl3pPr algn="l">
              <a:defRPr sz="1575" b="1">
                <a:solidFill>
                  <a:srgbClr val="54DEEF"/>
                </a:solidFill>
                <a:latin typeface="DejaVu Sans"/>
                <a:ea typeface="DejaVu Sans"/>
                <a:cs typeface="DejaVu Sans"/>
              </a:defRPr>
            </a:lvl3pPr>
            <a:lvl4pPr algn="l">
              <a:defRPr sz="1575" b="1">
                <a:solidFill>
                  <a:srgbClr val="54DEEF"/>
                </a:solidFill>
                <a:latin typeface="DejaVu Sans"/>
                <a:ea typeface="DejaVu Sans"/>
                <a:cs typeface="DejaVu Sans"/>
              </a:defRPr>
            </a:lvl4pPr>
            <a:lvl5pPr algn="l">
              <a:defRPr sz="1575" b="1">
                <a:solidFill>
                  <a:srgbClr val="54DEEF"/>
                </a:solidFill>
                <a:latin typeface="DejaVu Sans"/>
                <a:ea typeface="DejaVu Sans"/>
                <a:cs typeface="DejaVu Sans"/>
              </a:defRPr>
            </a:lvl5pPr>
            <a:lvl6pPr algn="l">
              <a:defRPr sz="1575" b="1">
                <a:solidFill>
                  <a:srgbClr val="54DEEF"/>
                </a:solidFill>
                <a:latin typeface="DejaVu Sans"/>
                <a:ea typeface="DejaVu Sans"/>
                <a:cs typeface="DejaVu Sans"/>
              </a:defRPr>
            </a:lvl6pPr>
            <a:lvl7pPr algn="l">
              <a:defRPr sz="1575" b="1">
                <a:solidFill>
                  <a:srgbClr val="54DEEF"/>
                </a:solidFill>
                <a:latin typeface="DejaVu Sans"/>
                <a:ea typeface="DejaVu Sans"/>
                <a:cs typeface="DejaVu Sans"/>
              </a:defRPr>
            </a:lvl7pPr>
            <a:lvl8pPr algn="l">
              <a:defRPr sz="1575" b="1">
                <a:solidFill>
                  <a:srgbClr val="54DEEF"/>
                </a:solidFill>
                <a:latin typeface="DejaVu Sans"/>
                <a:ea typeface="DejaVu Sans"/>
                <a:cs typeface="DejaVu Sans"/>
              </a:defRPr>
            </a:lvl8pPr>
            <a:lvl9pPr algn="l">
              <a:defRPr sz="1575" b="1">
                <a:solidFill>
                  <a:srgbClr val="54DEEF"/>
                </a:solidFill>
                <a:latin typeface="DejaVu Sans"/>
                <a:ea typeface="DejaVu Sans"/>
                <a:cs typeface="DejaVu Sans"/>
              </a:defRPr>
            </a:lvl9pPr>
          </a:lstStyle>
          <a:p xmlns:a="http://schemas.openxmlformats.org/drawingml/2006/main">
            <a:pPr algn="l">
              <a:defRPr sz="1575" b="1">
                <a:solidFill>
                  <a:srgbClr val="54DEEF"/>
                </a:solidFill>
                <a:latin typeface="DejaVu Sans"/>
                <a:ea typeface="DejaVu Sans"/>
                <a:cs typeface="DejaVu Sans"/>
              </a:defRPr>
            </a:pPr>
            <a:r>
              <a:rPr sz="1575" b="1">
                <a:solidFill>
                  <a:srgbClr val="54DEEF"/>
                </a:solidFill>
                <a:latin typeface="DejaVu Sans"/>
                <a:ea typeface="DejaVu Sans"/>
                <a:cs typeface="DejaVu Sans"/>
              </a:rPr>
              <a:t>Was ist ein VPN?</a:t>
            </a:r>
          </a:p>
        </p:txBody>
      </p:sp>
      <p:sp>
        <p:nvSpPr>
          <p:cNvPr id="4" name="agenda-item">
            <a:extLst xmlns:a="http://schemas.openxmlformats.org/drawingml/2006/main">
              <a:ext uri="{FF2B5EF4-FFF2-40B4-BE49-F238E27FC236}">
                <a16:creationId xmlns:a16="http://schemas.microsoft.com/office/drawing/2014/main" id="{6170A6DC-713F-4AFB-8538-2E45246B272A}"/>
              </a:ext>
            </a:extLst>
          </p:cNvPr>
          <p:cNvSpPr>
            <a:spLocks xmlns:a="http://schemas.openxmlformats.org/drawingml/2006/main" noGrp="1"/>
          </p:cNvSpPr>
          <p:nvPr/>
        </p:nvSpPr>
        <p:spPr>
          <a:xfrm xmlns:a="http://schemas.openxmlformats.org/drawingml/2006/main">
            <a:off x="400050" y="209550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Aufbau eines VPN</a:t>
            </a:r>
          </a:p>
        </p:txBody>
      </p:sp>
      <p:sp>
        <p:nvSpPr>
          <p:cNvPr id="5" name="agenda-item">
            <a:extLst xmlns:a="http://schemas.openxmlformats.org/drawingml/2006/main">
              <a:ext uri="{FF2B5EF4-FFF2-40B4-BE49-F238E27FC236}">
                <a16:creationId xmlns:a16="http://schemas.microsoft.com/office/drawing/2014/main" id="{29311DBC-7DA1-4A84-A853-903A0BF5B285}"/>
              </a:ext>
            </a:extLst>
          </p:cNvPr>
          <p:cNvSpPr>
            <a:spLocks xmlns:a="http://schemas.openxmlformats.org/drawingml/2006/main" noGrp="1"/>
          </p:cNvSpPr>
          <p:nvPr/>
        </p:nvSpPr>
        <p:spPr>
          <a:xfrm xmlns:a="http://schemas.openxmlformats.org/drawingml/2006/main">
            <a:off x="400050" y="276225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Ausprägungen eines VPN Netzes</a:t>
            </a:r>
          </a:p>
        </p:txBody>
      </p:sp>
      <p:sp>
        <p:nvSpPr>
          <p:cNvPr id="6" name="agenda-item">
            <a:extLst xmlns:a="http://schemas.openxmlformats.org/drawingml/2006/main">
              <a:ext uri="{FF2B5EF4-FFF2-40B4-BE49-F238E27FC236}">
                <a16:creationId xmlns:a16="http://schemas.microsoft.com/office/drawing/2014/main" id="{FA09BFDD-3B0C-47FA-A2C6-D18E6E97536A}"/>
              </a:ext>
            </a:extLst>
          </p:cNvPr>
          <p:cNvSpPr>
            <a:spLocks xmlns:a="http://schemas.openxmlformats.org/drawingml/2006/main" noGrp="1"/>
          </p:cNvSpPr>
          <p:nvPr/>
        </p:nvSpPr>
        <p:spPr>
          <a:xfrm xmlns:a="http://schemas.openxmlformats.org/drawingml/2006/main">
            <a:off x="400050" y="371475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Tunneling Protokolle</a:t>
            </a:r>
          </a:p>
        </p:txBody>
      </p:sp>
      <p:sp>
        <p:nvSpPr>
          <p:cNvPr id="7" name="agenda-item">
            <a:extLst xmlns:a="http://schemas.openxmlformats.org/drawingml/2006/main">
              <a:ext uri="{FF2B5EF4-FFF2-40B4-BE49-F238E27FC236}">
                <a16:creationId xmlns:a16="http://schemas.microsoft.com/office/drawing/2014/main" id="{48C619F1-3741-4407-B532-D9AFF8A7E7F3}"/>
              </a:ext>
            </a:extLst>
          </p:cNvPr>
          <p:cNvSpPr>
            <a:spLocks xmlns:a="http://schemas.openxmlformats.org/drawingml/2006/main" noGrp="1"/>
          </p:cNvSpPr>
          <p:nvPr/>
        </p:nvSpPr>
        <p:spPr>
          <a:xfrm xmlns:a="http://schemas.openxmlformats.org/drawingml/2006/main">
            <a:off x="400050" y="4524375"/>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IPSec</a:t>
            </a:r>
          </a:p>
        </p:txBody>
      </p:sp>
      <p:sp>
        <p:nvSpPr>
          <p:cNvPr id="8" name="agenda-item">
            <a:extLst xmlns:a="http://schemas.openxmlformats.org/drawingml/2006/main">
              <a:ext uri="{FF2B5EF4-FFF2-40B4-BE49-F238E27FC236}">
                <a16:creationId xmlns:a16="http://schemas.microsoft.com/office/drawing/2014/main" id="{C7DE2ED6-7F05-40EC-B2F5-7E699752A5C0}"/>
              </a:ext>
            </a:extLst>
          </p:cNvPr>
          <p:cNvSpPr>
            <a:spLocks xmlns:a="http://schemas.openxmlformats.org/drawingml/2006/main" noGrp="1"/>
          </p:cNvSpPr>
          <p:nvPr/>
        </p:nvSpPr>
        <p:spPr>
          <a:xfrm xmlns:a="http://schemas.openxmlformats.org/drawingml/2006/main">
            <a:off x="400050" y="5191125"/>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VPN in Verbindung mit einer Firewall</a:t>
            </a:r>
          </a:p>
        </p:txBody>
      </p:sp>
      <p:sp>
        <p:nvSpPr>
          <p:cNvPr id="9" name="agenda-item">
            <a:extLst xmlns:a="http://schemas.openxmlformats.org/drawingml/2006/main">
              <a:ext uri="{FF2B5EF4-FFF2-40B4-BE49-F238E27FC236}">
                <a16:creationId xmlns:a16="http://schemas.microsoft.com/office/drawing/2014/main" id="{E9C5CA95-674D-4483-AAC4-D5EA515E719E}"/>
              </a:ext>
            </a:extLst>
          </p:cNvPr>
          <p:cNvSpPr>
            <a:spLocks xmlns:a="http://schemas.openxmlformats.org/drawingml/2006/main" noGrp="1"/>
          </p:cNvSpPr>
          <p:nvPr/>
        </p:nvSpPr>
        <p:spPr>
          <a:xfrm xmlns:a="http://schemas.openxmlformats.org/drawingml/2006/main">
            <a:off x="400050" y="6334125"/>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Fazit</a:t>
            </a:r>
          </a:p>
        </p:txBody>
      </p:sp>
      <p:sp>
        <p:nvSpPr>
          <p:cNvPr id="10" name="title">
            <a:extLst xmlns:a="http://schemas.openxmlformats.org/drawingml/2006/main">
              <a:ext uri="{FF2B5EF4-FFF2-40B4-BE49-F238E27FC236}">
                <a16:creationId xmlns:a16="http://schemas.microsoft.com/office/drawing/2014/main" id="{63B73B3C-1D67-47D2-B5BE-1E61FC07BF9E}"/>
              </a:ext>
            </a:extLst>
          </p:cNvPr>
          <p:cNvSpPr>
            <a:spLocks xmlns:a="http://schemas.openxmlformats.org/drawingml/2006/main" noGrp="1"/>
          </p:cNvSpPr>
          <p:nvPr/>
        </p:nvSpPr>
        <p:spPr>
          <a:xfrm xmlns:a="http://schemas.openxmlformats.org/drawingml/2006/main">
            <a:off x="3619500" y="590550"/>
            <a:ext cx="1085850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525" b="1">
                <a:solidFill>
                  <a:srgbClr val="F1F7FC"/>
                </a:solidFill>
                <a:latin typeface="DejaVu Sans"/>
                <a:ea typeface="DejaVu Sans"/>
                <a:cs typeface="DejaVu Sans"/>
              </a:defRPr>
            </a:defPPr>
            <a:lvl1pPr algn="l">
              <a:defRPr sz="3525" b="1">
                <a:solidFill>
                  <a:srgbClr val="F1F7FC"/>
                </a:solidFill>
                <a:latin typeface="DejaVu Sans"/>
                <a:ea typeface="DejaVu Sans"/>
                <a:cs typeface="DejaVu Sans"/>
              </a:defRPr>
            </a:lvl1pPr>
            <a:lvl2pPr algn="l">
              <a:defRPr sz="3525" b="1">
                <a:solidFill>
                  <a:srgbClr val="F1F7FC"/>
                </a:solidFill>
                <a:latin typeface="DejaVu Sans"/>
                <a:ea typeface="DejaVu Sans"/>
                <a:cs typeface="DejaVu Sans"/>
              </a:defRPr>
            </a:lvl2pPr>
            <a:lvl3pPr algn="l">
              <a:defRPr sz="3525" b="1">
                <a:solidFill>
                  <a:srgbClr val="F1F7FC"/>
                </a:solidFill>
                <a:latin typeface="DejaVu Sans"/>
                <a:ea typeface="DejaVu Sans"/>
                <a:cs typeface="DejaVu Sans"/>
              </a:defRPr>
            </a:lvl3pPr>
            <a:lvl4pPr algn="l">
              <a:defRPr sz="3525" b="1">
                <a:solidFill>
                  <a:srgbClr val="F1F7FC"/>
                </a:solidFill>
                <a:latin typeface="DejaVu Sans"/>
                <a:ea typeface="DejaVu Sans"/>
                <a:cs typeface="DejaVu Sans"/>
              </a:defRPr>
            </a:lvl4pPr>
            <a:lvl5pPr algn="l">
              <a:defRPr sz="3525" b="1">
                <a:solidFill>
                  <a:srgbClr val="F1F7FC"/>
                </a:solidFill>
                <a:latin typeface="DejaVu Sans"/>
                <a:ea typeface="DejaVu Sans"/>
                <a:cs typeface="DejaVu Sans"/>
              </a:defRPr>
            </a:lvl5pPr>
            <a:lvl6pPr algn="l">
              <a:defRPr sz="3525" b="1">
                <a:solidFill>
                  <a:srgbClr val="F1F7FC"/>
                </a:solidFill>
                <a:latin typeface="DejaVu Sans"/>
                <a:ea typeface="DejaVu Sans"/>
                <a:cs typeface="DejaVu Sans"/>
              </a:defRPr>
            </a:lvl6pPr>
            <a:lvl7pPr algn="l">
              <a:defRPr sz="3525" b="1">
                <a:solidFill>
                  <a:srgbClr val="F1F7FC"/>
                </a:solidFill>
                <a:latin typeface="DejaVu Sans"/>
                <a:ea typeface="DejaVu Sans"/>
                <a:cs typeface="DejaVu Sans"/>
              </a:defRPr>
            </a:lvl7pPr>
            <a:lvl8pPr algn="l">
              <a:defRPr sz="3525" b="1">
                <a:solidFill>
                  <a:srgbClr val="F1F7FC"/>
                </a:solidFill>
                <a:latin typeface="DejaVu Sans"/>
                <a:ea typeface="DejaVu Sans"/>
                <a:cs typeface="DejaVu Sans"/>
              </a:defRPr>
            </a:lvl8pPr>
            <a:lvl9pPr algn="l">
              <a:defRPr sz="3525" b="1">
                <a:solidFill>
                  <a:srgbClr val="F1F7FC"/>
                </a:solidFill>
                <a:latin typeface="DejaVu Sans"/>
                <a:ea typeface="DejaVu Sans"/>
                <a:cs typeface="DejaVu Sans"/>
              </a:defRPr>
            </a:lvl9pPr>
          </a:lstStyle>
          <a:p xmlns:a="http://schemas.openxmlformats.org/drawingml/2006/main">
            <a:pPr algn="l">
              <a:defRPr sz="3525" b="1">
                <a:solidFill>
                  <a:srgbClr val="F1F7FC"/>
                </a:solidFill>
                <a:latin typeface="DejaVu Sans"/>
                <a:ea typeface="DejaVu Sans"/>
                <a:cs typeface="DejaVu Sans"/>
              </a:defRPr>
            </a:pPr>
            <a:r>
              <a:rPr sz="3525" b="1">
                <a:solidFill>
                  <a:srgbClr val="F1F7FC"/>
                </a:solidFill>
                <a:latin typeface="DejaVu Sans"/>
                <a:ea typeface="DejaVu Sans"/>
                <a:cs typeface="DejaVu Sans"/>
              </a:rPr>
              <a:t>Was ist ein VPN?</a:t>
            </a:r>
          </a:p>
        </p:txBody>
      </p:sp>
      <p:sp>
        <p:nvSpPr>
          <p:cNvPr id="11" name="page-number">
            <a:extLst xmlns:a="http://schemas.openxmlformats.org/drawingml/2006/main">
              <a:ext uri="{FF2B5EF4-FFF2-40B4-BE49-F238E27FC236}">
                <a16:creationId xmlns:a16="http://schemas.microsoft.com/office/drawing/2014/main" id="{FF836A01-7416-43B8-9A74-F3E384F4552B}"/>
              </a:ext>
            </a:extLst>
          </p:cNvPr>
          <p:cNvSpPr>
            <a:spLocks xmlns:a="http://schemas.openxmlformats.org/drawingml/2006/main" noGrp="1"/>
          </p:cNvSpPr>
          <p:nvPr/>
        </p:nvSpPr>
        <p:spPr>
          <a:xfrm xmlns:a="http://schemas.openxmlformats.org/drawingml/2006/main">
            <a:off x="13477875" y="8020050"/>
            <a:ext cx="1285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AABFD1"/>
                </a:solidFill>
                <a:latin typeface="DejaVu Sans Mono"/>
                <a:ea typeface="DejaVu Sans Mono"/>
                <a:cs typeface="DejaVu Sans Mono"/>
              </a:defRPr>
            </a:defPPr>
            <a:lvl1pPr algn="r">
              <a:defRPr sz="1350" b="0">
                <a:solidFill>
                  <a:srgbClr val="AABFD1"/>
                </a:solidFill>
                <a:latin typeface="DejaVu Sans Mono"/>
                <a:ea typeface="DejaVu Sans Mono"/>
                <a:cs typeface="DejaVu Sans Mono"/>
              </a:defRPr>
            </a:lvl1pPr>
            <a:lvl2pPr algn="r">
              <a:defRPr sz="1350" b="0">
                <a:solidFill>
                  <a:srgbClr val="AABFD1"/>
                </a:solidFill>
                <a:latin typeface="DejaVu Sans Mono"/>
                <a:ea typeface="DejaVu Sans Mono"/>
                <a:cs typeface="DejaVu Sans Mono"/>
              </a:defRPr>
            </a:lvl2pPr>
            <a:lvl3pPr algn="r">
              <a:defRPr sz="1350" b="0">
                <a:solidFill>
                  <a:srgbClr val="AABFD1"/>
                </a:solidFill>
                <a:latin typeface="DejaVu Sans Mono"/>
                <a:ea typeface="DejaVu Sans Mono"/>
                <a:cs typeface="DejaVu Sans Mono"/>
              </a:defRPr>
            </a:lvl3pPr>
            <a:lvl4pPr algn="r">
              <a:defRPr sz="1350" b="0">
                <a:solidFill>
                  <a:srgbClr val="AABFD1"/>
                </a:solidFill>
                <a:latin typeface="DejaVu Sans Mono"/>
                <a:ea typeface="DejaVu Sans Mono"/>
                <a:cs typeface="DejaVu Sans Mono"/>
              </a:defRPr>
            </a:lvl4pPr>
            <a:lvl5pPr algn="r">
              <a:defRPr sz="1350" b="0">
                <a:solidFill>
                  <a:srgbClr val="AABFD1"/>
                </a:solidFill>
                <a:latin typeface="DejaVu Sans Mono"/>
                <a:ea typeface="DejaVu Sans Mono"/>
                <a:cs typeface="DejaVu Sans Mono"/>
              </a:defRPr>
            </a:lvl5pPr>
            <a:lvl6pPr algn="r">
              <a:defRPr sz="1350" b="0">
                <a:solidFill>
                  <a:srgbClr val="AABFD1"/>
                </a:solidFill>
                <a:latin typeface="DejaVu Sans Mono"/>
                <a:ea typeface="DejaVu Sans Mono"/>
                <a:cs typeface="DejaVu Sans Mono"/>
              </a:defRPr>
            </a:lvl6pPr>
            <a:lvl7pPr algn="r">
              <a:defRPr sz="1350" b="0">
                <a:solidFill>
                  <a:srgbClr val="AABFD1"/>
                </a:solidFill>
                <a:latin typeface="DejaVu Sans Mono"/>
                <a:ea typeface="DejaVu Sans Mono"/>
                <a:cs typeface="DejaVu Sans Mono"/>
              </a:defRPr>
            </a:lvl7pPr>
            <a:lvl8pPr algn="r">
              <a:defRPr sz="1350" b="0">
                <a:solidFill>
                  <a:srgbClr val="AABFD1"/>
                </a:solidFill>
                <a:latin typeface="DejaVu Sans Mono"/>
                <a:ea typeface="DejaVu Sans Mono"/>
                <a:cs typeface="DejaVu Sans Mono"/>
              </a:defRPr>
            </a:lvl8pPr>
            <a:lvl9pPr algn="r">
              <a:defRPr sz="1350" b="0">
                <a:solidFill>
                  <a:srgbClr val="AABFD1"/>
                </a:solidFill>
                <a:latin typeface="DejaVu Sans Mono"/>
                <a:ea typeface="DejaVu Sans Mono"/>
                <a:cs typeface="DejaVu Sans Mono"/>
              </a:defRPr>
            </a:lvl9pPr>
          </a:lstStyle>
          <a:p xmlns:a="http://schemas.openxmlformats.org/drawingml/2006/main">
            <a:pPr algn="r">
              <a:defRPr sz="1350" b="0">
                <a:solidFill>
                  <a:srgbClr val="AABFD1"/>
                </a:solidFill>
                <a:latin typeface="DejaVu Sans Mono"/>
                <a:ea typeface="DejaVu Sans Mono"/>
                <a:cs typeface="DejaVu Sans Mono"/>
              </a:defRPr>
            </a:pPr>
            <a:r>
              <a:rPr sz="1350" b="0">
                <a:solidFill>
                  <a:srgbClr val="AABFD1"/>
                </a:solidFill>
                <a:latin typeface="DejaVu Sans Mono"/>
                <a:ea typeface="DejaVu Sans Mono"/>
                <a:cs typeface="DejaVu Sans Mono"/>
              </a:rPr>
              <a:t>04 / 33</a:t>
            </a:r>
          </a:p>
        </p:txBody>
      </p:sp>
      <p:sp>
        <p:nvSpPr>
          <p:cNvPr id="12" name="subheading">
            <a:extLst xmlns:a="http://schemas.openxmlformats.org/drawingml/2006/main">
              <a:ext uri="{FF2B5EF4-FFF2-40B4-BE49-F238E27FC236}">
                <a16:creationId xmlns:a16="http://schemas.microsoft.com/office/drawing/2014/main" id="{36C2F9FB-CFDC-4788-9653-F42B81B5E9DC}"/>
              </a:ext>
            </a:extLst>
          </p:cNvPr>
          <p:cNvSpPr>
            <a:spLocks xmlns:a="http://schemas.openxmlformats.org/drawingml/2006/main" noGrp="1"/>
          </p:cNvSpPr>
          <p:nvPr/>
        </p:nvSpPr>
        <p:spPr>
          <a:xfrm xmlns:a="http://schemas.openxmlformats.org/drawingml/2006/main">
            <a:off x="3619500" y="1981200"/>
            <a:ext cx="10858500" cy="5227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54DEEF"/>
                </a:solidFill>
                <a:latin typeface="DejaVu Sans"/>
                <a:ea typeface="DejaVu Sans"/>
                <a:cs typeface="DejaVu Sans"/>
              </a:defRPr>
            </a:defPPr>
            <a:lvl1pPr algn="l">
              <a:defRPr sz="2550" b="1">
                <a:solidFill>
                  <a:srgbClr val="54DEEF"/>
                </a:solidFill>
                <a:latin typeface="DejaVu Sans"/>
                <a:ea typeface="DejaVu Sans"/>
                <a:cs typeface="DejaVu Sans"/>
              </a:defRPr>
            </a:lvl1pPr>
            <a:lvl2pPr algn="l">
              <a:defRPr sz="2550" b="1">
                <a:solidFill>
                  <a:srgbClr val="54DEEF"/>
                </a:solidFill>
                <a:latin typeface="DejaVu Sans"/>
                <a:ea typeface="DejaVu Sans"/>
                <a:cs typeface="DejaVu Sans"/>
              </a:defRPr>
            </a:lvl2pPr>
            <a:lvl3pPr algn="l">
              <a:defRPr sz="2550" b="1">
                <a:solidFill>
                  <a:srgbClr val="54DEEF"/>
                </a:solidFill>
                <a:latin typeface="DejaVu Sans"/>
                <a:ea typeface="DejaVu Sans"/>
                <a:cs typeface="DejaVu Sans"/>
              </a:defRPr>
            </a:lvl3pPr>
            <a:lvl4pPr algn="l">
              <a:defRPr sz="2550" b="1">
                <a:solidFill>
                  <a:srgbClr val="54DEEF"/>
                </a:solidFill>
                <a:latin typeface="DejaVu Sans"/>
                <a:ea typeface="DejaVu Sans"/>
                <a:cs typeface="DejaVu Sans"/>
              </a:defRPr>
            </a:lvl4pPr>
            <a:lvl5pPr algn="l">
              <a:defRPr sz="2550" b="1">
                <a:solidFill>
                  <a:srgbClr val="54DEEF"/>
                </a:solidFill>
                <a:latin typeface="DejaVu Sans"/>
                <a:ea typeface="DejaVu Sans"/>
                <a:cs typeface="DejaVu Sans"/>
              </a:defRPr>
            </a:lvl5pPr>
            <a:lvl6pPr algn="l">
              <a:defRPr sz="2550" b="1">
                <a:solidFill>
                  <a:srgbClr val="54DEEF"/>
                </a:solidFill>
                <a:latin typeface="DejaVu Sans"/>
                <a:ea typeface="DejaVu Sans"/>
                <a:cs typeface="DejaVu Sans"/>
              </a:defRPr>
            </a:lvl6pPr>
            <a:lvl7pPr algn="l">
              <a:defRPr sz="2550" b="1">
                <a:solidFill>
                  <a:srgbClr val="54DEEF"/>
                </a:solidFill>
                <a:latin typeface="DejaVu Sans"/>
                <a:ea typeface="DejaVu Sans"/>
                <a:cs typeface="DejaVu Sans"/>
              </a:defRPr>
            </a:lvl7pPr>
            <a:lvl8pPr algn="l">
              <a:defRPr sz="2550" b="1">
                <a:solidFill>
                  <a:srgbClr val="54DEEF"/>
                </a:solidFill>
                <a:latin typeface="DejaVu Sans"/>
                <a:ea typeface="DejaVu Sans"/>
                <a:cs typeface="DejaVu Sans"/>
              </a:defRPr>
            </a:lvl8pPr>
            <a:lvl9pPr algn="l">
              <a:defRPr sz="2550" b="1">
                <a:solidFill>
                  <a:srgbClr val="54DEEF"/>
                </a:solidFill>
                <a:latin typeface="DejaVu Sans"/>
                <a:ea typeface="DejaVu Sans"/>
                <a:cs typeface="DejaVu Sans"/>
              </a:defRPr>
            </a:lvl9pPr>
          </a:lstStyle>
          <a:p xmlns:a="http://schemas.openxmlformats.org/drawingml/2006/main">
            <a:pPr algn="l">
              <a:defRPr sz="2550" b="1">
                <a:solidFill>
                  <a:srgbClr val="54DEEF"/>
                </a:solidFill>
                <a:latin typeface="DejaVu Sans"/>
                <a:ea typeface="DejaVu Sans"/>
                <a:cs typeface="DejaVu Sans"/>
              </a:defRPr>
            </a:pPr>
            <a:r>
              <a:rPr sz="2550" b="1">
                <a:solidFill>
                  <a:srgbClr val="54DEEF"/>
                </a:solidFill>
                <a:latin typeface="DejaVu Sans"/>
                <a:ea typeface="DejaVu Sans"/>
                <a:cs typeface="DejaVu Sans"/>
              </a:rPr>
              <a:t>Allgemein</a:t>
            </a:r>
          </a:p>
        </p:txBody>
      </p:sp>
      <p:sp>
        <p:nvSpPr>
          <p:cNvPr id="13" name="content">
            <a:extLst xmlns:a="http://schemas.openxmlformats.org/drawingml/2006/main">
              <a:ext uri="{FF2B5EF4-FFF2-40B4-BE49-F238E27FC236}">
                <a16:creationId xmlns:a16="http://schemas.microsoft.com/office/drawing/2014/main" id="{C496FAED-784B-4DBD-B70C-A20C4E013703}"/>
              </a:ext>
            </a:extLst>
          </p:cNvPr>
          <p:cNvSpPr>
            <a:spLocks xmlns:a="http://schemas.openxmlformats.org/drawingml/2006/main" noGrp="1"/>
          </p:cNvSpPr>
          <p:nvPr/>
        </p:nvSpPr>
        <p:spPr>
          <a:xfrm xmlns:a="http://schemas.openxmlformats.org/drawingml/2006/main">
            <a:off x="3619500" y="2656332"/>
            <a:ext cx="10858500" cy="45986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E0EAF4"/>
                </a:solidFill>
                <a:latin typeface="DejaVu Sans"/>
                <a:ea typeface="DejaVu Sans"/>
                <a:cs typeface="DejaVu Sans"/>
              </a:defRPr>
            </a:defPPr>
            <a:lvl1pPr algn="l">
              <a:defRPr sz="2175" b="0">
                <a:solidFill>
                  <a:srgbClr val="E0EAF4"/>
                </a:solidFill>
                <a:latin typeface="DejaVu Sans"/>
                <a:ea typeface="DejaVu Sans"/>
                <a:cs typeface="DejaVu Sans"/>
              </a:defRPr>
            </a:lvl1pPr>
            <a:lvl2pPr algn="l">
              <a:defRPr sz="2175" b="0">
                <a:solidFill>
                  <a:srgbClr val="E0EAF4"/>
                </a:solidFill>
                <a:latin typeface="DejaVu Sans"/>
                <a:ea typeface="DejaVu Sans"/>
                <a:cs typeface="DejaVu Sans"/>
              </a:defRPr>
            </a:lvl2pPr>
            <a:lvl3pPr algn="l">
              <a:defRPr sz="2175" b="0">
                <a:solidFill>
                  <a:srgbClr val="E0EAF4"/>
                </a:solidFill>
                <a:latin typeface="DejaVu Sans"/>
                <a:ea typeface="DejaVu Sans"/>
                <a:cs typeface="DejaVu Sans"/>
              </a:defRPr>
            </a:lvl3pPr>
            <a:lvl4pPr algn="l">
              <a:defRPr sz="2175" b="0">
                <a:solidFill>
                  <a:srgbClr val="E0EAF4"/>
                </a:solidFill>
                <a:latin typeface="DejaVu Sans"/>
                <a:ea typeface="DejaVu Sans"/>
                <a:cs typeface="DejaVu Sans"/>
              </a:defRPr>
            </a:lvl4pPr>
            <a:lvl5pPr algn="l">
              <a:defRPr sz="2175" b="0">
                <a:solidFill>
                  <a:srgbClr val="E0EAF4"/>
                </a:solidFill>
                <a:latin typeface="DejaVu Sans"/>
                <a:ea typeface="DejaVu Sans"/>
                <a:cs typeface="DejaVu Sans"/>
              </a:defRPr>
            </a:lvl5pPr>
            <a:lvl6pPr algn="l">
              <a:defRPr sz="2175" b="0">
                <a:solidFill>
                  <a:srgbClr val="E0EAF4"/>
                </a:solidFill>
                <a:latin typeface="DejaVu Sans"/>
                <a:ea typeface="DejaVu Sans"/>
                <a:cs typeface="DejaVu Sans"/>
              </a:defRPr>
            </a:lvl6pPr>
            <a:lvl7pPr algn="l">
              <a:defRPr sz="2175" b="0">
                <a:solidFill>
                  <a:srgbClr val="E0EAF4"/>
                </a:solidFill>
                <a:latin typeface="DejaVu Sans"/>
                <a:ea typeface="DejaVu Sans"/>
                <a:cs typeface="DejaVu Sans"/>
              </a:defRPr>
            </a:lvl7pPr>
            <a:lvl8pPr algn="l">
              <a:defRPr sz="2175" b="0">
                <a:solidFill>
                  <a:srgbClr val="E0EAF4"/>
                </a:solidFill>
                <a:latin typeface="DejaVu Sans"/>
                <a:ea typeface="DejaVu Sans"/>
                <a:cs typeface="DejaVu Sans"/>
              </a:defRPr>
            </a:lvl8pPr>
            <a:lvl9pPr algn="l">
              <a:defRPr sz="2175" b="0">
                <a:solidFill>
                  <a:srgbClr val="E0EAF4"/>
                </a:solidFill>
                <a:latin typeface="DejaVu Sans"/>
                <a:ea typeface="DejaVu Sans"/>
                <a:cs typeface="DejaVu Sans"/>
              </a:defRPr>
            </a:lvl9pPr>
          </a:lstStyle>
          <a:p xmlns:a="http://schemas.openxmlformats.org/drawingml/2006/main">
            <a:pPr marL="355600" indent="-292100" algn="l">
              <a:spcAft>
                <a:spcPts val="0"/>
              </a:spcAft>
              <a:buChar char="•"/>
              <a:defRPr sz="2175" b="0">
                <a:solidFill>
                  <a:srgbClr val="E0EAF4"/>
                </a:solidFill>
                <a:latin typeface="DejaVu Sans"/>
                <a:ea typeface="DejaVu Sans"/>
                <a:cs typeface="DejaVu Sans"/>
              </a:defRPr>
            </a:pPr>
            <a:r>
              <a:rPr b="0">
                <a:latin typeface="DejaVu Sans"/>
                <a:ea typeface="DejaVu Sans"/>
                <a:cs typeface="DejaVu Sans"/>
              </a:rPr>
              <a:t>Ein VPN verbindet zwei Rechner oder Netzwerke miteinander</a:t>
            </a:r>
          </a:p>
        </p:txBody>
      </p:sp>
      <p:sp>
        <p:nvSpPr>
          <p:cNvPr id="14" name="content">
            <a:extLst xmlns:a="http://schemas.openxmlformats.org/drawingml/2006/main">
              <a:ext uri="{FF2B5EF4-FFF2-40B4-BE49-F238E27FC236}">
                <a16:creationId xmlns:a16="http://schemas.microsoft.com/office/drawing/2014/main" id="{8AD60C11-D61B-4D52-ACD5-463DD83D5769}"/>
              </a:ext>
            </a:extLst>
          </p:cNvPr>
          <p:cNvSpPr>
            <a:spLocks xmlns:a="http://schemas.openxmlformats.org/drawingml/2006/main" noGrp="1"/>
          </p:cNvSpPr>
          <p:nvPr/>
        </p:nvSpPr>
        <p:spPr>
          <a:xfrm xmlns:a="http://schemas.openxmlformats.org/drawingml/2006/main">
            <a:off x="3619500" y="3268599"/>
            <a:ext cx="10858500" cy="45986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E0EAF4"/>
                </a:solidFill>
                <a:latin typeface="DejaVu Sans"/>
                <a:ea typeface="DejaVu Sans"/>
                <a:cs typeface="DejaVu Sans"/>
              </a:defRPr>
            </a:defPPr>
            <a:lvl1pPr algn="l">
              <a:defRPr sz="2175" b="0">
                <a:solidFill>
                  <a:srgbClr val="E0EAF4"/>
                </a:solidFill>
                <a:latin typeface="DejaVu Sans"/>
                <a:ea typeface="DejaVu Sans"/>
                <a:cs typeface="DejaVu Sans"/>
              </a:defRPr>
            </a:lvl1pPr>
            <a:lvl2pPr algn="l">
              <a:defRPr sz="2175" b="0">
                <a:solidFill>
                  <a:srgbClr val="E0EAF4"/>
                </a:solidFill>
                <a:latin typeface="DejaVu Sans"/>
                <a:ea typeface="DejaVu Sans"/>
                <a:cs typeface="DejaVu Sans"/>
              </a:defRPr>
            </a:lvl2pPr>
            <a:lvl3pPr algn="l">
              <a:defRPr sz="2175" b="0">
                <a:solidFill>
                  <a:srgbClr val="E0EAF4"/>
                </a:solidFill>
                <a:latin typeface="DejaVu Sans"/>
                <a:ea typeface="DejaVu Sans"/>
                <a:cs typeface="DejaVu Sans"/>
              </a:defRPr>
            </a:lvl3pPr>
            <a:lvl4pPr algn="l">
              <a:defRPr sz="2175" b="0">
                <a:solidFill>
                  <a:srgbClr val="E0EAF4"/>
                </a:solidFill>
                <a:latin typeface="DejaVu Sans"/>
                <a:ea typeface="DejaVu Sans"/>
                <a:cs typeface="DejaVu Sans"/>
              </a:defRPr>
            </a:lvl4pPr>
            <a:lvl5pPr algn="l">
              <a:defRPr sz="2175" b="0">
                <a:solidFill>
                  <a:srgbClr val="E0EAF4"/>
                </a:solidFill>
                <a:latin typeface="DejaVu Sans"/>
                <a:ea typeface="DejaVu Sans"/>
                <a:cs typeface="DejaVu Sans"/>
              </a:defRPr>
            </a:lvl5pPr>
            <a:lvl6pPr algn="l">
              <a:defRPr sz="2175" b="0">
                <a:solidFill>
                  <a:srgbClr val="E0EAF4"/>
                </a:solidFill>
                <a:latin typeface="DejaVu Sans"/>
                <a:ea typeface="DejaVu Sans"/>
                <a:cs typeface="DejaVu Sans"/>
              </a:defRPr>
            </a:lvl6pPr>
            <a:lvl7pPr algn="l">
              <a:defRPr sz="2175" b="0">
                <a:solidFill>
                  <a:srgbClr val="E0EAF4"/>
                </a:solidFill>
                <a:latin typeface="DejaVu Sans"/>
                <a:ea typeface="DejaVu Sans"/>
                <a:cs typeface="DejaVu Sans"/>
              </a:defRPr>
            </a:lvl7pPr>
            <a:lvl8pPr algn="l">
              <a:defRPr sz="2175" b="0">
                <a:solidFill>
                  <a:srgbClr val="E0EAF4"/>
                </a:solidFill>
                <a:latin typeface="DejaVu Sans"/>
                <a:ea typeface="DejaVu Sans"/>
                <a:cs typeface="DejaVu Sans"/>
              </a:defRPr>
            </a:lvl8pPr>
            <a:lvl9pPr algn="l">
              <a:defRPr sz="2175" b="0">
                <a:solidFill>
                  <a:srgbClr val="E0EAF4"/>
                </a:solidFill>
                <a:latin typeface="DejaVu Sans"/>
                <a:ea typeface="DejaVu Sans"/>
                <a:cs typeface="DejaVu Sans"/>
              </a:defRPr>
            </a:lvl9pPr>
          </a:lstStyle>
          <a:p xmlns:a="http://schemas.openxmlformats.org/drawingml/2006/main">
            <a:pPr algn="l">
              <a:defRPr sz="2175" b="0">
                <a:solidFill>
                  <a:srgbClr val="E0EAF4"/>
                </a:solidFill>
                <a:latin typeface="DejaVu Sans"/>
                <a:ea typeface="DejaVu Sans"/>
                <a:cs typeface="DejaVu Sans"/>
              </a:defRPr>
            </a:pPr>
            <a:r>
              <a:rPr b="0">
                <a:latin typeface="DejaVu Sans"/>
                <a:ea typeface="DejaVu Sans"/>
                <a:cs typeface="DejaVu Sans"/>
              </a:rPr>
              <a:t>➔</a:t>
            </a:r>
            <a:r>
              <a:rPr b="0">
                <a:latin typeface="DejaVu Sans"/>
                <a:ea typeface="DejaVu Sans"/>
                <a:cs typeface="DejaVu Sans"/>
              </a:rPr>
              <a:t>Nutzt Internet Protokoll als Trägermedium</a:t>
            </a:r>
          </a:p>
        </p:txBody>
      </p:sp>
      <p:sp>
        <p:nvSpPr>
          <p:cNvPr id="15" name="content">
            <a:extLst xmlns:a="http://schemas.openxmlformats.org/drawingml/2006/main">
              <a:ext uri="{FF2B5EF4-FFF2-40B4-BE49-F238E27FC236}">
                <a16:creationId xmlns:a16="http://schemas.microsoft.com/office/drawing/2014/main" id="{4F9C0318-94CB-4F09-8F2F-0F0A73EBF85C}"/>
              </a:ext>
            </a:extLst>
          </p:cNvPr>
          <p:cNvSpPr>
            <a:spLocks xmlns:a="http://schemas.openxmlformats.org/drawingml/2006/main" noGrp="1"/>
          </p:cNvSpPr>
          <p:nvPr/>
        </p:nvSpPr>
        <p:spPr>
          <a:xfrm xmlns:a="http://schemas.openxmlformats.org/drawingml/2006/main">
            <a:off x="3619500" y="3880866"/>
            <a:ext cx="10858500" cy="45986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E0EAF4"/>
                </a:solidFill>
                <a:latin typeface="DejaVu Sans"/>
                <a:ea typeface="DejaVu Sans"/>
                <a:cs typeface="DejaVu Sans"/>
              </a:defRPr>
            </a:defPPr>
            <a:lvl1pPr algn="l">
              <a:defRPr sz="2175" b="0">
                <a:solidFill>
                  <a:srgbClr val="E0EAF4"/>
                </a:solidFill>
                <a:latin typeface="DejaVu Sans"/>
                <a:ea typeface="DejaVu Sans"/>
                <a:cs typeface="DejaVu Sans"/>
              </a:defRPr>
            </a:lvl1pPr>
            <a:lvl2pPr algn="l">
              <a:defRPr sz="2175" b="0">
                <a:solidFill>
                  <a:srgbClr val="E0EAF4"/>
                </a:solidFill>
                <a:latin typeface="DejaVu Sans"/>
                <a:ea typeface="DejaVu Sans"/>
                <a:cs typeface="DejaVu Sans"/>
              </a:defRPr>
            </a:lvl2pPr>
            <a:lvl3pPr algn="l">
              <a:defRPr sz="2175" b="0">
                <a:solidFill>
                  <a:srgbClr val="E0EAF4"/>
                </a:solidFill>
                <a:latin typeface="DejaVu Sans"/>
                <a:ea typeface="DejaVu Sans"/>
                <a:cs typeface="DejaVu Sans"/>
              </a:defRPr>
            </a:lvl3pPr>
            <a:lvl4pPr algn="l">
              <a:defRPr sz="2175" b="0">
                <a:solidFill>
                  <a:srgbClr val="E0EAF4"/>
                </a:solidFill>
                <a:latin typeface="DejaVu Sans"/>
                <a:ea typeface="DejaVu Sans"/>
                <a:cs typeface="DejaVu Sans"/>
              </a:defRPr>
            </a:lvl4pPr>
            <a:lvl5pPr algn="l">
              <a:defRPr sz="2175" b="0">
                <a:solidFill>
                  <a:srgbClr val="E0EAF4"/>
                </a:solidFill>
                <a:latin typeface="DejaVu Sans"/>
                <a:ea typeface="DejaVu Sans"/>
                <a:cs typeface="DejaVu Sans"/>
              </a:defRPr>
            </a:lvl5pPr>
            <a:lvl6pPr algn="l">
              <a:defRPr sz="2175" b="0">
                <a:solidFill>
                  <a:srgbClr val="E0EAF4"/>
                </a:solidFill>
                <a:latin typeface="DejaVu Sans"/>
                <a:ea typeface="DejaVu Sans"/>
                <a:cs typeface="DejaVu Sans"/>
              </a:defRPr>
            </a:lvl6pPr>
            <a:lvl7pPr algn="l">
              <a:defRPr sz="2175" b="0">
                <a:solidFill>
                  <a:srgbClr val="E0EAF4"/>
                </a:solidFill>
                <a:latin typeface="DejaVu Sans"/>
                <a:ea typeface="DejaVu Sans"/>
                <a:cs typeface="DejaVu Sans"/>
              </a:defRPr>
            </a:lvl7pPr>
            <a:lvl8pPr algn="l">
              <a:defRPr sz="2175" b="0">
                <a:solidFill>
                  <a:srgbClr val="E0EAF4"/>
                </a:solidFill>
                <a:latin typeface="DejaVu Sans"/>
                <a:ea typeface="DejaVu Sans"/>
                <a:cs typeface="DejaVu Sans"/>
              </a:defRPr>
            </a:lvl8pPr>
            <a:lvl9pPr algn="l">
              <a:defRPr sz="2175" b="0">
                <a:solidFill>
                  <a:srgbClr val="E0EAF4"/>
                </a:solidFill>
                <a:latin typeface="DejaVu Sans"/>
                <a:ea typeface="DejaVu Sans"/>
                <a:cs typeface="DejaVu Sans"/>
              </a:defRPr>
            </a:lvl9pPr>
          </a:lstStyle>
          <a:p xmlns:a="http://schemas.openxmlformats.org/drawingml/2006/main">
            <a:pPr marL="355600" indent="-292100" algn="l">
              <a:spcAft>
                <a:spcPts val="0"/>
              </a:spcAft>
              <a:buChar char="•"/>
              <a:defRPr sz="2175" b="0">
                <a:solidFill>
                  <a:srgbClr val="E0EAF4"/>
                </a:solidFill>
                <a:latin typeface="DejaVu Sans"/>
                <a:ea typeface="DejaVu Sans"/>
                <a:cs typeface="DejaVu Sans"/>
              </a:defRPr>
            </a:pPr>
            <a:r>
              <a:rPr b="0">
                <a:latin typeface="DejaVu Sans"/>
                <a:ea typeface="DejaVu Sans"/>
                <a:cs typeface="DejaVu Sans"/>
              </a:rPr>
              <a:t>Auf Basis von Software oder Hardware</a:t>
            </a:r>
          </a:p>
        </p:txBody>
      </p:sp>
      <p:sp>
        <p:nvSpPr>
          <p:cNvPr id="16" name="content">
            <a:extLst xmlns:a="http://schemas.openxmlformats.org/drawingml/2006/main">
              <a:ext uri="{FF2B5EF4-FFF2-40B4-BE49-F238E27FC236}">
                <a16:creationId xmlns:a16="http://schemas.microsoft.com/office/drawing/2014/main" id="{3B86293B-E596-4BCF-8F0C-5AD189A7C5FB}"/>
              </a:ext>
            </a:extLst>
          </p:cNvPr>
          <p:cNvSpPr>
            <a:spLocks xmlns:a="http://schemas.openxmlformats.org/drawingml/2006/main" noGrp="1"/>
          </p:cNvSpPr>
          <p:nvPr/>
        </p:nvSpPr>
        <p:spPr>
          <a:xfrm xmlns:a="http://schemas.openxmlformats.org/drawingml/2006/main">
            <a:off x="3619500" y="4493133"/>
            <a:ext cx="10858500" cy="8244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E0EAF4"/>
                </a:solidFill>
                <a:latin typeface="DejaVu Sans"/>
                <a:ea typeface="DejaVu Sans"/>
                <a:cs typeface="DejaVu Sans"/>
              </a:defRPr>
            </a:defPPr>
            <a:lvl1pPr algn="l">
              <a:defRPr sz="2175" b="0">
                <a:solidFill>
                  <a:srgbClr val="E0EAF4"/>
                </a:solidFill>
                <a:latin typeface="DejaVu Sans"/>
                <a:ea typeface="DejaVu Sans"/>
                <a:cs typeface="DejaVu Sans"/>
              </a:defRPr>
            </a:lvl1pPr>
            <a:lvl2pPr algn="l">
              <a:defRPr sz="2175" b="0">
                <a:solidFill>
                  <a:srgbClr val="E0EAF4"/>
                </a:solidFill>
                <a:latin typeface="DejaVu Sans"/>
                <a:ea typeface="DejaVu Sans"/>
                <a:cs typeface="DejaVu Sans"/>
              </a:defRPr>
            </a:lvl2pPr>
            <a:lvl3pPr algn="l">
              <a:defRPr sz="2175" b="0">
                <a:solidFill>
                  <a:srgbClr val="E0EAF4"/>
                </a:solidFill>
                <a:latin typeface="DejaVu Sans"/>
                <a:ea typeface="DejaVu Sans"/>
                <a:cs typeface="DejaVu Sans"/>
              </a:defRPr>
            </a:lvl3pPr>
            <a:lvl4pPr algn="l">
              <a:defRPr sz="2175" b="0">
                <a:solidFill>
                  <a:srgbClr val="E0EAF4"/>
                </a:solidFill>
                <a:latin typeface="DejaVu Sans"/>
                <a:ea typeface="DejaVu Sans"/>
                <a:cs typeface="DejaVu Sans"/>
              </a:defRPr>
            </a:lvl4pPr>
            <a:lvl5pPr algn="l">
              <a:defRPr sz="2175" b="0">
                <a:solidFill>
                  <a:srgbClr val="E0EAF4"/>
                </a:solidFill>
                <a:latin typeface="DejaVu Sans"/>
                <a:ea typeface="DejaVu Sans"/>
                <a:cs typeface="DejaVu Sans"/>
              </a:defRPr>
            </a:lvl5pPr>
            <a:lvl6pPr algn="l">
              <a:defRPr sz="2175" b="0">
                <a:solidFill>
                  <a:srgbClr val="E0EAF4"/>
                </a:solidFill>
                <a:latin typeface="DejaVu Sans"/>
                <a:ea typeface="DejaVu Sans"/>
                <a:cs typeface="DejaVu Sans"/>
              </a:defRPr>
            </a:lvl6pPr>
            <a:lvl7pPr algn="l">
              <a:defRPr sz="2175" b="0">
                <a:solidFill>
                  <a:srgbClr val="E0EAF4"/>
                </a:solidFill>
                <a:latin typeface="DejaVu Sans"/>
                <a:ea typeface="DejaVu Sans"/>
                <a:cs typeface="DejaVu Sans"/>
              </a:defRPr>
            </a:lvl7pPr>
            <a:lvl8pPr algn="l">
              <a:defRPr sz="2175" b="0">
                <a:solidFill>
                  <a:srgbClr val="E0EAF4"/>
                </a:solidFill>
                <a:latin typeface="DejaVu Sans"/>
                <a:ea typeface="DejaVu Sans"/>
                <a:cs typeface="DejaVu Sans"/>
              </a:defRPr>
            </a:lvl8pPr>
            <a:lvl9pPr algn="l">
              <a:defRPr sz="2175" b="0">
                <a:solidFill>
                  <a:srgbClr val="E0EAF4"/>
                </a:solidFill>
                <a:latin typeface="DejaVu Sans"/>
                <a:ea typeface="DejaVu Sans"/>
                <a:cs typeface="DejaVu Sans"/>
              </a:defRPr>
            </a:lvl9pPr>
          </a:lstStyle>
          <a:p xmlns:a="http://schemas.openxmlformats.org/drawingml/2006/main">
            <a:pPr marL="355600" indent="-292100" algn="l">
              <a:spcAft>
                <a:spcPts val="0"/>
              </a:spcAft>
              <a:buChar char="•"/>
              <a:defRPr sz="2175" b="0">
                <a:solidFill>
                  <a:srgbClr val="E0EAF4"/>
                </a:solidFill>
                <a:latin typeface="DejaVu Sans"/>
                <a:ea typeface="DejaVu Sans"/>
                <a:cs typeface="DejaVu Sans"/>
              </a:defRPr>
            </a:pPr>
            <a:r>
              <a:rPr b="0">
                <a:latin typeface="DejaVu Sans"/>
                <a:ea typeface="DejaVu Sans"/>
                <a:cs typeface="DejaVu Sans"/>
              </a:rPr>
              <a:t>Für den Benutzer wie eine „normale“ Netzwerkverbindung zum Zielrechner</a:t>
            </a:r>
          </a:p>
        </p:txBody>
      </p:sp>
      <p:sp>
        <p:nvSpPr>
          <p:cNvPr id="17" name="content">
            <a:extLst xmlns:a="http://schemas.openxmlformats.org/drawingml/2006/main">
              <a:ext uri="{FF2B5EF4-FFF2-40B4-BE49-F238E27FC236}">
                <a16:creationId xmlns:a16="http://schemas.microsoft.com/office/drawing/2014/main" id="{D3263721-C397-4EA0-A63F-1B25F024A04A}"/>
              </a:ext>
            </a:extLst>
          </p:cNvPr>
          <p:cNvSpPr>
            <a:spLocks xmlns:a="http://schemas.openxmlformats.org/drawingml/2006/main" noGrp="1"/>
          </p:cNvSpPr>
          <p:nvPr/>
        </p:nvSpPr>
        <p:spPr>
          <a:xfrm xmlns:a="http://schemas.openxmlformats.org/drawingml/2006/main">
            <a:off x="3619500" y="5470017"/>
            <a:ext cx="10858500" cy="45986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E0EAF4"/>
                </a:solidFill>
                <a:latin typeface="DejaVu Sans"/>
                <a:ea typeface="DejaVu Sans"/>
                <a:cs typeface="DejaVu Sans"/>
              </a:defRPr>
            </a:defPPr>
            <a:lvl1pPr algn="l">
              <a:defRPr sz="2175" b="0">
                <a:solidFill>
                  <a:srgbClr val="E0EAF4"/>
                </a:solidFill>
                <a:latin typeface="DejaVu Sans"/>
                <a:ea typeface="DejaVu Sans"/>
                <a:cs typeface="DejaVu Sans"/>
              </a:defRPr>
            </a:lvl1pPr>
            <a:lvl2pPr algn="l">
              <a:defRPr sz="2175" b="0">
                <a:solidFill>
                  <a:srgbClr val="E0EAF4"/>
                </a:solidFill>
                <a:latin typeface="DejaVu Sans"/>
                <a:ea typeface="DejaVu Sans"/>
                <a:cs typeface="DejaVu Sans"/>
              </a:defRPr>
            </a:lvl2pPr>
            <a:lvl3pPr algn="l">
              <a:defRPr sz="2175" b="0">
                <a:solidFill>
                  <a:srgbClr val="E0EAF4"/>
                </a:solidFill>
                <a:latin typeface="DejaVu Sans"/>
                <a:ea typeface="DejaVu Sans"/>
                <a:cs typeface="DejaVu Sans"/>
              </a:defRPr>
            </a:lvl3pPr>
            <a:lvl4pPr algn="l">
              <a:defRPr sz="2175" b="0">
                <a:solidFill>
                  <a:srgbClr val="E0EAF4"/>
                </a:solidFill>
                <a:latin typeface="DejaVu Sans"/>
                <a:ea typeface="DejaVu Sans"/>
                <a:cs typeface="DejaVu Sans"/>
              </a:defRPr>
            </a:lvl4pPr>
            <a:lvl5pPr algn="l">
              <a:defRPr sz="2175" b="0">
                <a:solidFill>
                  <a:srgbClr val="E0EAF4"/>
                </a:solidFill>
                <a:latin typeface="DejaVu Sans"/>
                <a:ea typeface="DejaVu Sans"/>
                <a:cs typeface="DejaVu Sans"/>
              </a:defRPr>
            </a:lvl5pPr>
            <a:lvl6pPr algn="l">
              <a:defRPr sz="2175" b="0">
                <a:solidFill>
                  <a:srgbClr val="E0EAF4"/>
                </a:solidFill>
                <a:latin typeface="DejaVu Sans"/>
                <a:ea typeface="DejaVu Sans"/>
                <a:cs typeface="DejaVu Sans"/>
              </a:defRPr>
            </a:lvl6pPr>
            <a:lvl7pPr algn="l">
              <a:defRPr sz="2175" b="0">
                <a:solidFill>
                  <a:srgbClr val="E0EAF4"/>
                </a:solidFill>
                <a:latin typeface="DejaVu Sans"/>
                <a:ea typeface="DejaVu Sans"/>
                <a:cs typeface="DejaVu Sans"/>
              </a:defRPr>
            </a:lvl7pPr>
            <a:lvl8pPr algn="l">
              <a:defRPr sz="2175" b="0">
                <a:solidFill>
                  <a:srgbClr val="E0EAF4"/>
                </a:solidFill>
                <a:latin typeface="DejaVu Sans"/>
                <a:ea typeface="DejaVu Sans"/>
                <a:cs typeface="DejaVu Sans"/>
              </a:defRPr>
            </a:lvl8pPr>
            <a:lvl9pPr algn="l">
              <a:defRPr sz="2175" b="0">
                <a:solidFill>
                  <a:srgbClr val="E0EAF4"/>
                </a:solidFill>
                <a:latin typeface="DejaVu Sans"/>
                <a:ea typeface="DejaVu Sans"/>
                <a:cs typeface="DejaVu Sans"/>
              </a:defRPr>
            </a:lvl9pPr>
          </a:lstStyle>
          <a:p xmlns:a="http://schemas.openxmlformats.org/drawingml/2006/main">
            <a:pPr marL="355600" indent="-292100" algn="l">
              <a:spcAft>
                <a:spcPts val="0"/>
              </a:spcAft>
              <a:buChar char="•"/>
              <a:defRPr sz="2175" b="0">
                <a:solidFill>
                  <a:srgbClr val="E0EAF4"/>
                </a:solidFill>
                <a:latin typeface="DejaVu Sans"/>
                <a:ea typeface="DejaVu Sans"/>
                <a:cs typeface="DejaVu Sans"/>
              </a:defRPr>
            </a:pPr>
            <a:r>
              <a:rPr b="0">
                <a:latin typeface="DejaVu Sans"/>
                <a:ea typeface="DejaVu Sans"/>
                <a:cs typeface="DejaVu Sans"/>
              </a:rPr>
              <a:t>Vor Allem bei großen Unternehmen</a:t>
            </a:r>
          </a:p>
        </p:txBody>
      </p:sp>
      <p:sp>
        <p:nvSpPr>
          <p:cNvPr id="18" name="content">
            <a:extLst xmlns:a="http://schemas.openxmlformats.org/drawingml/2006/main">
              <a:ext uri="{FF2B5EF4-FFF2-40B4-BE49-F238E27FC236}">
                <a16:creationId xmlns:a16="http://schemas.microsoft.com/office/drawing/2014/main" id="{5B7A3D35-5218-463E-BB20-5852B60039DD}"/>
              </a:ext>
            </a:extLst>
          </p:cNvPr>
          <p:cNvSpPr>
            <a:spLocks xmlns:a="http://schemas.openxmlformats.org/drawingml/2006/main" noGrp="1"/>
          </p:cNvSpPr>
          <p:nvPr/>
        </p:nvSpPr>
        <p:spPr>
          <a:xfrm xmlns:a="http://schemas.openxmlformats.org/drawingml/2006/main">
            <a:off x="3619500" y="6082284"/>
            <a:ext cx="10858500" cy="45986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E0EAF4"/>
                </a:solidFill>
                <a:latin typeface="DejaVu Sans"/>
                <a:ea typeface="DejaVu Sans"/>
                <a:cs typeface="DejaVu Sans"/>
              </a:defRPr>
            </a:defPPr>
            <a:lvl1pPr algn="l">
              <a:defRPr sz="2175" b="0">
                <a:solidFill>
                  <a:srgbClr val="E0EAF4"/>
                </a:solidFill>
                <a:latin typeface="DejaVu Sans"/>
                <a:ea typeface="DejaVu Sans"/>
                <a:cs typeface="DejaVu Sans"/>
              </a:defRPr>
            </a:lvl1pPr>
            <a:lvl2pPr algn="l">
              <a:defRPr sz="2175" b="0">
                <a:solidFill>
                  <a:srgbClr val="E0EAF4"/>
                </a:solidFill>
                <a:latin typeface="DejaVu Sans"/>
                <a:ea typeface="DejaVu Sans"/>
                <a:cs typeface="DejaVu Sans"/>
              </a:defRPr>
            </a:lvl2pPr>
            <a:lvl3pPr algn="l">
              <a:defRPr sz="2175" b="0">
                <a:solidFill>
                  <a:srgbClr val="E0EAF4"/>
                </a:solidFill>
                <a:latin typeface="DejaVu Sans"/>
                <a:ea typeface="DejaVu Sans"/>
                <a:cs typeface="DejaVu Sans"/>
              </a:defRPr>
            </a:lvl3pPr>
            <a:lvl4pPr algn="l">
              <a:defRPr sz="2175" b="0">
                <a:solidFill>
                  <a:srgbClr val="E0EAF4"/>
                </a:solidFill>
                <a:latin typeface="DejaVu Sans"/>
                <a:ea typeface="DejaVu Sans"/>
                <a:cs typeface="DejaVu Sans"/>
              </a:defRPr>
            </a:lvl4pPr>
            <a:lvl5pPr algn="l">
              <a:defRPr sz="2175" b="0">
                <a:solidFill>
                  <a:srgbClr val="E0EAF4"/>
                </a:solidFill>
                <a:latin typeface="DejaVu Sans"/>
                <a:ea typeface="DejaVu Sans"/>
                <a:cs typeface="DejaVu Sans"/>
              </a:defRPr>
            </a:lvl5pPr>
            <a:lvl6pPr algn="l">
              <a:defRPr sz="2175" b="0">
                <a:solidFill>
                  <a:srgbClr val="E0EAF4"/>
                </a:solidFill>
                <a:latin typeface="DejaVu Sans"/>
                <a:ea typeface="DejaVu Sans"/>
                <a:cs typeface="DejaVu Sans"/>
              </a:defRPr>
            </a:lvl6pPr>
            <a:lvl7pPr algn="l">
              <a:defRPr sz="2175" b="0">
                <a:solidFill>
                  <a:srgbClr val="E0EAF4"/>
                </a:solidFill>
                <a:latin typeface="DejaVu Sans"/>
                <a:ea typeface="DejaVu Sans"/>
                <a:cs typeface="DejaVu Sans"/>
              </a:defRPr>
            </a:lvl7pPr>
            <a:lvl8pPr algn="l">
              <a:defRPr sz="2175" b="0">
                <a:solidFill>
                  <a:srgbClr val="E0EAF4"/>
                </a:solidFill>
                <a:latin typeface="DejaVu Sans"/>
                <a:ea typeface="DejaVu Sans"/>
                <a:cs typeface="DejaVu Sans"/>
              </a:defRPr>
            </a:lvl8pPr>
            <a:lvl9pPr algn="l">
              <a:defRPr sz="2175" b="0">
                <a:solidFill>
                  <a:srgbClr val="E0EAF4"/>
                </a:solidFill>
                <a:latin typeface="DejaVu Sans"/>
                <a:ea typeface="DejaVu Sans"/>
                <a:cs typeface="DejaVu Sans"/>
              </a:defRPr>
            </a:lvl9pPr>
          </a:lstStyle>
          <a:p xmlns:a="http://schemas.openxmlformats.org/drawingml/2006/main">
            <a:pPr marL="355600" indent="-292100" algn="l">
              <a:spcAft>
                <a:spcPts val="0"/>
              </a:spcAft>
              <a:buChar char="•"/>
              <a:defRPr sz="2175" b="0">
                <a:solidFill>
                  <a:srgbClr val="E0EAF4"/>
                </a:solidFill>
                <a:latin typeface="DejaVu Sans"/>
                <a:ea typeface="DejaVu Sans"/>
                <a:cs typeface="DejaVu Sans"/>
              </a:defRPr>
            </a:pPr>
            <a:r>
              <a:rPr b="0">
                <a:latin typeface="DejaVu Sans"/>
                <a:ea typeface="DejaVu Sans"/>
                <a:cs typeface="DejaVu Sans"/>
              </a:rPr>
              <a:t>günstige Alternative zu klassischen Dial-In- / Remote Access-Lösungen</a:t>
            </a:r>
            <a:r>
              <a:rPr b="0">
                <a:latin typeface="DejaVu Sans"/>
                <a:ea typeface="DejaVu Sans"/>
                <a:cs typeface="DejaVu Sans"/>
              </a:rPr>
              <a:t> </a:t>
            </a:r>
            <a:r>
              <a:rPr b="1">
                <a:latin typeface="DejaVu Sans"/>
                <a:ea typeface="DejaVu Sans"/>
                <a:cs typeface="DejaVu Sans"/>
              </a:rPr>
              <a:t/>
            </a:r>
          </a:p>
        </p:txBody>
      </p:sp>
    </p:spTree>
    <p:extLst>
      <p:ext uri="{BB962C8B-B14F-4D97-AF65-F5344CB8AC3E}">
        <p14:creationId xmlns:p14="http://schemas.microsoft.com/office/powerpoint/2010/main" val="1660238906"/>
      </p:ext>
    </p:extLst>
  </p:cSld>
</p:sld>
</file>

<file path=ppt/slides/slide5.xml><?xml version="1.0" encoding="utf-8"?>
<p:sld xmlns:p="http://schemas.openxmlformats.org/presentationml/2006/main">
  <p:cSld>
    <p:bg>
      <p:bgPr>
        <a:solidFill xmlns:a="http://schemas.openxmlformats.org/drawingml/2006/main">
          <a:srgbClr val="081522"/>
        </a:solidFill>
      </p:bgPr>
    </p:bg>
    <p:spTree>
      <p:nvGrpSpPr>
        <p:cNvPr id="1" name=""/>
        <p:cNvGrpSpPr/>
        <p:nvPr/>
      </p:nvGrpSpPr>
      <p:grpSpPr>
        <a:xfrm xmlns:a="http://schemas.openxmlformats.org/drawingml/2006/main"/>
      </p:grpSpPr>
      <p:pic>
        <p:nvPicPr>
          <p:cNvPr id="18" name="">
            <a:extLst xmlns:a="http://schemas.openxmlformats.org/drawingml/2006/main">
              <a:ext uri="{FF2B5EF4-FFF2-40B4-BE49-F238E27FC236}">
                <a16:creationId xmlns:a16="http://schemas.microsoft.com/office/drawing/2014/main" id="{06C6BD14-762B-4DA3-AD80-2492FDBF5E75}"/>
              </a:ext>
            </a:extLst>
          </p:cNvPr>
          <p:cNvPicPr>
            <a:picLocks xmlns:a="http://schemas.openxmlformats.org/drawingml/2006/main" noChangeAspect="1"/>
          </p:cNvPicPr>
          <p:nvPr/>
        </p:nvPicPr>
        <p:blipFill>
          <a:blip xmlns:r="http://schemas.openxmlformats.org/officeDocument/2006/relationships" xmlns:a="http://schemas.openxmlformats.org/drawingml/2006/main" r:embed="R16654577f22f4003"/>
          <a:srcRect xmlns:a="http://schemas.openxmlformats.org/drawingml/2006/main" l="0" t="27" r="0" b="27"/>
          <a:stretch xmlns:a="http://schemas.openxmlformats.org/drawingml/2006/main">
            <a:fillRect l="0" t="0" r="0" b="0"/>
          </a:stretch>
        </p:blipFill>
        <p:spPr>
          <a:xfrm xmlns:a="http://schemas.openxmlformats.org/drawingml/2006/main">
            <a:off x="0" y="0"/>
            <a:ext cx="15240000" cy="8572500"/>
          </a:xfrm>
          <a:prstGeom xmlns:a="http://schemas.openxmlformats.org/drawingml/2006/main" prst="rect">
            <a:avLst/>
          </a:prstGeom>
        </p:spPr>
      </p:pic>
      <p:sp>
        <p:nvSpPr>
          <p:cNvPr id="2" name="agenda-heading">
            <a:extLst xmlns:a="http://schemas.openxmlformats.org/drawingml/2006/main">
              <a:ext uri="{FF2B5EF4-FFF2-40B4-BE49-F238E27FC236}">
                <a16:creationId xmlns:a16="http://schemas.microsoft.com/office/drawing/2014/main" id="{512566B0-7993-487F-A5C2-B07CA68AFEF3}"/>
              </a:ext>
            </a:extLst>
          </p:cNvPr>
          <p:cNvSpPr>
            <a:spLocks xmlns:a="http://schemas.openxmlformats.org/drawingml/2006/main" noGrp="1"/>
          </p:cNvSpPr>
          <p:nvPr/>
        </p:nvSpPr>
        <p:spPr>
          <a:xfrm xmlns:a="http://schemas.openxmlformats.org/drawingml/2006/main">
            <a:off x="400050" y="638175"/>
            <a:ext cx="2333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54DEEF"/>
                </a:solidFill>
                <a:latin typeface="DejaVu Sans Mono"/>
                <a:ea typeface="DejaVu Sans Mono"/>
                <a:cs typeface="DejaVu Sans Mono"/>
              </a:defRPr>
            </a:defPPr>
            <a:lvl1pPr algn="l">
              <a:defRPr sz="1875" b="1">
                <a:solidFill>
                  <a:srgbClr val="54DEEF"/>
                </a:solidFill>
                <a:latin typeface="DejaVu Sans Mono"/>
                <a:ea typeface="DejaVu Sans Mono"/>
                <a:cs typeface="DejaVu Sans Mono"/>
              </a:defRPr>
            </a:lvl1pPr>
            <a:lvl2pPr algn="l">
              <a:defRPr sz="1875" b="1">
                <a:solidFill>
                  <a:srgbClr val="54DEEF"/>
                </a:solidFill>
                <a:latin typeface="DejaVu Sans Mono"/>
                <a:ea typeface="DejaVu Sans Mono"/>
                <a:cs typeface="DejaVu Sans Mono"/>
              </a:defRPr>
            </a:lvl2pPr>
            <a:lvl3pPr algn="l">
              <a:defRPr sz="1875" b="1">
                <a:solidFill>
                  <a:srgbClr val="54DEEF"/>
                </a:solidFill>
                <a:latin typeface="DejaVu Sans Mono"/>
                <a:ea typeface="DejaVu Sans Mono"/>
                <a:cs typeface="DejaVu Sans Mono"/>
              </a:defRPr>
            </a:lvl3pPr>
            <a:lvl4pPr algn="l">
              <a:defRPr sz="1875" b="1">
                <a:solidFill>
                  <a:srgbClr val="54DEEF"/>
                </a:solidFill>
                <a:latin typeface="DejaVu Sans Mono"/>
                <a:ea typeface="DejaVu Sans Mono"/>
                <a:cs typeface="DejaVu Sans Mono"/>
              </a:defRPr>
            </a:lvl4pPr>
            <a:lvl5pPr algn="l">
              <a:defRPr sz="1875" b="1">
                <a:solidFill>
                  <a:srgbClr val="54DEEF"/>
                </a:solidFill>
                <a:latin typeface="DejaVu Sans Mono"/>
                <a:ea typeface="DejaVu Sans Mono"/>
                <a:cs typeface="DejaVu Sans Mono"/>
              </a:defRPr>
            </a:lvl5pPr>
            <a:lvl6pPr algn="l">
              <a:defRPr sz="1875" b="1">
                <a:solidFill>
                  <a:srgbClr val="54DEEF"/>
                </a:solidFill>
                <a:latin typeface="DejaVu Sans Mono"/>
                <a:ea typeface="DejaVu Sans Mono"/>
                <a:cs typeface="DejaVu Sans Mono"/>
              </a:defRPr>
            </a:lvl6pPr>
            <a:lvl7pPr algn="l">
              <a:defRPr sz="1875" b="1">
                <a:solidFill>
                  <a:srgbClr val="54DEEF"/>
                </a:solidFill>
                <a:latin typeface="DejaVu Sans Mono"/>
                <a:ea typeface="DejaVu Sans Mono"/>
                <a:cs typeface="DejaVu Sans Mono"/>
              </a:defRPr>
            </a:lvl7pPr>
            <a:lvl8pPr algn="l">
              <a:defRPr sz="1875" b="1">
                <a:solidFill>
                  <a:srgbClr val="54DEEF"/>
                </a:solidFill>
                <a:latin typeface="DejaVu Sans Mono"/>
                <a:ea typeface="DejaVu Sans Mono"/>
                <a:cs typeface="DejaVu Sans Mono"/>
              </a:defRPr>
            </a:lvl8pPr>
            <a:lvl9pPr algn="l">
              <a:defRPr sz="1875" b="1">
                <a:solidFill>
                  <a:srgbClr val="54DEEF"/>
                </a:solidFill>
                <a:latin typeface="DejaVu Sans Mono"/>
                <a:ea typeface="DejaVu Sans Mono"/>
                <a:cs typeface="DejaVu Sans Mono"/>
              </a:defRPr>
            </a:lvl9pPr>
          </a:lstStyle>
          <a:p xmlns:a="http://schemas.openxmlformats.org/drawingml/2006/main">
            <a:pPr algn="l">
              <a:defRPr sz="1875" b="1">
                <a:solidFill>
                  <a:srgbClr val="54DEEF"/>
                </a:solidFill>
                <a:latin typeface="DejaVu Sans Mono"/>
                <a:ea typeface="DejaVu Sans Mono"/>
                <a:cs typeface="DejaVu Sans Mono"/>
              </a:defRPr>
            </a:pPr>
            <a:r>
              <a:rPr sz="1875" b="1">
                <a:solidFill>
                  <a:srgbClr val="54DEEF"/>
                </a:solidFill>
                <a:latin typeface="DejaVu Sans Mono"/>
                <a:ea typeface="DejaVu Sans Mono"/>
                <a:cs typeface="DejaVu Sans Mono"/>
              </a:rPr>
              <a:t>Agenda:</a:t>
            </a:r>
          </a:p>
        </p:txBody>
      </p:sp>
      <p:sp>
        <p:nvSpPr>
          <p:cNvPr id="3" name="agenda-item">
            <a:extLst xmlns:a="http://schemas.openxmlformats.org/drawingml/2006/main">
              <a:ext uri="{FF2B5EF4-FFF2-40B4-BE49-F238E27FC236}">
                <a16:creationId xmlns:a16="http://schemas.microsoft.com/office/drawing/2014/main" id="{C4300E0F-FE2E-47F2-9A14-2B94FF02F503}"/>
              </a:ext>
            </a:extLst>
          </p:cNvPr>
          <p:cNvSpPr>
            <a:spLocks xmlns:a="http://schemas.openxmlformats.org/drawingml/2006/main" noGrp="1"/>
          </p:cNvSpPr>
          <p:nvPr/>
        </p:nvSpPr>
        <p:spPr>
          <a:xfrm xmlns:a="http://schemas.openxmlformats.org/drawingml/2006/main">
            <a:off x="400050" y="142875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54DEEF"/>
                </a:solidFill>
                <a:latin typeface="DejaVu Sans"/>
                <a:ea typeface="DejaVu Sans"/>
                <a:cs typeface="DejaVu Sans"/>
              </a:defRPr>
            </a:defPPr>
            <a:lvl1pPr algn="l">
              <a:defRPr sz="1575" b="1">
                <a:solidFill>
                  <a:srgbClr val="54DEEF"/>
                </a:solidFill>
                <a:latin typeface="DejaVu Sans"/>
                <a:ea typeface="DejaVu Sans"/>
                <a:cs typeface="DejaVu Sans"/>
              </a:defRPr>
            </a:lvl1pPr>
            <a:lvl2pPr algn="l">
              <a:defRPr sz="1575" b="1">
                <a:solidFill>
                  <a:srgbClr val="54DEEF"/>
                </a:solidFill>
                <a:latin typeface="DejaVu Sans"/>
                <a:ea typeface="DejaVu Sans"/>
                <a:cs typeface="DejaVu Sans"/>
              </a:defRPr>
            </a:lvl2pPr>
            <a:lvl3pPr algn="l">
              <a:defRPr sz="1575" b="1">
                <a:solidFill>
                  <a:srgbClr val="54DEEF"/>
                </a:solidFill>
                <a:latin typeface="DejaVu Sans"/>
                <a:ea typeface="DejaVu Sans"/>
                <a:cs typeface="DejaVu Sans"/>
              </a:defRPr>
            </a:lvl3pPr>
            <a:lvl4pPr algn="l">
              <a:defRPr sz="1575" b="1">
                <a:solidFill>
                  <a:srgbClr val="54DEEF"/>
                </a:solidFill>
                <a:latin typeface="DejaVu Sans"/>
                <a:ea typeface="DejaVu Sans"/>
                <a:cs typeface="DejaVu Sans"/>
              </a:defRPr>
            </a:lvl4pPr>
            <a:lvl5pPr algn="l">
              <a:defRPr sz="1575" b="1">
                <a:solidFill>
                  <a:srgbClr val="54DEEF"/>
                </a:solidFill>
                <a:latin typeface="DejaVu Sans"/>
                <a:ea typeface="DejaVu Sans"/>
                <a:cs typeface="DejaVu Sans"/>
              </a:defRPr>
            </a:lvl5pPr>
            <a:lvl6pPr algn="l">
              <a:defRPr sz="1575" b="1">
                <a:solidFill>
                  <a:srgbClr val="54DEEF"/>
                </a:solidFill>
                <a:latin typeface="DejaVu Sans"/>
                <a:ea typeface="DejaVu Sans"/>
                <a:cs typeface="DejaVu Sans"/>
              </a:defRPr>
            </a:lvl6pPr>
            <a:lvl7pPr algn="l">
              <a:defRPr sz="1575" b="1">
                <a:solidFill>
                  <a:srgbClr val="54DEEF"/>
                </a:solidFill>
                <a:latin typeface="DejaVu Sans"/>
                <a:ea typeface="DejaVu Sans"/>
                <a:cs typeface="DejaVu Sans"/>
              </a:defRPr>
            </a:lvl7pPr>
            <a:lvl8pPr algn="l">
              <a:defRPr sz="1575" b="1">
                <a:solidFill>
                  <a:srgbClr val="54DEEF"/>
                </a:solidFill>
                <a:latin typeface="DejaVu Sans"/>
                <a:ea typeface="DejaVu Sans"/>
                <a:cs typeface="DejaVu Sans"/>
              </a:defRPr>
            </a:lvl8pPr>
            <a:lvl9pPr algn="l">
              <a:defRPr sz="1575" b="1">
                <a:solidFill>
                  <a:srgbClr val="54DEEF"/>
                </a:solidFill>
                <a:latin typeface="DejaVu Sans"/>
                <a:ea typeface="DejaVu Sans"/>
                <a:cs typeface="DejaVu Sans"/>
              </a:defRPr>
            </a:lvl9pPr>
          </a:lstStyle>
          <a:p xmlns:a="http://schemas.openxmlformats.org/drawingml/2006/main">
            <a:pPr algn="l">
              <a:defRPr sz="1575" b="1">
                <a:solidFill>
                  <a:srgbClr val="54DEEF"/>
                </a:solidFill>
                <a:latin typeface="DejaVu Sans"/>
                <a:ea typeface="DejaVu Sans"/>
                <a:cs typeface="DejaVu Sans"/>
              </a:defRPr>
            </a:pPr>
            <a:r>
              <a:rPr sz="1575" b="1">
                <a:solidFill>
                  <a:srgbClr val="54DEEF"/>
                </a:solidFill>
                <a:latin typeface="DejaVu Sans"/>
                <a:ea typeface="DejaVu Sans"/>
                <a:cs typeface="DejaVu Sans"/>
              </a:rPr>
              <a:t>Was ist ein VPN?</a:t>
            </a:r>
          </a:p>
        </p:txBody>
      </p:sp>
      <p:sp>
        <p:nvSpPr>
          <p:cNvPr id="4" name="agenda-item">
            <a:extLst xmlns:a="http://schemas.openxmlformats.org/drawingml/2006/main">
              <a:ext uri="{FF2B5EF4-FFF2-40B4-BE49-F238E27FC236}">
                <a16:creationId xmlns:a16="http://schemas.microsoft.com/office/drawing/2014/main" id="{11E65565-E1E7-4FE6-A972-FF979DF59F85}"/>
              </a:ext>
            </a:extLst>
          </p:cNvPr>
          <p:cNvSpPr>
            <a:spLocks xmlns:a="http://schemas.openxmlformats.org/drawingml/2006/main" noGrp="1"/>
          </p:cNvSpPr>
          <p:nvPr/>
        </p:nvSpPr>
        <p:spPr>
          <a:xfrm xmlns:a="http://schemas.openxmlformats.org/drawingml/2006/main">
            <a:off x="400050" y="209550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Aufbau eines VPN</a:t>
            </a:r>
          </a:p>
        </p:txBody>
      </p:sp>
      <p:sp>
        <p:nvSpPr>
          <p:cNvPr id="5" name="agenda-item">
            <a:extLst xmlns:a="http://schemas.openxmlformats.org/drawingml/2006/main">
              <a:ext uri="{FF2B5EF4-FFF2-40B4-BE49-F238E27FC236}">
                <a16:creationId xmlns:a16="http://schemas.microsoft.com/office/drawing/2014/main" id="{4693AED9-16ED-49AF-91DA-BFF1544AB3F2}"/>
              </a:ext>
            </a:extLst>
          </p:cNvPr>
          <p:cNvSpPr>
            <a:spLocks xmlns:a="http://schemas.openxmlformats.org/drawingml/2006/main" noGrp="1"/>
          </p:cNvSpPr>
          <p:nvPr/>
        </p:nvSpPr>
        <p:spPr>
          <a:xfrm xmlns:a="http://schemas.openxmlformats.org/drawingml/2006/main">
            <a:off x="400050" y="276225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Ausprägungen eines VPN Netzes</a:t>
            </a:r>
          </a:p>
        </p:txBody>
      </p:sp>
      <p:sp>
        <p:nvSpPr>
          <p:cNvPr id="6" name="agenda-item">
            <a:extLst xmlns:a="http://schemas.openxmlformats.org/drawingml/2006/main">
              <a:ext uri="{FF2B5EF4-FFF2-40B4-BE49-F238E27FC236}">
                <a16:creationId xmlns:a16="http://schemas.microsoft.com/office/drawing/2014/main" id="{45F53C55-CABC-491D-A51B-C88673ED13D5}"/>
              </a:ext>
            </a:extLst>
          </p:cNvPr>
          <p:cNvSpPr>
            <a:spLocks xmlns:a="http://schemas.openxmlformats.org/drawingml/2006/main" noGrp="1"/>
          </p:cNvSpPr>
          <p:nvPr/>
        </p:nvSpPr>
        <p:spPr>
          <a:xfrm xmlns:a="http://schemas.openxmlformats.org/drawingml/2006/main">
            <a:off x="400050" y="371475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Tunneling Protokolle</a:t>
            </a:r>
          </a:p>
        </p:txBody>
      </p:sp>
      <p:sp>
        <p:nvSpPr>
          <p:cNvPr id="7" name="agenda-item">
            <a:extLst xmlns:a="http://schemas.openxmlformats.org/drawingml/2006/main">
              <a:ext uri="{FF2B5EF4-FFF2-40B4-BE49-F238E27FC236}">
                <a16:creationId xmlns:a16="http://schemas.microsoft.com/office/drawing/2014/main" id="{A4FE1DB0-D508-4D12-B760-7F911EACBCB1}"/>
              </a:ext>
            </a:extLst>
          </p:cNvPr>
          <p:cNvSpPr>
            <a:spLocks xmlns:a="http://schemas.openxmlformats.org/drawingml/2006/main" noGrp="1"/>
          </p:cNvSpPr>
          <p:nvPr/>
        </p:nvSpPr>
        <p:spPr>
          <a:xfrm xmlns:a="http://schemas.openxmlformats.org/drawingml/2006/main">
            <a:off x="400050" y="4524375"/>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IPSec</a:t>
            </a:r>
          </a:p>
        </p:txBody>
      </p:sp>
      <p:sp>
        <p:nvSpPr>
          <p:cNvPr id="8" name="agenda-item">
            <a:extLst xmlns:a="http://schemas.openxmlformats.org/drawingml/2006/main">
              <a:ext uri="{FF2B5EF4-FFF2-40B4-BE49-F238E27FC236}">
                <a16:creationId xmlns:a16="http://schemas.microsoft.com/office/drawing/2014/main" id="{E84721B3-4D1F-4467-B1F5-B58C93566C56}"/>
              </a:ext>
            </a:extLst>
          </p:cNvPr>
          <p:cNvSpPr>
            <a:spLocks xmlns:a="http://schemas.openxmlformats.org/drawingml/2006/main" noGrp="1"/>
          </p:cNvSpPr>
          <p:nvPr/>
        </p:nvSpPr>
        <p:spPr>
          <a:xfrm xmlns:a="http://schemas.openxmlformats.org/drawingml/2006/main">
            <a:off x="400050" y="5191125"/>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VPN in Verbindung mit einer Firewall</a:t>
            </a:r>
          </a:p>
        </p:txBody>
      </p:sp>
      <p:sp>
        <p:nvSpPr>
          <p:cNvPr id="9" name="agenda-item">
            <a:extLst xmlns:a="http://schemas.openxmlformats.org/drawingml/2006/main">
              <a:ext uri="{FF2B5EF4-FFF2-40B4-BE49-F238E27FC236}">
                <a16:creationId xmlns:a16="http://schemas.microsoft.com/office/drawing/2014/main" id="{DA8CF8D9-3D4A-4232-9DA5-2BE8F0847F52}"/>
              </a:ext>
            </a:extLst>
          </p:cNvPr>
          <p:cNvSpPr>
            <a:spLocks xmlns:a="http://schemas.openxmlformats.org/drawingml/2006/main" noGrp="1"/>
          </p:cNvSpPr>
          <p:nvPr/>
        </p:nvSpPr>
        <p:spPr>
          <a:xfrm xmlns:a="http://schemas.openxmlformats.org/drawingml/2006/main">
            <a:off x="400050" y="6334125"/>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Fazit</a:t>
            </a:r>
          </a:p>
        </p:txBody>
      </p:sp>
      <p:sp>
        <p:nvSpPr>
          <p:cNvPr id="10" name="title">
            <a:extLst xmlns:a="http://schemas.openxmlformats.org/drawingml/2006/main">
              <a:ext uri="{FF2B5EF4-FFF2-40B4-BE49-F238E27FC236}">
                <a16:creationId xmlns:a16="http://schemas.microsoft.com/office/drawing/2014/main" id="{BECE69D6-84ED-4D82-983E-D8705CBFBFB8}"/>
              </a:ext>
            </a:extLst>
          </p:cNvPr>
          <p:cNvSpPr>
            <a:spLocks xmlns:a="http://schemas.openxmlformats.org/drawingml/2006/main" noGrp="1"/>
          </p:cNvSpPr>
          <p:nvPr/>
        </p:nvSpPr>
        <p:spPr>
          <a:xfrm xmlns:a="http://schemas.openxmlformats.org/drawingml/2006/main">
            <a:off x="3619500" y="590550"/>
            <a:ext cx="1085850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525" b="1">
                <a:solidFill>
                  <a:srgbClr val="F1F7FC"/>
                </a:solidFill>
                <a:latin typeface="DejaVu Sans"/>
                <a:ea typeface="DejaVu Sans"/>
                <a:cs typeface="DejaVu Sans"/>
              </a:defRPr>
            </a:defPPr>
            <a:lvl1pPr algn="l">
              <a:defRPr sz="3525" b="1">
                <a:solidFill>
                  <a:srgbClr val="F1F7FC"/>
                </a:solidFill>
                <a:latin typeface="DejaVu Sans"/>
                <a:ea typeface="DejaVu Sans"/>
                <a:cs typeface="DejaVu Sans"/>
              </a:defRPr>
            </a:lvl1pPr>
            <a:lvl2pPr algn="l">
              <a:defRPr sz="3525" b="1">
                <a:solidFill>
                  <a:srgbClr val="F1F7FC"/>
                </a:solidFill>
                <a:latin typeface="DejaVu Sans"/>
                <a:ea typeface="DejaVu Sans"/>
                <a:cs typeface="DejaVu Sans"/>
              </a:defRPr>
            </a:lvl2pPr>
            <a:lvl3pPr algn="l">
              <a:defRPr sz="3525" b="1">
                <a:solidFill>
                  <a:srgbClr val="F1F7FC"/>
                </a:solidFill>
                <a:latin typeface="DejaVu Sans"/>
                <a:ea typeface="DejaVu Sans"/>
                <a:cs typeface="DejaVu Sans"/>
              </a:defRPr>
            </a:lvl3pPr>
            <a:lvl4pPr algn="l">
              <a:defRPr sz="3525" b="1">
                <a:solidFill>
                  <a:srgbClr val="F1F7FC"/>
                </a:solidFill>
                <a:latin typeface="DejaVu Sans"/>
                <a:ea typeface="DejaVu Sans"/>
                <a:cs typeface="DejaVu Sans"/>
              </a:defRPr>
            </a:lvl4pPr>
            <a:lvl5pPr algn="l">
              <a:defRPr sz="3525" b="1">
                <a:solidFill>
                  <a:srgbClr val="F1F7FC"/>
                </a:solidFill>
                <a:latin typeface="DejaVu Sans"/>
                <a:ea typeface="DejaVu Sans"/>
                <a:cs typeface="DejaVu Sans"/>
              </a:defRPr>
            </a:lvl5pPr>
            <a:lvl6pPr algn="l">
              <a:defRPr sz="3525" b="1">
                <a:solidFill>
                  <a:srgbClr val="F1F7FC"/>
                </a:solidFill>
                <a:latin typeface="DejaVu Sans"/>
                <a:ea typeface="DejaVu Sans"/>
                <a:cs typeface="DejaVu Sans"/>
              </a:defRPr>
            </a:lvl6pPr>
            <a:lvl7pPr algn="l">
              <a:defRPr sz="3525" b="1">
                <a:solidFill>
                  <a:srgbClr val="F1F7FC"/>
                </a:solidFill>
                <a:latin typeface="DejaVu Sans"/>
                <a:ea typeface="DejaVu Sans"/>
                <a:cs typeface="DejaVu Sans"/>
              </a:defRPr>
            </a:lvl7pPr>
            <a:lvl8pPr algn="l">
              <a:defRPr sz="3525" b="1">
                <a:solidFill>
                  <a:srgbClr val="F1F7FC"/>
                </a:solidFill>
                <a:latin typeface="DejaVu Sans"/>
                <a:ea typeface="DejaVu Sans"/>
                <a:cs typeface="DejaVu Sans"/>
              </a:defRPr>
            </a:lvl8pPr>
            <a:lvl9pPr algn="l">
              <a:defRPr sz="3525" b="1">
                <a:solidFill>
                  <a:srgbClr val="F1F7FC"/>
                </a:solidFill>
                <a:latin typeface="DejaVu Sans"/>
                <a:ea typeface="DejaVu Sans"/>
                <a:cs typeface="DejaVu Sans"/>
              </a:defRPr>
            </a:lvl9pPr>
          </a:lstStyle>
          <a:p xmlns:a="http://schemas.openxmlformats.org/drawingml/2006/main">
            <a:pPr algn="l">
              <a:defRPr sz="3525" b="1">
                <a:solidFill>
                  <a:srgbClr val="F1F7FC"/>
                </a:solidFill>
                <a:latin typeface="DejaVu Sans"/>
                <a:ea typeface="DejaVu Sans"/>
                <a:cs typeface="DejaVu Sans"/>
              </a:defRPr>
            </a:pPr>
            <a:r>
              <a:rPr sz="3525" b="1">
                <a:solidFill>
                  <a:srgbClr val="F1F7FC"/>
                </a:solidFill>
                <a:latin typeface="DejaVu Sans"/>
                <a:ea typeface="DejaVu Sans"/>
                <a:cs typeface="DejaVu Sans"/>
              </a:rPr>
              <a:t>Was ist ein VPN?</a:t>
            </a:r>
          </a:p>
        </p:txBody>
      </p:sp>
      <p:sp>
        <p:nvSpPr>
          <p:cNvPr id="11" name="page-number">
            <a:extLst xmlns:a="http://schemas.openxmlformats.org/drawingml/2006/main">
              <a:ext uri="{FF2B5EF4-FFF2-40B4-BE49-F238E27FC236}">
                <a16:creationId xmlns:a16="http://schemas.microsoft.com/office/drawing/2014/main" id="{18792F6E-6972-4ABD-A8BD-B9A2AE80C570}"/>
              </a:ext>
            </a:extLst>
          </p:cNvPr>
          <p:cNvSpPr>
            <a:spLocks xmlns:a="http://schemas.openxmlformats.org/drawingml/2006/main" noGrp="1"/>
          </p:cNvSpPr>
          <p:nvPr/>
        </p:nvSpPr>
        <p:spPr>
          <a:xfrm xmlns:a="http://schemas.openxmlformats.org/drawingml/2006/main">
            <a:off x="13477875" y="8020050"/>
            <a:ext cx="1285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AABFD1"/>
                </a:solidFill>
                <a:latin typeface="DejaVu Sans Mono"/>
                <a:ea typeface="DejaVu Sans Mono"/>
                <a:cs typeface="DejaVu Sans Mono"/>
              </a:defRPr>
            </a:defPPr>
            <a:lvl1pPr algn="r">
              <a:defRPr sz="1350" b="0">
                <a:solidFill>
                  <a:srgbClr val="AABFD1"/>
                </a:solidFill>
                <a:latin typeface="DejaVu Sans Mono"/>
                <a:ea typeface="DejaVu Sans Mono"/>
                <a:cs typeface="DejaVu Sans Mono"/>
              </a:defRPr>
            </a:lvl1pPr>
            <a:lvl2pPr algn="r">
              <a:defRPr sz="1350" b="0">
                <a:solidFill>
                  <a:srgbClr val="AABFD1"/>
                </a:solidFill>
                <a:latin typeface="DejaVu Sans Mono"/>
                <a:ea typeface="DejaVu Sans Mono"/>
                <a:cs typeface="DejaVu Sans Mono"/>
              </a:defRPr>
            </a:lvl2pPr>
            <a:lvl3pPr algn="r">
              <a:defRPr sz="1350" b="0">
                <a:solidFill>
                  <a:srgbClr val="AABFD1"/>
                </a:solidFill>
                <a:latin typeface="DejaVu Sans Mono"/>
                <a:ea typeface="DejaVu Sans Mono"/>
                <a:cs typeface="DejaVu Sans Mono"/>
              </a:defRPr>
            </a:lvl3pPr>
            <a:lvl4pPr algn="r">
              <a:defRPr sz="1350" b="0">
                <a:solidFill>
                  <a:srgbClr val="AABFD1"/>
                </a:solidFill>
                <a:latin typeface="DejaVu Sans Mono"/>
                <a:ea typeface="DejaVu Sans Mono"/>
                <a:cs typeface="DejaVu Sans Mono"/>
              </a:defRPr>
            </a:lvl4pPr>
            <a:lvl5pPr algn="r">
              <a:defRPr sz="1350" b="0">
                <a:solidFill>
                  <a:srgbClr val="AABFD1"/>
                </a:solidFill>
                <a:latin typeface="DejaVu Sans Mono"/>
                <a:ea typeface="DejaVu Sans Mono"/>
                <a:cs typeface="DejaVu Sans Mono"/>
              </a:defRPr>
            </a:lvl5pPr>
            <a:lvl6pPr algn="r">
              <a:defRPr sz="1350" b="0">
                <a:solidFill>
                  <a:srgbClr val="AABFD1"/>
                </a:solidFill>
                <a:latin typeface="DejaVu Sans Mono"/>
                <a:ea typeface="DejaVu Sans Mono"/>
                <a:cs typeface="DejaVu Sans Mono"/>
              </a:defRPr>
            </a:lvl6pPr>
            <a:lvl7pPr algn="r">
              <a:defRPr sz="1350" b="0">
                <a:solidFill>
                  <a:srgbClr val="AABFD1"/>
                </a:solidFill>
                <a:latin typeface="DejaVu Sans Mono"/>
                <a:ea typeface="DejaVu Sans Mono"/>
                <a:cs typeface="DejaVu Sans Mono"/>
              </a:defRPr>
            </a:lvl7pPr>
            <a:lvl8pPr algn="r">
              <a:defRPr sz="1350" b="0">
                <a:solidFill>
                  <a:srgbClr val="AABFD1"/>
                </a:solidFill>
                <a:latin typeface="DejaVu Sans Mono"/>
                <a:ea typeface="DejaVu Sans Mono"/>
                <a:cs typeface="DejaVu Sans Mono"/>
              </a:defRPr>
            </a:lvl8pPr>
            <a:lvl9pPr algn="r">
              <a:defRPr sz="1350" b="0">
                <a:solidFill>
                  <a:srgbClr val="AABFD1"/>
                </a:solidFill>
                <a:latin typeface="DejaVu Sans Mono"/>
                <a:ea typeface="DejaVu Sans Mono"/>
                <a:cs typeface="DejaVu Sans Mono"/>
              </a:defRPr>
            </a:lvl9pPr>
          </a:lstStyle>
          <a:p xmlns:a="http://schemas.openxmlformats.org/drawingml/2006/main">
            <a:pPr algn="r">
              <a:defRPr sz="1350" b="0">
                <a:solidFill>
                  <a:srgbClr val="AABFD1"/>
                </a:solidFill>
                <a:latin typeface="DejaVu Sans Mono"/>
                <a:ea typeface="DejaVu Sans Mono"/>
                <a:cs typeface="DejaVu Sans Mono"/>
              </a:defRPr>
            </a:pPr>
            <a:r>
              <a:rPr sz="1350" b="0">
                <a:solidFill>
                  <a:srgbClr val="AABFD1"/>
                </a:solidFill>
                <a:latin typeface="DejaVu Sans Mono"/>
                <a:ea typeface="DejaVu Sans Mono"/>
                <a:cs typeface="DejaVu Sans Mono"/>
              </a:rPr>
              <a:t>05 / 33</a:t>
            </a:r>
          </a:p>
        </p:txBody>
      </p:sp>
      <p:sp>
        <p:nvSpPr>
          <p:cNvPr id="12" name="subheading">
            <a:extLst xmlns:a="http://schemas.openxmlformats.org/drawingml/2006/main">
              <a:ext uri="{FF2B5EF4-FFF2-40B4-BE49-F238E27FC236}">
                <a16:creationId xmlns:a16="http://schemas.microsoft.com/office/drawing/2014/main" id="{6974642E-C7B2-40F7-9E92-DE720E4B8CE5}"/>
              </a:ext>
            </a:extLst>
          </p:cNvPr>
          <p:cNvSpPr>
            <a:spLocks xmlns:a="http://schemas.openxmlformats.org/drawingml/2006/main" noGrp="1"/>
          </p:cNvSpPr>
          <p:nvPr/>
        </p:nvSpPr>
        <p:spPr>
          <a:xfrm xmlns:a="http://schemas.openxmlformats.org/drawingml/2006/main">
            <a:off x="3619500" y="2047875"/>
            <a:ext cx="10858500" cy="5227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54DEEF"/>
                </a:solidFill>
                <a:latin typeface="DejaVu Sans"/>
                <a:ea typeface="DejaVu Sans"/>
                <a:cs typeface="DejaVu Sans"/>
              </a:defRPr>
            </a:defPPr>
            <a:lvl1pPr algn="l">
              <a:defRPr sz="2550" b="1">
                <a:solidFill>
                  <a:srgbClr val="54DEEF"/>
                </a:solidFill>
                <a:latin typeface="DejaVu Sans"/>
                <a:ea typeface="DejaVu Sans"/>
                <a:cs typeface="DejaVu Sans"/>
              </a:defRPr>
            </a:lvl1pPr>
            <a:lvl2pPr algn="l">
              <a:defRPr sz="2550" b="1">
                <a:solidFill>
                  <a:srgbClr val="54DEEF"/>
                </a:solidFill>
                <a:latin typeface="DejaVu Sans"/>
                <a:ea typeface="DejaVu Sans"/>
                <a:cs typeface="DejaVu Sans"/>
              </a:defRPr>
            </a:lvl2pPr>
            <a:lvl3pPr algn="l">
              <a:defRPr sz="2550" b="1">
                <a:solidFill>
                  <a:srgbClr val="54DEEF"/>
                </a:solidFill>
                <a:latin typeface="DejaVu Sans"/>
                <a:ea typeface="DejaVu Sans"/>
                <a:cs typeface="DejaVu Sans"/>
              </a:defRPr>
            </a:lvl3pPr>
            <a:lvl4pPr algn="l">
              <a:defRPr sz="2550" b="1">
                <a:solidFill>
                  <a:srgbClr val="54DEEF"/>
                </a:solidFill>
                <a:latin typeface="DejaVu Sans"/>
                <a:ea typeface="DejaVu Sans"/>
                <a:cs typeface="DejaVu Sans"/>
              </a:defRPr>
            </a:lvl4pPr>
            <a:lvl5pPr algn="l">
              <a:defRPr sz="2550" b="1">
                <a:solidFill>
                  <a:srgbClr val="54DEEF"/>
                </a:solidFill>
                <a:latin typeface="DejaVu Sans"/>
                <a:ea typeface="DejaVu Sans"/>
                <a:cs typeface="DejaVu Sans"/>
              </a:defRPr>
            </a:lvl5pPr>
            <a:lvl6pPr algn="l">
              <a:defRPr sz="2550" b="1">
                <a:solidFill>
                  <a:srgbClr val="54DEEF"/>
                </a:solidFill>
                <a:latin typeface="DejaVu Sans"/>
                <a:ea typeface="DejaVu Sans"/>
                <a:cs typeface="DejaVu Sans"/>
              </a:defRPr>
            </a:lvl6pPr>
            <a:lvl7pPr algn="l">
              <a:defRPr sz="2550" b="1">
                <a:solidFill>
                  <a:srgbClr val="54DEEF"/>
                </a:solidFill>
                <a:latin typeface="DejaVu Sans"/>
                <a:ea typeface="DejaVu Sans"/>
                <a:cs typeface="DejaVu Sans"/>
              </a:defRPr>
            </a:lvl7pPr>
            <a:lvl8pPr algn="l">
              <a:defRPr sz="2550" b="1">
                <a:solidFill>
                  <a:srgbClr val="54DEEF"/>
                </a:solidFill>
                <a:latin typeface="DejaVu Sans"/>
                <a:ea typeface="DejaVu Sans"/>
                <a:cs typeface="DejaVu Sans"/>
              </a:defRPr>
            </a:lvl8pPr>
            <a:lvl9pPr algn="l">
              <a:defRPr sz="2550" b="1">
                <a:solidFill>
                  <a:srgbClr val="54DEEF"/>
                </a:solidFill>
                <a:latin typeface="DejaVu Sans"/>
                <a:ea typeface="DejaVu Sans"/>
                <a:cs typeface="DejaVu Sans"/>
              </a:defRPr>
            </a:lvl9pPr>
          </a:lstStyle>
          <a:p xmlns:a="http://schemas.openxmlformats.org/drawingml/2006/main">
            <a:pPr algn="l">
              <a:defRPr sz="2550" b="1">
                <a:solidFill>
                  <a:srgbClr val="54DEEF"/>
                </a:solidFill>
                <a:latin typeface="DejaVu Sans"/>
                <a:ea typeface="DejaVu Sans"/>
                <a:cs typeface="DejaVu Sans"/>
              </a:defRPr>
            </a:pPr>
            <a:r>
              <a:rPr sz="2550" b="1">
                <a:solidFill>
                  <a:srgbClr val="54DEEF"/>
                </a:solidFill>
                <a:latin typeface="DejaVu Sans"/>
                <a:ea typeface="DejaVu Sans"/>
                <a:cs typeface="DejaVu Sans"/>
              </a:rPr>
              <a:t>Anforderungen</a:t>
            </a:r>
          </a:p>
        </p:txBody>
      </p:sp>
      <p:sp>
        <p:nvSpPr>
          <p:cNvPr id="13" name="content">
            <a:extLst xmlns:a="http://schemas.openxmlformats.org/drawingml/2006/main">
              <a:ext uri="{FF2B5EF4-FFF2-40B4-BE49-F238E27FC236}">
                <a16:creationId xmlns:a16="http://schemas.microsoft.com/office/drawing/2014/main" id="{8AF2D02E-3307-4244-9168-CA4BB699690E}"/>
              </a:ext>
            </a:extLst>
          </p:cNvPr>
          <p:cNvSpPr>
            <a:spLocks xmlns:a="http://schemas.openxmlformats.org/drawingml/2006/main" noGrp="1"/>
          </p:cNvSpPr>
          <p:nvPr/>
        </p:nvSpPr>
        <p:spPr>
          <a:xfrm xmlns:a="http://schemas.openxmlformats.org/drawingml/2006/main">
            <a:off x="3619500" y="2856357"/>
            <a:ext cx="10858500" cy="54787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0">
                <a:solidFill>
                  <a:srgbClr val="E0EAF4"/>
                </a:solidFill>
                <a:latin typeface="DejaVu Sans"/>
                <a:ea typeface="DejaVu Sans"/>
                <a:cs typeface="DejaVu Sans"/>
              </a:defRPr>
            </a:defPPr>
            <a:lvl1pPr algn="l">
              <a:defRPr sz="2700" b="0">
                <a:solidFill>
                  <a:srgbClr val="E0EAF4"/>
                </a:solidFill>
                <a:latin typeface="DejaVu Sans"/>
                <a:ea typeface="DejaVu Sans"/>
                <a:cs typeface="DejaVu Sans"/>
              </a:defRPr>
            </a:lvl1pPr>
            <a:lvl2pPr algn="l">
              <a:defRPr sz="2700" b="0">
                <a:solidFill>
                  <a:srgbClr val="E0EAF4"/>
                </a:solidFill>
                <a:latin typeface="DejaVu Sans"/>
                <a:ea typeface="DejaVu Sans"/>
                <a:cs typeface="DejaVu Sans"/>
              </a:defRPr>
            </a:lvl2pPr>
            <a:lvl3pPr algn="l">
              <a:defRPr sz="2700" b="0">
                <a:solidFill>
                  <a:srgbClr val="E0EAF4"/>
                </a:solidFill>
                <a:latin typeface="DejaVu Sans"/>
                <a:ea typeface="DejaVu Sans"/>
                <a:cs typeface="DejaVu Sans"/>
              </a:defRPr>
            </a:lvl3pPr>
            <a:lvl4pPr algn="l">
              <a:defRPr sz="2700" b="0">
                <a:solidFill>
                  <a:srgbClr val="E0EAF4"/>
                </a:solidFill>
                <a:latin typeface="DejaVu Sans"/>
                <a:ea typeface="DejaVu Sans"/>
                <a:cs typeface="DejaVu Sans"/>
              </a:defRPr>
            </a:lvl4pPr>
            <a:lvl5pPr algn="l">
              <a:defRPr sz="2700" b="0">
                <a:solidFill>
                  <a:srgbClr val="E0EAF4"/>
                </a:solidFill>
                <a:latin typeface="DejaVu Sans"/>
                <a:ea typeface="DejaVu Sans"/>
                <a:cs typeface="DejaVu Sans"/>
              </a:defRPr>
            </a:lvl5pPr>
            <a:lvl6pPr algn="l">
              <a:defRPr sz="2700" b="0">
                <a:solidFill>
                  <a:srgbClr val="E0EAF4"/>
                </a:solidFill>
                <a:latin typeface="DejaVu Sans"/>
                <a:ea typeface="DejaVu Sans"/>
                <a:cs typeface="DejaVu Sans"/>
              </a:defRPr>
            </a:lvl6pPr>
            <a:lvl7pPr algn="l">
              <a:defRPr sz="2700" b="0">
                <a:solidFill>
                  <a:srgbClr val="E0EAF4"/>
                </a:solidFill>
                <a:latin typeface="DejaVu Sans"/>
                <a:ea typeface="DejaVu Sans"/>
                <a:cs typeface="DejaVu Sans"/>
              </a:defRPr>
            </a:lvl7pPr>
            <a:lvl8pPr algn="l">
              <a:defRPr sz="2700" b="0">
                <a:solidFill>
                  <a:srgbClr val="E0EAF4"/>
                </a:solidFill>
                <a:latin typeface="DejaVu Sans"/>
                <a:ea typeface="DejaVu Sans"/>
                <a:cs typeface="DejaVu Sans"/>
              </a:defRPr>
            </a:lvl8pPr>
            <a:lvl9pPr algn="l">
              <a:defRPr sz="2700" b="0">
                <a:solidFill>
                  <a:srgbClr val="E0EAF4"/>
                </a:solidFill>
                <a:latin typeface="DejaVu Sans"/>
                <a:ea typeface="DejaVu Sans"/>
                <a:cs typeface="DejaVu Sans"/>
              </a:defRPr>
            </a:lvl9pPr>
          </a:lstStyle>
          <a:p xmlns:a="http://schemas.openxmlformats.org/drawingml/2006/main">
            <a:pPr marL="355600" indent="-292100" algn="l">
              <a:spcAft>
                <a:spcPts val="0"/>
              </a:spcAft>
              <a:buChar char="•"/>
              <a:defRPr sz="2700" b="0">
                <a:solidFill>
                  <a:srgbClr val="E0EAF4"/>
                </a:solidFill>
                <a:latin typeface="DejaVu Sans"/>
                <a:ea typeface="DejaVu Sans"/>
                <a:cs typeface="DejaVu Sans"/>
              </a:defRPr>
            </a:pPr>
            <a:r>
              <a:rPr b="0">
                <a:latin typeface="DejaVu Sans"/>
                <a:ea typeface="DejaVu Sans"/>
                <a:cs typeface="DejaVu Sans"/>
              </a:rPr>
              <a:t>Benutzerauthentifizierung</a:t>
            </a:r>
          </a:p>
        </p:txBody>
      </p:sp>
      <p:sp>
        <p:nvSpPr>
          <p:cNvPr id="14" name="content">
            <a:extLst xmlns:a="http://schemas.openxmlformats.org/drawingml/2006/main">
              <a:ext uri="{FF2B5EF4-FFF2-40B4-BE49-F238E27FC236}">
                <a16:creationId xmlns:a16="http://schemas.microsoft.com/office/drawing/2014/main" id="{08315183-29C6-4F1E-AA30-7A5BEEF5B5E6}"/>
              </a:ext>
            </a:extLst>
          </p:cNvPr>
          <p:cNvSpPr>
            <a:spLocks xmlns:a="http://schemas.openxmlformats.org/drawingml/2006/main" noGrp="1"/>
          </p:cNvSpPr>
          <p:nvPr/>
        </p:nvSpPr>
        <p:spPr>
          <a:xfrm xmlns:a="http://schemas.openxmlformats.org/drawingml/2006/main">
            <a:off x="3619500" y="3689985"/>
            <a:ext cx="10858500" cy="54787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0">
                <a:solidFill>
                  <a:srgbClr val="E0EAF4"/>
                </a:solidFill>
                <a:latin typeface="DejaVu Sans"/>
                <a:ea typeface="DejaVu Sans"/>
                <a:cs typeface="DejaVu Sans"/>
              </a:defRPr>
            </a:defPPr>
            <a:lvl1pPr algn="l">
              <a:defRPr sz="2700" b="0">
                <a:solidFill>
                  <a:srgbClr val="E0EAF4"/>
                </a:solidFill>
                <a:latin typeface="DejaVu Sans"/>
                <a:ea typeface="DejaVu Sans"/>
                <a:cs typeface="DejaVu Sans"/>
              </a:defRPr>
            </a:lvl1pPr>
            <a:lvl2pPr algn="l">
              <a:defRPr sz="2700" b="0">
                <a:solidFill>
                  <a:srgbClr val="E0EAF4"/>
                </a:solidFill>
                <a:latin typeface="DejaVu Sans"/>
                <a:ea typeface="DejaVu Sans"/>
                <a:cs typeface="DejaVu Sans"/>
              </a:defRPr>
            </a:lvl2pPr>
            <a:lvl3pPr algn="l">
              <a:defRPr sz="2700" b="0">
                <a:solidFill>
                  <a:srgbClr val="E0EAF4"/>
                </a:solidFill>
                <a:latin typeface="DejaVu Sans"/>
                <a:ea typeface="DejaVu Sans"/>
                <a:cs typeface="DejaVu Sans"/>
              </a:defRPr>
            </a:lvl3pPr>
            <a:lvl4pPr algn="l">
              <a:defRPr sz="2700" b="0">
                <a:solidFill>
                  <a:srgbClr val="E0EAF4"/>
                </a:solidFill>
                <a:latin typeface="DejaVu Sans"/>
                <a:ea typeface="DejaVu Sans"/>
                <a:cs typeface="DejaVu Sans"/>
              </a:defRPr>
            </a:lvl4pPr>
            <a:lvl5pPr algn="l">
              <a:defRPr sz="2700" b="0">
                <a:solidFill>
                  <a:srgbClr val="E0EAF4"/>
                </a:solidFill>
                <a:latin typeface="DejaVu Sans"/>
                <a:ea typeface="DejaVu Sans"/>
                <a:cs typeface="DejaVu Sans"/>
              </a:defRPr>
            </a:lvl5pPr>
            <a:lvl6pPr algn="l">
              <a:defRPr sz="2700" b="0">
                <a:solidFill>
                  <a:srgbClr val="E0EAF4"/>
                </a:solidFill>
                <a:latin typeface="DejaVu Sans"/>
                <a:ea typeface="DejaVu Sans"/>
                <a:cs typeface="DejaVu Sans"/>
              </a:defRPr>
            </a:lvl6pPr>
            <a:lvl7pPr algn="l">
              <a:defRPr sz="2700" b="0">
                <a:solidFill>
                  <a:srgbClr val="E0EAF4"/>
                </a:solidFill>
                <a:latin typeface="DejaVu Sans"/>
                <a:ea typeface="DejaVu Sans"/>
                <a:cs typeface="DejaVu Sans"/>
              </a:defRPr>
            </a:lvl7pPr>
            <a:lvl8pPr algn="l">
              <a:defRPr sz="2700" b="0">
                <a:solidFill>
                  <a:srgbClr val="E0EAF4"/>
                </a:solidFill>
                <a:latin typeface="DejaVu Sans"/>
                <a:ea typeface="DejaVu Sans"/>
                <a:cs typeface="DejaVu Sans"/>
              </a:defRPr>
            </a:lvl8pPr>
            <a:lvl9pPr algn="l">
              <a:defRPr sz="2700" b="0">
                <a:solidFill>
                  <a:srgbClr val="E0EAF4"/>
                </a:solidFill>
                <a:latin typeface="DejaVu Sans"/>
                <a:ea typeface="DejaVu Sans"/>
                <a:cs typeface="DejaVu Sans"/>
              </a:defRPr>
            </a:lvl9pPr>
          </a:lstStyle>
          <a:p xmlns:a="http://schemas.openxmlformats.org/drawingml/2006/main">
            <a:pPr marL="355600" indent="-292100" algn="l">
              <a:spcAft>
                <a:spcPts val="0"/>
              </a:spcAft>
              <a:buChar char="•"/>
              <a:defRPr sz="2700" b="0">
                <a:solidFill>
                  <a:srgbClr val="E0EAF4"/>
                </a:solidFill>
                <a:latin typeface="DejaVu Sans"/>
                <a:ea typeface="DejaVu Sans"/>
                <a:cs typeface="DejaVu Sans"/>
              </a:defRPr>
            </a:pPr>
            <a:r>
              <a:rPr b="0">
                <a:latin typeface="DejaVu Sans"/>
                <a:ea typeface="DejaVu Sans"/>
                <a:cs typeface="DejaVu Sans"/>
              </a:rPr>
              <a:t>Adressenverwaltung</a:t>
            </a:r>
          </a:p>
        </p:txBody>
      </p:sp>
      <p:sp>
        <p:nvSpPr>
          <p:cNvPr id="15" name="content">
            <a:extLst xmlns:a="http://schemas.openxmlformats.org/drawingml/2006/main">
              <a:ext uri="{FF2B5EF4-FFF2-40B4-BE49-F238E27FC236}">
                <a16:creationId xmlns:a16="http://schemas.microsoft.com/office/drawing/2014/main" id="{958B83F8-CB64-4E5A-92EE-3D480BCDFB86}"/>
              </a:ext>
            </a:extLst>
          </p:cNvPr>
          <p:cNvSpPr>
            <a:spLocks xmlns:a="http://schemas.openxmlformats.org/drawingml/2006/main" noGrp="1"/>
          </p:cNvSpPr>
          <p:nvPr/>
        </p:nvSpPr>
        <p:spPr>
          <a:xfrm xmlns:a="http://schemas.openxmlformats.org/drawingml/2006/main">
            <a:off x="3619500" y="4523613"/>
            <a:ext cx="10858500" cy="54787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0">
                <a:solidFill>
                  <a:srgbClr val="E0EAF4"/>
                </a:solidFill>
                <a:latin typeface="DejaVu Sans"/>
                <a:ea typeface="DejaVu Sans"/>
                <a:cs typeface="DejaVu Sans"/>
              </a:defRPr>
            </a:defPPr>
            <a:lvl1pPr algn="l">
              <a:defRPr sz="2700" b="0">
                <a:solidFill>
                  <a:srgbClr val="E0EAF4"/>
                </a:solidFill>
                <a:latin typeface="DejaVu Sans"/>
                <a:ea typeface="DejaVu Sans"/>
                <a:cs typeface="DejaVu Sans"/>
              </a:defRPr>
            </a:lvl1pPr>
            <a:lvl2pPr algn="l">
              <a:defRPr sz="2700" b="0">
                <a:solidFill>
                  <a:srgbClr val="E0EAF4"/>
                </a:solidFill>
                <a:latin typeface="DejaVu Sans"/>
                <a:ea typeface="DejaVu Sans"/>
                <a:cs typeface="DejaVu Sans"/>
              </a:defRPr>
            </a:lvl2pPr>
            <a:lvl3pPr algn="l">
              <a:defRPr sz="2700" b="0">
                <a:solidFill>
                  <a:srgbClr val="E0EAF4"/>
                </a:solidFill>
                <a:latin typeface="DejaVu Sans"/>
                <a:ea typeface="DejaVu Sans"/>
                <a:cs typeface="DejaVu Sans"/>
              </a:defRPr>
            </a:lvl3pPr>
            <a:lvl4pPr algn="l">
              <a:defRPr sz="2700" b="0">
                <a:solidFill>
                  <a:srgbClr val="E0EAF4"/>
                </a:solidFill>
                <a:latin typeface="DejaVu Sans"/>
                <a:ea typeface="DejaVu Sans"/>
                <a:cs typeface="DejaVu Sans"/>
              </a:defRPr>
            </a:lvl4pPr>
            <a:lvl5pPr algn="l">
              <a:defRPr sz="2700" b="0">
                <a:solidFill>
                  <a:srgbClr val="E0EAF4"/>
                </a:solidFill>
                <a:latin typeface="DejaVu Sans"/>
                <a:ea typeface="DejaVu Sans"/>
                <a:cs typeface="DejaVu Sans"/>
              </a:defRPr>
            </a:lvl5pPr>
            <a:lvl6pPr algn="l">
              <a:defRPr sz="2700" b="0">
                <a:solidFill>
                  <a:srgbClr val="E0EAF4"/>
                </a:solidFill>
                <a:latin typeface="DejaVu Sans"/>
                <a:ea typeface="DejaVu Sans"/>
                <a:cs typeface="DejaVu Sans"/>
              </a:defRPr>
            </a:lvl6pPr>
            <a:lvl7pPr algn="l">
              <a:defRPr sz="2700" b="0">
                <a:solidFill>
                  <a:srgbClr val="E0EAF4"/>
                </a:solidFill>
                <a:latin typeface="DejaVu Sans"/>
                <a:ea typeface="DejaVu Sans"/>
                <a:cs typeface="DejaVu Sans"/>
              </a:defRPr>
            </a:lvl7pPr>
            <a:lvl8pPr algn="l">
              <a:defRPr sz="2700" b="0">
                <a:solidFill>
                  <a:srgbClr val="E0EAF4"/>
                </a:solidFill>
                <a:latin typeface="DejaVu Sans"/>
                <a:ea typeface="DejaVu Sans"/>
                <a:cs typeface="DejaVu Sans"/>
              </a:defRPr>
            </a:lvl8pPr>
            <a:lvl9pPr algn="l">
              <a:defRPr sz="2700" b="0">
                <a:solidFill>
                  <a:srgbClr val="E0EAF4"/>
                </a:solidFill>
                <a:latin typeface="DejaVu Sans"/>
                <a:ea typeface="DejaVu Sans"/>
                <a:cs typeface="DejaVu Sans"/>
              </a:defRPr>
            </a:lvl9pPr>
          </a:lstStyle>
          <a:p xmlns:a="http://schemas.openxmlformats.org/drawingml/2006/main">
            <a:pPr marL="355600" indent="-292100" algn="l">
              <a:spcAft>
                <a:spcPts val="0"/>
              </a:spcAft>
              <a:buChar char="•"/>
              <a:defRPr sz="2700" b="0">
                <a:solidFill>
                  <a:srgbClr val="E0EAF4"/>
                </a:solidFill>
                <a:latin typeface="DejaVu Sans"/>
                <a:ea typeface="DejaVu Sans"/>
                <a:cs typeface="DejaVu Sans"/>
              </a:defRPr>
            </a:pPr>
            <a:r>
              <a:rPr b="0">
                <a:latin typeface="DejaVu Sans"/>
                <a:ea typeface="DejaVu Sans"/>
                <a:cs typeface="DejaVu Sans"/>
              </a:rPr>
              <a:t>Datenverschlüsselung</a:t>
            </a:r>
          </a:p>
        </p:txBody>
      </p:sp>
      <p:sp>
        <p:nvSpPr>
          <p:cNvPr id="16" name="content">
            <a:extLst xmlns:a="http://schemas.openxmlformats.org/drawingml/2006/main">
              <a:ext uri="{FF2B5EF4-FFF2-40B4-BE49-F238E27FC236}">
                <a16:creationId xmlns:a16="http://schemas.microsoft.com/office/drawing/2014/main" id="{1EDF8A3C-B26A-47B3-B921-EC546C7FAE0F}"/>
              </a:ext>
            </a:extLst>
          </p:cNvPr>
          <p:cNvSpPr>
            <a:spLocks xmlns:a="http://schemas.openxmlformats.org/drawingml/2006/main" noGrp="1"/>
          </p:cNvSpPr>
          <p:nvPr/>
        </p:nvSpPr>
        <p:spPr>
          <a:xfrm xmlns:a="http://schemas.openxmlformats.org/drawingml/2006/main">
            <a:off x="3619500" y="5357241"/>
            <a:ext cx="10858500" cy="54787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0">
                <a:solidFill>
                  <a:srgbClr val="E0EAF4"/>
                </a:solidFill>
                <a:latin typeface="DejaVu Sans"/>
                <a:ea typeface="DejaVu Sans"/>
                <a:cs typeface="DejaVu Sans"/>
              </a:defRPr>
            </a:defPPr>
            <a:lvl1pPr algn="l">
              <a:defRPr sz="2700" b="0">
                <a:solidFill>
                  <a:srgbClr val="E0EAF4"/>
                </a:solidFill>
                <a:latin typeface="DejaVu Sans"/>
                <a:ea typeface="DejaVu Sans"/>
                <a:cs typeface="DejaVu Sans"/>
              </a:defRPr>
            </a:lvl1pPr>
            <a:lvl2pPr algn="l">
              <a:defRPr sz="2700" b="0">
                <a:solidFill>
                  <a:srgbClr val="E0EAF4"/>
                </a:solidFill>
                <a:latin typeface="DejaVu Sans"/>
                <a:ea typeface="DejaVu Sans"/>
                <a:cs typeface="DejaVu Sans"/>
              </a:defRPr>
            </a:lvl2pPr>
            <a:lvl3pPr algn="l">
              <a:defRPr sz="2700" b="0">
                <a:solidFill>
                  <a:srgbClr val="E0EAF4"/>
                </a:solidFill>
                <a:latin typeface="DejaVu Sans"/>
                <a:ea typeface="DejaVu Sans"/>
                <a:cs typeface="DejaVu Sans"/>
              </a:defRPr>
            </a:lvl3pPr>
            <a:lvl4pPr algn="l">
              <a:defRPr sz="2700" b="0">
                <a:solidFill>
                  <a:srgbClr val="E0EAF4"/>
                </a:solidFill>
                <a:latin typeface="DejaVu Sans"/>
                <a:ea typeface="DejaVu Sans"/>
                <a:cs typeface="DejaVu Sans"/>
              </a:defRPr>
            </a:lvl4pPr>
            <a:lvl5pPr algn="l">
              <a:defRPr sz="2700" b="0">
                <a:solidFill>
                  <a:srgbClr val="E0EAF4"/>
                </a:solidFill>
                <a:latin typeface="DejaVu Sans"/>
                <a:ea typeface="DejaVu Sans"/>
                <a:cs typeface="DejaVu Sans"/>
              </a:defRPr>
            </a:lvl5pPr>
            <a:lvl6pPr algn="l">
              <a:defRPr sz="2700" b="0">
                <a:solidFill>
                  <a:srgbClr val="E0EAF4"/>
                </a:solidFill>
                <a:latin typeface="DejaVu Sans"/>
                <a:ea typeface="DejaVu Sans"/>
                <a:cs typeface="DejaVu Sans"/>
              </a:defRPr>
            </a:lvl6pPr>
            <a:lvl7pPr algn="l">
              <a:defRPr sz="2700" b="0">
                <a:solidFill>
                  <a:srgbClr val="E0EAF4"/>
                </a:solidFill>
                <a:latin typeface="DejaVu Sans"/>
                <a:ea typeface="DejaVu Sans"/>
                <a:cs typeface="DejaVu Sans"/>
              </a:defRPr>
            </a:lvl7pPr>
            <a:lvl8pPr algn="l">
              <a:defRPr sz="2700" b="0">
                <a:solidFill>
                  <a:srgbClr val="E0EAF4"/>
                </a:solidFill>
                <a:latin typeface="DejaVu Sans"/>
                <a:ea typeface="DejaVu Sans"/>
                <a:cs typeface="DejaVu Sans"/>
              </a:defRPr>
            </a:lvl8pPr>
            <a:lvl9pPr algn="l">
              <a:defRPr sz="2700" b="0">
                <a:solidFill>
                  <a:srgbClr val="E0EAF4"/>
                </a:solidFill>
                <a:latin typeface="DejaVu Sans"/>
                <a:ea typeface="DejaVu Sans"/>
                <a:cs typeface="DejaVu Sans"/>
              </a:defRPr>
            </a:lvl9pPr>
          </a:lstStyle>
          <a:p xmlns:a="http://schemas.openxmlformats.org/drawingml/2006/main">
            <a:pPr marL="355600" indent="-292100" algn="l">
              <a:spcAft>
                <a:spcPts val="0"/>
              </a:spcAft>
              <a:buChar char="•"/>
              <a:defRPr sz="2700" b="0">
                <a:solidFill>
                  <a:srgbClr val="E0EAF4"/>
                </a:solidFill>
                <a:latin typeface="DejaVu Sans"/>
                <a:ea typeface="DejaVu Sans"/>
                <a:cs typeface="DejaVu Sans"/>
              </a:defRPr>
            </a:pPr>
            <a:r>
              <a:rPr b="0">
                <a:latin typeface="DejaVu Sans"/>
                <a:ea typeface="DejaVu Sans"/>
                <a:cs typeface="DejaVu Sans"/>
              </a:rPr>
              <a:t>Schlüsselmanagement</a:t>
            </a:r>
          </a:p>
        </p:txBody>
      </p:sp>
      <p:sp>
        <p:nvSpPr>
          <p:cNvPr id="17" name="content">
            <a:extLst xmlns:a="http://schemas.openxmlformats.org/drawingml/2006/main">
              <a:ext uri="{FF2B5EF4-FFF2-40B4-BE49-F238E27FC236}">
                <a16:creationId xmlns:a16="http://schemas.microsoft.com/office/drawing/2014/main" id="{3EB31F5B-2CBF-4107-ADFE-017467CC8B04}"/>
              </a:ext>
            </a:extLst>
          </p:cNvPr>
          <p:cNvSpPr>
            <a:spLocks xmlns:a="http://schemas.openxmlformats.org/drawingml/2006/main" noGrp="1"/>
          </p:cNvSpPr>
          <p:nvPr/>
        </p:nvSpPr>
        <p:spPr>
          <a:xfrm xmlns:a="http://schemas.openxmlformats.org/drawingml/2006/main">
            <a:off x="3619500" y="6190869"/>
            <a:ext cx="10858500" cy="54787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0">
                <a:solidFill>
                  <a:srgbClr val="E0EAF4"/>
                </a:solidFill>
                <a:latin typeface="DejaVu Sans"/>
                <a:ea typeface="DejaVu Sans"/>
                <a:cs typeface="DejaVu Sans"/>
              </a:defRPr>
            </a:defPPr>
            <a:lvl1pPr algn="l">
              <a:defRPr sz="2700" b="0">
                <a:solidFill>
                  <a:srgbClr val="E0EAF4"/>
                </a:solidFill>
                <a:latin typeface="DejaVu Sans"/>
                <a:ea typeface="DejaVu Sans"/>
                <a:cs typeface="DejaVu Sans"/>
              </a:defRPr>
            </a:lvl1pPr>
            <a:lvl2pPr algn="l">
              <a:defRPr sz="2700" b="0">
                <a:solidFill>
                  <a:srgbClr val="E0EAF4"/>
                </a:solidFill>
                <a:latin typeface="DejaVu Sans"/>
                <a:ea typeface="DejaVu Sans"/>
                <a:cs typeface="DejaVu Sans"/>
              </a:defRPr>
            </a:lvl2pPr>
            <a:lvl3pPr algn="l">
              <a:defRPr sz="2700" b="0">
                <a:solidFill>
                  <a:srgbClr val="E0EAF4"/>
                </a:solidFill>
                <a:latin typeface="DejaVu Sans"/>
                <a:ea typeface="DejaVu Sans"/>
                <a:cs typeface="DejaVu Sans"/>
              </a:defRPr>
            </a:lvl3pPr>
            <a:lvl4pPr algn="l">
              <a:defRPr sz="2700" b="0">
                <a:solidFill>
                  <a:srgbClr val="E0EAF4"/>
                </a:solidFill>
                <a:latin typeface="DejaVu Sans"/>
                <a:ea typeface="DejaVu Sans"/>
                <a:cs typeface="DejaVu Sans"/>
              </a:defRPr>
            </a:lvl4pPr>
            <a:lvl5pPr algn="l">
              <a:defRPr sz="2700" b="0">
                <a:solidFill>
                  <a:srgbClr val="E0EAF4"/>
                </a:solidFill>
                <a:latin typeface="DejaVu Sans"/>
                <a:ea typeface="DejaVu Sans"/>
                <a:cs typeface="DejaVu Sans"/>
              </a:defRPr>
            </a:lvl5pPr>
            <a:lvl6pPr algn="l">
              <a:defRPr sz="2700" b="0">
                <a:solidFill>
                  <a:srgbClr val="E0EAF4"/>
                </a:solidFill>
                <a:latin typeface="DejaVu Sans"/>
                <a:ea typeface="DejaVu Sans"/>
                <a:cs typeface="DejaVu Sans"/>
              </a:defRPr>
            </a:lvl6pPr>
            <a:lvl7pPr algn="l">
              <a:defRPr sz="2700" b="0">
                <a:solidFill>
                  <a:srgbClr val="E0EAF4"/>
                </a:solidFill>
                <a:latin typeface="DejaVu Sans"/>
                <a:ea typeface="DejaVu Sans"/>
                <a:cs typeface="DejaVu Sans"/>
              </a:defRPr>
            </a:lvl7pPr>
            <a:lvl8pPr algn="l">
              <a:defRPr sz="2700" b="0">
                <a:solidFill>
                  <a:srgbClr val="E0EAF4"/>
                </a:solidFill>
                <a:latin typeface="DejaVu Sans"/>
                <a:ea typeface="DejaVu Sans"/>
                <a:cs typeface="DejaVu Sans"/>
              </a:defRPr>
            </a:lvl8pPr>
            <a:lvl9pPr algn="l">
              <a:defRPr sz="2700" b="0">
                <a:solidFill>
                  <a:srgbClr val="E0EAF4"/>
                </a:solidFill>
                <a:latin typeface="DejaVu Sans"/>
                <a:ea typeface="DejaVu Sans"/>
                <a:cs typeface="DejaVu Sans"/>
              </a:defRPr>
            </a:lvl9pPr>
          </a:lstStyle>
          <a:p xmlns:a="http://schemas.openxmlformats.org/drawingml/2006/main">
            <a:pPr marL="355600" indent="-292100" algn="l">
              <a:spcAft>
                <a:spcPts val="0"/>
              </a:spcAft>
              <a:buChar char="•"/>
              <a:defRPr sz="2700" b="0">
                <a:solidFill>
                  <a:srgbClr val="E0EAF4"/>
                </a:solidFill>
                <a:latin typeface="DejaVu Sans"/>
                <a:ea typeface="DejaVu Sans"/>
                <a:cs typeface="DejaVu Sans"/>
              </a:defRPr>
            </a:pPr>
            <a:r>
              <a:rPr b="0">
                <a:latin typeface="DejaVu Sans"/>
                <a:ea typeface="DejaVu Sans"/>
                <a:cs typeface="DejaVu Sans"/>
              </a:rPr>
              <a:t>Multiprotokollunterstützung</a:t>
            </a:r>
          </a:p>
        </p:txBody>
      </p:sp>
    </p:spTree>
    <p:extLst>
      <p:ext uri="{BB962C8B-B14F-4D97-AF65-F5344CB8AC3E}">
        <p14:creationId xmlns:p14="http://schemas.microsoft.com/office/powerpoint/2010/main" val="360070617"/>
      </p:ext>
    </p:extLst>
  </p:cSld>
</p:sld>
</file>

<file path=ppt/slides/slide6.xml><?xml version="1.0" encoding="utf-8"?>
<p:sld xmlns:p="http://schemas.openxmlformats.org/presentationml/2006/main">
  <p:cSld>
    <p:bg>
      <p:bgPr>
        <a:solidFill xmlns:a="http://schemas.openxmlformats.org/drawingml/2006/main">
          <a:srgbClr val="081522"/>
        </a:solidFill>
      </p:bgPr>
    </p:bg>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9CA60312-4F34-4180-B898-06FA2CCEAE32}"/>
              </a:ext>
            </a:extLst>
          </p:cNvPr>
          <p:cNvPicPr>
            <a:picLocks xmlns:a="http://schemas.openxmlformats.org/drawingml/2006/main" noChangeAspect="1"/>
          </p:cNvPicPr>
          <p:nvPr/>
        </p:nvPicPr>
        <p:blipFill>
          <a:blip xmlns:r="http://schemas.openxmlformats.org/officeDocument/2006/relationships" xmlns:a="http://schemas.openxmlformats.org/drawingml/2006/main" r:embed="R79efe493dbca4118"/>
          <a:srcRect xmlns:a="http://schemas.openxmlformats.org/drawingml/2006/main" l="0" t="27" r="0" b="27"/>
          <a:stretch xmlns:a="http://schemas.openxmlformats.org/drawingml/2006/main">
            <a:fillRect l="0" t="0" r="0" b="0"/>
          </a:stretch>
        </p:blipFill>
        <p:spPr>
          <a:xfrm xmlns:a="http://schemas.openxmlformats.org/drawingml/2006/main">
            <a:off x="0" y="0"/>
            <a:ext cx="15240000" cy="8572500"/>
          </a:xfrm>
          <a:prstGeom xmlns:a="http://schemas.openxmlformats.org/drawingml/2006/main" prst="rect">
            <a:avLst/>
          </a:prstGeom>
        </p:spPr>
      </p:pic>
      <p:sp>
        <p:nvSpPr>
          <p:cNvPr id="2" name="agenda-heading">
            <a:extLst xmlns:a="http://schemas.openxmlformats.org/drawingml/2006/main">
              <a:ext uri="{FF2B5EF4-FFF2-40B4-BE49-F238E27FC236}">
                <a16:creationId xmlns:a16="http://schemas.microsoft.com/office/drawing/2014/main" id="{50400E47-A7BE-41B4-A528-36CB4D7CE352}"/>
              </a:ext>
            </a:extLst>
          </p:cNvPr>
          <p:cNvSpPr>
            <a:spLocks xmlns:a="http://schemas.openxmlformats.org/drawingml/2006/main" noGrp="1"/>
          </p:cNvSpPr>
          <p:nvPr/>
        </p:nvSpPr>
        <p:spPr>
          <a:xfrm xmlns:a="http://schemas.openxmlformats.org/drawingml/2006/main">
            <a:off x="400050" y="638175"/>
            <a:ext cx="2333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54DEEF"/>
                </a:solidFill>
                <a:latin typeface="DejaVu Sans Mono"/>
                <a:ea typeface="DejaVu Sans Mono"/>
                <a:cs typeface="DejaVu Sans Mono"/>
              </a:defRPr>
            </a:defPPr>
            <a:lvl1pPr algn="l">
              <a:defRPr sz="1875" b="1">
                <a:solidFill>
                  <a:srgbClr val="54DEEF"/>
                </a:solidFill>
                <a:latin typeface="DejaVu Sans Mono"/>
                <a:ea typeface="DejaVu Sans Mono"/>
                <a:cs typeface="DejaVu Sans Mono"/>
              </a:defRPr>
            </a:lvl1pPr>
            <a:lvl2pPr algn="l">
              <a:defRPr sz="1875" b="1">
                <a:solidFill>
                  <a:srgbClr val="54DEEF"/>
                </a:solidFill>
                <a:latin typeface="DejaVu Sans Mono"/>
                <a:ea typeface="DejaVu Sans Mono"/>
                <a:cs typeface="DejaVu Sans Mono"/>
              </a:defRPr>
            </a:lvl2pPr>
            <a:lvl3pPr algn="l">
              <a:defRPr sz="1875" b="1">
                <a:solidFill>
                  <a:srgbClr val="54DEEF"/>
                </a:solidFill>
                <a:latin typeface="DejaVu Sans Mono"/>
                <a:ea typeface="DejaVu Sans Mono"/>
                <a:cs typeface="DejaVu Sans Mono"/>
              </a:defRPr>
            </a:lvl3pPr>
            <a:lvl4pPr algn="l">
              <a:defRPr sz="1875" b="1">
                <a:solidFill>
                  <a:srgbClr val="54DEEF"/>
                </a:solidFill>
                <a:latin typeface="DejaVu Sans Mono"/>
                <a:ea typeface="DejaVu Sans Mono"/>
                <a:cs typeface="DejaVu Sans Mono"/>
              </a:defRPr>
            </a:lvl4pPr>
            <a:lvl5pPr algn="l">
              <a:defRPr sz="1875" b="1">
                <a:solidFill>
                  <a:srgbClr val="54DEEF"/>
                </a:solidFill>
                <a:latin typeface="DejaVu Sans Mono"/>
                <a:ea typeface="DejaVu Sans Mono"/>
                <a:cs typeface="DejaVu Sans Mono"/>
              </a:defRPr>
            </a:lvl5pPr>
            <a:lvl6pPr algn="l">
              <a:defRPr sz="1875" b="1">
                <a:solidFill>
                  <a:srgbClr val="54DEEF"/>
                </a:solidFill>
                <a:latin typeface="DejaVu Sans Mono"/>
                <a:ea typeface="DejaVu Sans Mono"/>
                <a:cs typeface="DejaVu Sans Mono"/>
              </a:defRPr>
            </a:lvl6pPr>
            <a:lvl7pPr algn="l">
              <a:defRPr sz="1875" b="1">
                <a:solidFill>
                  <a:srgbClr val="54DEEF"/>
                </a:solidFill>
                <a:latin typeface="DejaVu Sans Mono"/>
                <a:ea typeface="DejaVu Sans Mono"/>
                <a:cs typeface="DejaVu Sans Mono"/>
              </a:defRPr>
            </a:lvl7pPr>
            <a:lvl8pPr algn="l">
              <a:defRPr sz="1875" b="1">
                <a:solidFill>
                  <a:srgbClr val="54DEEF"/>
                </a:solidFill>
                <a:latin typeface="DejaVu Sans Mono"/>
                <a:ea typeface="DejaVu Sans Mono"/>
                <a:cs typeface="DejaVu Sans Mono"/>
              </a:defRPr>
            </a:lvl8pPr>
            <a:lvl9pPr algn="l">
              <a:defRPr sz="1875" b="1">
                <a:solidFill>
                  <a:srgbClr val="54DEEF"/>
                </a:solidFill>
                <a:latin typeface="DejaVu Sans Mono"/>
                <a:ea typeface="DejaVu Sans Mono"/>
                <a:cs typeface="DejaVu Sans Mono"/>
              </a:defRPr>
            </a:lvl9pPr>
          </a:lstStyle>
          <a:p xmlns:a="http://schemas.openxmlformats.org/drawingml/2006/main">
            <a:pPr algn="l">
              <a:defRPr sz="1875" b="1">
                <a:solidFill>
                  <a:srgbClr val="54DEEF"/>
                </a:solidFill>
                <a:latin typeface="DejaVu Sans Mono"/>
                <a:ea typeface="DejaVu Sans Mono"/>
                <a:cs typeface="DejaVu Sans Mono"/>
              </a:defRPr>
            </a:pPr>
            <a:r>
              <a:rPr sz="1875" b="1">
                <a:solidFill>
                  <a:srgbClr val="54DEEF"/>
                </a:solidFill>
                <a:latin typeface="DejaVu Sans Mono"/>
                <a:ea typeface="DejaVu Sans Mono"/>
                <a:cs typeface="DejaVu Sans Mono"/>
              </a:rPr>
              <a:t>Agenda:</a:t>
            </a:r>
          </a:p>
        </p:txBody>
      </p:sp>
      <p:sp>
        <p:nvSpPr>
          <p:cNvPr id="3" name="agenda-item">
            <a:extLst xmlns:a="http://schemas.openxmlformats.org/drawingml/2006/main">
              <a:ext uri="{FF2B5EF4-FFF2-40B4-BE49-F238E27FC236}">
                <a16:creationId xmlns:a16="http://schemas.microsoft.com/office/drawing/2014/main" id="{4023F983-4005-41C6-B154-A50CCFC80256}"/>
              </a:ext>
            </a:extLst>
          </p:cNvPr>
          <p:cNvSpPr>
            <a:spLocks xmlns:a="http://schemas.openxmlformats.org/drawingml/2006/main" noGrp="1"/>
          </p:cNvSpPr>
          <p:nvPr/>
        </p:nvSpPr>
        <p:spPr>
          <a:xfrm xmlns:a="http://schemas.openxmlformats.org/drawingml/2006/main">
            <a:off x="400050" y="142875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Was ist ein VPN?</a:t>
            </a:r>
          </a:p>
        </p:txBody>
      </p:sp>
      <p:sp>
        <p:nvSpPr>
          <p:cNvPr id="4" name="agenda-item">
            <a:extLst xmlns:a="http://schemas.openxmlformats.org/drawingml/2006/main">
              <a:ext uri="{FF2B5EF4-FFF2-40B4-BE49-F238E27FC236}">
                <a16:creationId xmlns:a16="http://schemas.microsoft.com/office/drawing/2014/main" id="{FA3E06ED-C9F7-46C7-BEDE-97B4705A7C48}"/>
              </a:ext>
            </a:extLst>
          </p:cNvPr>
          <p:cNvSpPr>
            <a:spLocks xmlns:a="http://schemas.openxmlformats.org/drawingml/2006/main" noGrp="1"/>
          </p:cNvSpPr>
          <p:nvPr/>
        </p:nvSpPr>
        <p:spPr>
          <a:xfrm xmlns:a="http://schemas.openxmlformats.org/drawingml/2006/main">
            <a:off x="400050" y="209550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54DEEF"/>
                </a:solidFill>
                <a:latin typeface="DejaVu Sans"/>
                <a:ea typeface="DejaVu Sans"/>
                <a:cs typeface="DejaVu Sans"/>
              </a:defRPr>
            </a:defPPr>
            <a:lvl1pPr algn="l">
              <a:defRPr sz="1575" b="1">
                <a:solidFill>
                  <a:srgbClr val="54DEEF"/>
                </a:solidFill>
                <a:latin typeface="DejaVu Sans"/>
                <a:ea typeface="DejaVu Sans"/>
                <a:cs typeface="DejaVu Sans"/>
              </a:defRPr>
            </a:lvl1pPr>
            <a:lvl2pPr algn="l">
              <a:defRPr sz="1575" b="1">
                <a:solidFill>
                  <a:srgbClr val="54DEEF"/>
                </a:solidFill>
                <a:latin typeface="DejaVu Sans"/>
                <a:ea typeface="DejaVu Sans"/>
                <a:cs typeface="DejaVu Sans"/>
              </a:defRPr>
            </a:lvl2pPr>
            <a:lvl3pPr algn="l">
              <a:defRPr sz="1575" b="1">
                <a:solidFill>
                  <a:srgbClr val="54DEEF"/>
                </a:solidFill>
                <a:latin typeface="DejaVu Sans"/>
                <a:ea typeface="DejaVu Sans"/>
                <a:cs typeface="DejaVu Sans"/>
              </a:defRPr>
            </a:lvl3pPr>
            <a:lvl4pPr algn="l">
              <a:defRPr sz="1575" b="1">
                <a:solidFill>
                  <a:srgbClr val="54DEEF"/>
                </a:solidFill>
                <a:latin typeface="DejaVu Sans"/>
                <a:ea typeface="DejaVu Sans"/>
                <a:cs typeface="DejaVu Sans"/>
              </a:defRPr>
            </a:lvl4pPr>
            <a:lvl5pPr algn="l">
              <a:defRPr sz="1575" b="1">
                <a:solidFill>
                  <a:srgbClr val="54DEEF"/>
                </a:solidFill>
                <a:latin typeface="DejaVu Sans"/>
                <a:ea typeface="DejaVu Sans"/>
                <a:cs typeface="DejaVu Sans"/>
              </a:defRPr>
            </a:lvl5pPr>
            <a:lvl6pPr algn="l">
              <a:defRPr sz="1575" b="1">
                <a:solidFill>
                  <a:srgbClr val="54DEEF"/>
                </a:solidFill>
                <a:latin typeface="DejaVu Sans"/>
                <a:ea typeface="DejaVu Sans"/>
                <a:cs typeface="DejaVu Sans"/>
              </a:defRPr>
            </a:lvl6pPr>
            <a:lvl7pPr algn="l">
              <a:defRPr sz="1575" b="1">
                <a:solidFill>
                  <a:srgbClr val="54DEEF"/>
                </a:solidFill>
                <a:latin typeface="DejaVu Sans"/>
                <a:ea typeface="DejaVu Sans"/>
                <a:cs typeface="DejaVu Sans"/>
              </a:defRPr>
            </a:lvl7pPr>
            <a:lvl8pPr algn="l">
              <a:defRPr sz="1575" b="1">
                <a:solidFill>
                  <a:srgbClr val="54DEEF"/>
                </a:solidFill>
                <a:latin typeface="DejaVu Sans"/>
                <a:ea typeface="DejaVu Sans"/>
                <a:cs typeface="DejaVu Sans"/>
              </a:defRPr>
            </a:lvl8pPr>
            <a:lvl9pPr algn="l">
              <a:defRPr sz="1575" b="1">
                <a:solidFill>
                  <a:srgbClr val="54DEEF"/>
                </a:solidFill>
                <a:latin typeface="DejaVu Sans"/>
                <a:ea typeface="DejaVu Sans"/>
                <a:cs typeface="DejaVu Sans"/>
              </a:defRPr>
            </a:lvl9pPr>
          </a:lstStyle>
          <a:p xmlns:a="http://schemas.openxmlformats.org/drawingml/2006/main">
            <a:pPr algn="l">
              <a:defRPr sz="1575" b="1">
                <a:solidFill>
                  <a:srgbClr val="54DEEF"/>
                </a:solidFill>
                <a:latin typeface="DejaVu Sans"/>
                <a:ea typeface="DejaVu Sans"/>
                <a:cs typeface="DejaVu Sans"/>
              </a:defRPr>
            </a:pPr>
            <a:r>
              <a:rPr sz="1575" b="1">
                <a:solidFill>
                  <a:srgbClr val="54DEEF"/>
                </a:solidFill>
                <a:latin typeface="DejaVu Sans"/>
                <a:ea typeface="DejaVu Sans"/>
                <a:cs typeface="DejaVu Sans"/>
              </a:rPr>
              <a:t>Aufbau eines VPN</a:t>
            </a:r>
          </a:p>
        </p:txBody>
      </p:sp>
      <p:sp>
        <p:nvSpPr>
          <p:cNvPr id="5" name="agenda-item">
            <a:extLst xmlns:a="http://schemas.openxmlformats.org/drawingml/2006/main">
              <a:ext uri="{FF2B5EF4-FFF2-40B4-BE49-F238E27FC236}">
                <a16:creationId xmlns:a16="http://schemas.microsoft.com/office/drawing/2014/main" id="{17277002-AE45-4F12-992F-E924BDE3325E}"/>
              </a:ext>
            </a:extLst>
          </p:cNvPr>
          <p:cNvSpPr>
            <a:spLocks xmlns:a="http://schemas.openxmlformats.org/drawingml/2006/main" noGrp="1"/>
          </p:cNvSpPr>
          <p:nvPr/>
        </p:nvSpPr>
        <p:spPr>
          <a:xfrm xmlns:a="http://schemas.openxmlformats.org/drawingml/2006/main">
            <a:off x="400050" y="276225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Ausprägungen eines VPN Netzes</a:t>
            </a:r>
          </a:p>
        </p:txBody>
      </p:sp>
      <p:sp>
        <p:nvSpPr>
          <p:cNvPr id="6" name="agenda-item">
            <a:extLst xmlns:a="http://schemas.openxmlformats.org/drawingml/2006/main">
              <a:ext uri="{FF2B5EF4-FFF2-40B4-BE49-F238E27FC236}">
                <a16:creationId xmlns:a16="http://schemas.microsoft.com/office/drawing/2014/main" id="{ED1FBE2D-4FE4-47F8-AF21-C4A352F6D73E}"/>
              </a:ext>
            </a:extLst>
          </p:cNvPr>
          <p:cNvSpPr>
            <a:spLocks xmlns:a="http://schemas.openxmlformats.org/drawingml/2006/main" noGrp="1"/>
          </p:cNvSpPr>
          <p:nvPr/>
        </p:nvSpPr>
        <p:spPr>
          <a:xfrm xmlns:a="http://schemas.openxmlformats.org/drawingml/2006/main">
            <a:off x="400050" y="371475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Tunneling Protokolle</a:t>
            </a:r>
          </a:p>
        </p:txBody>
      </p:sp>
      <p:sp>
        <p:nvSpPr>
          <p:cNvPr id="7" name="agenda-item">
            <a:extLst xmlns:a="http://schemas.openxmlformats.org/drawingml/2006/main">
              <a:ext uri="{FF2B5EF4-FFF2-40B4-BE49-F238E27FC236}">
                <a16:creationId xmlns:a16="http://schemas.microsoft.com/office/drawing/2014/main" id="{9FA29CFA-C4F4-43CC-BD7E-F4CCE550D702}"/>
              </a:ext>
            </a:extLst>
          </p:cNvPr>
          <p:cNvSpPr>
            <a:spLocks xmlns:a="http://schemas.openxmlformats.org/drawingml/2006/main" noGrp="1"/>
          </p:cNvSpPr>
          <p:nvPr/>
        </p:nvSpPr>
        <p:spPr>
          <a:xfrm xmlns:a="http://schemas.openxmlformats.org/drawingml/2006/main">
            <a:off x="400050" y="4524375"/>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IPSec</a:t>
            </a:r>
          </a:p>
        </p:txBody>
      </p:sp>
      <p:sp>
        <p:nvSpPr>
          <p:cNvPr id="8" name="agenda-item">
            <a:extLst xmlns:a="http://schemas.openxmlformats.org/drawingml/2006/main">
              <a:ext uri="{FF2B5EF4-FFF2-40B4-BE49-F238E27FC236}">
                <a16:creationId xmlns:a16="http://schemas.microsoft.com/office/drawing/2014/main" id="{8C395CD9-7E8E-4371-A35C-8EFB829AAEE5}"/>
              </a:ext>
            </a:extLst>
          </p:cNvPr>
          <p:cNvSpPr>
            <a:spLocks xmlns:a="http://schemas.openxmlformats.org/drawingml/2006/main" noGrp="1"/>
          </p:cNvSpPr>
          <p:nvPr/>
        </p:nvSpPr>
        <p:spPr>
          <a:xfrm xmlns:a="http://schemas.openxmlformats.org/drawingml/2006/main">
            <a:off x="400050" y="5191125"/>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VPN in Verbindung mit einer Firewall</a:t>
            </a:r>
          </a:p>
        </p:txBody>
      </p:sp>
      <p:sp>
        <p:nvSpPr>
          <p:cNvPr id="9" name="agenda-item">
            <a:extLst xmlns:a="http://schemas.openxmlformats.org/drawingml/2006/main">
              <a:ext uri="{FF2B5EF4-FFF2-40B4-BE49-F238E27FC236}">
                <a16:creationId xmlns:a16="http://schemas.microsoft.com/office/drawing/2014/main" id="{D669AAFD-3F19-4B53-92EB-9E7DD2B967AE}"/>
              </a:ext>
            </a:extLst>
          </p:cNvPr>
          <p:cNvSpPr>
            <a:spLocks xmlns:a="http://schemas.openxmlformats.org/drawingml/2006/main" noGrp="1"/>
          </p:cNvSpPr>
          <p:nvPr/>
        </p:nvSpPr>
        <p:spPr>
          <a:xfrm xmlns:a="http://schemas.openxmlformats.org/drawingml/2006/main">
            <a:off x="400050" y="6334125"/>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Fazit</a:t>
            </a:r>
          </a:p>
        </p:txBody>
      </p:sp>
      <p:sp>
        <p:nvSpPr>
          <p:cNvPr id="10" name="title">
            <a:extLst xmlns:a="http://schemas.openxmlformats.org/drawingml/2006/main">
              <a:ext uri="{FF2B5EF4-FFF2-40B4-BE49-F238E27FC236}">
                <a16:creationId xmlns:a16="http://schemas.microsoft.com/office/drawing/2014/main" id="{2C2A79F3-2D76-485A-883A-30E488085D65}"/>
              </a:ext>
            </a:extLst>
          </p:cNvPr>
          <p:cNvSpPr>
            <a:spLocks xmlns:a="http://schemas.openxmlformats.org/drawingml/2006/main" noGrp="1"/>
          </p:cNvSpPr>
          <p:nvPr/>
        </p:nvSpPr>
        <p:spPr>
          <a:xfrm xmlns:a="http://schemas.openxmlformats.org/drawingml/2006/main">
            <a:off x="3619500" y="590550"/>
            <a:ext cx="1085850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525" b="1">
                <a:solidFill>
                  <a:srgbClr val="F1F7FC"/>
                </a:solidFill>
                <a:latin typeface="DejaVu Sans"/>
                <a:ea typeface="DejaVu Sans"/>
                <a:cs typeface="DejaVu Sans"/>
              </a:defRPr>
            </a:defPPr>
            <a:lvl1pPr algn="l">
              <a:defRPr sz="3525" b="1">
                <a:solidFill>
                  <a:srgbClr val="F1F7FC"/>
                </a:solidFill>
                <a:latin typeface="DejaVu Sans"/>
                <a:ea typeface="DejaVu Sans"/>
                <a:cs typeface="DejaVu Sans"/>
              </a:defRPr>
            </a:lvl1pPr>
            <a:lvl2pPr algn="l">
              <a:defRPr sz="3525" b="1">
                <a:solidFill>
                  <a:srgbClr val="F1F7FC"/>
                </a:solidFill>
                <a:latin typeface="DejaVu Sans"/>
                <a:ea typeface="DejaVu Sans"/>
                <a:cs typeface="DejaVu Sans"/>
              </a:defRPr>
            </a:lvl2pPr>
            <a:lvl3pPr algn="l">
              <a:defRPr sz="3525" b="1">
                <a:solidFill>
                  <a:srgbClr val="F1F7FC"/>
                </a:solidFill>
                <a:latin typeface="DejaVu Sans"/>
                <a:ea typeface="DejaVu Sans"/>
                <a:cs typeface="DejaVu Sans"/>
              </a:defRPr>
            </a:lvl3pPr>
            <a:lvl4pPr algn="l">
              <a:defRPr sz="3525" b="1">
                <a:solidFill>
                  <a:srgbClr val="F1F7FC"/>
                </a:solidFill>
                <a:latin typeface="DejaVu Sans"/>
                <a:ea typeface="DejaVu Sans"/>
                <a:cs typeface="DejaVu Sans"/>
              </a:defRPr>
            </a:lvl4pPr>
            <a:lvl5pPr algn="l">
              <a:defRPr sz="3525" b="1">
                <a:solidFill>
                  <a:srgbClr val="F1F7FC"/>
                </a:solidFill>
                <a:latin typeface="DejaVu Sans"/>
                <a:ea typeface="DejaVu Sans"/>
                <a:cs typeface="DejaVu Sans"/>
              </a:defRPr>
            </a:lvl5pPr>
            <a:lvl6pPr algn="l">
              <a:defRPr sz="3525" b="1">
                <a:solidFill>
                  <a:srgbClr val="F1F7FC"/>
                </a:solidFill>
                <a:latin typeface="DejaVu Sans"/>
                <a:ea typeface="DejaVu Sans"/>
                <a:cs typeface="DejaVu Sans"/>
              </a:defRPr>
            </a:lvl6pPr>
            <a:lvl7pPr algn="l">
              <a:defRPr sz="3525" b="1">
                <a:solidFill>
                  <a:srgbClr val="F1F7FC"/>
                </a:solidFill>
                <a:latin typeface="DejaVu Sans"/>
                <a:ea typeface="DejaVu Sans"/>
                <a:cs typeface="DejaVu Sans"/>
              </a:defRPr>
            </a:lvl7pPr>
            <a:lvl8pPr algn="l">
              <a:defRPr sz="3525" b="1">
                <a:solidFill>
                  <a:srgbClr val="F1F7FC"/>
                </a:solidFill>
                <a:latin typeface="DejaVu Sans"/>
                <a:ea typeface="DejaVu Sans"/>
                <a:cs typeface="DejaVu Sans"/>
              </a:defRPr>
            </a:lvl8pPr>
            <a:lvl9pPr algn="l">
              <a:defRPr sz="3525" b="1">
                <a:solidFill>
                  <a:srgbClr val="F1F7FC"/>
                </a:solidFill>
                <a:latin typeface="DejaVu Sans"/>
                <a:ea typeface="DejaVu Sans"/>
                <a:cs typeface="DejaVu Sans"/>
              </a:defRPr>
            </a:lvl9pPr>
          </a:lstStyle>
          <a:p xmlns:a="http://schemas.openxmlformats.org/drawingml/2006/main">
            <a:pPr algn="l">
              <a:defRPr sz="3525" b="1">
                <a:solidFill>
                  <a:srgbClr val="F1F7FC"/>
                </a:solidFill>
                <a:latin typeface="DejaVu Sans"/>
                <a:ea typeface="DejaVu Sans"/>
                <a:cs typeface="DejaVu Sans"/>
              </a:defRPr>
            </a:pPr>
            <a:r>
              <a:rPr sz="3525" b="1">
                <a:solidFill>
                  <a:srgbClr val="F1F7FC"/>
                </a:solidFill>
                <a:latin typeface="DejaVu Sans"/>
                <a:ea typeface="DejaVu Sans"/>
                <a:cs typeface="DejaVu Sans"/>
              </a:rPr>
              <a:t>Aufbau eines VPN</a:t>
            </a:r>
          </a:p>
        </p:txBody>
      </p:sp>
      <p:sp>
        <p:nvSpPr>
          <p:cNvPr id="11" name="page-number">
            <a:extLst xmlns:a="http://schemas.openxmlformats.org/drawingml/2006/main">
              <a:ext uri="{FF2B5EF4-FFF2-40B4-BE49-F238E27FC236}">
                <a16:creationId xmlns:a16="http://schemas.microsoft.com/office/drawing/2014/main" id="{549F104B-1769-400B-B6DC-6D5EE8DB8C91}"/>
              </a:ext>
            </a:extLst>
          </p:cNvPr>
          <p:cNvSpPr>
            <a:spLocks xmlns:a="http://schemas.openxmlformats.org/drawingml/2006/main" noGrp="1"/>
          </p:cNvSpPr>
          <p:nvPr/>
        </p:nvSpPr>
        <p:spPr>
          <a:xfrm xmlns:a="http://schemas.openxmlformats.org/drawingml/2006/main">
            <a:off x="13477875" y="8020050"/>
            <a:ext cx="1285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AABFD1"/>
                </a:solidFill>
                <a:latin typeface="DejaVu Sans Mono"/>
                <a:ea typeface="DejaVu Sans Mono"/>
                <a:cs typeface="DejaVu Sans Mono"/>
              </a:defRPr>
            </a:defPPr>
            <a:lvl1pPr algn="r">
              <a:defRPr sz="1350" b="0">
                <a:solidFill>
                  <a:srgbClr val="AABFD1"/>
                </a:solidFill>
                <a:latin typeface="DejaVu Sans Mono"/>
                <a:ea typeface="DejaVu Sans Mono"/>
                <a:cs typeface="DejaVu Sans Mono"/>
              </a:defRPr>
            </a:lvl1pPr>
            <a:lvl2pPr algn="r">
              <a:defRPr sz="1350" b="0">
                <a:solidFill>
                  <a:srgbClr val="AABFD1"/>
                </a:solidFill>
                <a:latin typeface="DejaVu Sans Mono"/>
                <a:ea typeface="DejaVu Sans Mono"/>
                <a:cs typeface="DejaVu Sans Mono"/>
              </a:defRPr>
            </a:lvl2pPr>
            <a:lvl3pPr algn="r">
              <a:defRPr sz="1350" b="0">
                <a:solidFill>
                  <a:srgbClr val="AABFD1"/>
                </a:solidFill>
                <a:latin typeface="DejaVu Sans Mono"/>
                <a:ea typeface="DejaVu Sans Mono"/>
                <a:cs typeface="DejaVu Sans Mono"/>
              </a:defRPr>
            </a:lvl3pPr>
            <a:lvl4pPr algn="r">
              <a:defRPr sz="1350" b="0">
                <a:solidFill>
                  <a:srgbClr val="AABFD1"/>
                </a:solidFill>
                <a:latin typeface="DejaVu Sans Mono"/>
                <a:ea typeface="DejaVu Sans Mono"/>
                <a:cs typeface="DejaVu Sans Mono"/>
              </a:defRPr>
            </a:lvl4pPr>
            <a:lvl5pPr algn="r">
              <a:defRPr sz="1350" b="0">
                <a:solidFill>
                  <a:srgbClr val="AABFD1"/>
                </a:solidFill>
                <a:latin typeface="DejaVu Sans Mono"/>
                <a:ea typeface="DejaVu Sans Mono"/>
                <a:cs typeface="DejaVu Sans Mono"/>
              </a:defRPr>
            </a:lvl5pPr>
            <a:lvl6pPr algn="r">
              <a:defRPr sz="1350" b="0">
                <a:solidFill>
                  <a:srgbClr val="AABFD1"/>
                </a:solidFill>
                <a:latin typeface="DejaVu Sans Mono"/>
                <a:ea typeface="DejaVu Sans Mono"/>
                <a:cs typeface="DejaVu Sans Mono"/>
              </a:defRPr>
            </a:lvl6pPr>
            <a:lvl7pPr algn="r">
              <a:defRPr sz="1350" b="0">
                <a:solidFill>
                  <a:srgbClr val="AABFD1"/>
                </a:solidFill>
                <a:latin typeface="DejaVu Sans Mono"/>
                <a:ea typeface="DejaVu Sans Mono"/>
                <a:cs typeface="DejaVu Sans Mono"/>
              </a:defRPr>
            </a:lvl7pPr>
            <a:lvl8pPr algn="r">
              <a:defRPr sz="1350" b="0">
                <a:solidFill>
                  <a:srgbClr val="AABFD1"/>
                </a:solidFill>
                <a:latin typeface="DejaVu Sans Mono"/>
                <a:ea typeface="DejaVu Sans Mono"/>
                <a:cs typeface="DejaVu Sans Mono"/>
              </a:defRPr>
            </a:lvl8pPr>
            <a:lvl9pPr algn="r">
              <a:defRPr sz="1350" b="0">
                <a:solidFill>
                  <a:srgbClr val="AABFD1"/>
                </a:solidFill>
                <a:latin typeface="DejaVu Sans Mono"/>
                <a:ea typeface="DejaVu Sans Mono"/>
                <a:cs typeface="DejaVu Sans Mono"/>
              </a:defRPr>
            </a:lvl9pPr>
          </a:lstStyle>
          <a:p xmlns:a="http://schemas.openxmlformats.org/drawingml/2006/main">
            <a:pPr algn="r">
              <a:defRPr sz="1350" b="0">
                <a:solidFill>
                  <a:srgbClr val="AABFD1"/>
                </a:solidFill>
                <a:latin typeface="DejaVu Sans Mono"/>
                <a:ea typeface="DejaVu Sans Mono"/>
                <a:cs typeface="DejaVu Sans Mono"/>
              </a:defRPr>
            </a:pPr>
            <a:r>
              <a:rPr sz="1350" b="0">
                <a:solidFill>
                  <a:srgbClr val="AABFD1"/>
                </a:solidFill>
                <a:latin typeface="DejaVu Sans Mono"/>
                <a:ea typeface="DejaVu Sans Mono"/>
                <a:cs typeface="DejaVu Sans Mono"/>
              </a:rPr>
              <a:t>06 / 33</a:t>
            </a:r>
          </a:p>
        </p:txBody>
      </p:sp>
      <p:sp>
        <p:nvSpPr>
          <p:cNvPr id="12" name="subheading">
            <a:extLst xmlns:a="http://schemas.openxmlformats.org/drawingml/2006/main">
              <a:ext uri="{FF2B5EF4-FFF2-40B4-BE49-F238E27FC236}">
                <a16:creationId xmlns:a16="http://schemas.microsoft.com/office/drawing/2014/main" id="{BB95F6B0-A7C8-49E6-BF69-CB459077DB09}"/>
              </a:ext>
            </a:extLst>
          </p:cNvPr>
          <p:cNvSpPr>
            <a:spLocks xmlns:a="http://schemas.openxmlformats.org/drawingml/2006/main" noGrp="1"/>
          </p:cNvSpPr>
          <p:nvPr/>
        </p:nvSpPr>
        <p:spPr>
          <a:xfrm xmlns:a="http://schemas.openxmlformats.org/drawingml/2006/main">
            <a:off x="3619500" y="2047875"/>
            <a:ext cx="10858500" cy="5227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54DEEF"/>
                </a:solidFill>
                <a:latin typeface="DejaVu Sans"/>
                <a:ea typeface="DejaVu Sans"/>
                <a:cs typeface="DejaVu Sans"/>
              </a:defRPr>
            </a:defPPr>
            <a:lvl1pPr algn="l">
              <a:defRPr sz="2550" b="1">
                <a:solidFill>
                  <a:srgbClr val="54DEEF"/>
                </a:solidFill>
                <a:latin typeface="DejaVu Sans"/>
                <a:ea typeface="DejaVu Sans"/>
                <a:cs typeface="DejaVu Sans"/>
              </a:defRPr>
            </a:lvl1pPr>
            <a:lvl2pPr algn="l">
              <a:defRPr sz="2550" b="1">
                <a:solidFill>
                  <a:srgbClr val="54DEEF"/>
                </a:solidFill>
                <a:latin typeface="DejaVu Sans"/>
                <a:ea typeface="DejaVu Sans"/>
                <a:cs typeface="DejaVu Sans"/>
              </a:defRPr>
            </a:lvl2pPr>
            <a:lvl3pPr algn="l">
              <a:defRPr sz="2550" b="1">
                <a:solidFill>
                  <a:srgbClr val="54DEEF"/>
                </a:solidFill>
                <a:latin typeface="DejaVu Sans"/>
                <a:ea typeface="DejaVu Sans"/>
                <a:cs typeface="DejaVu Sans"/>
              </a:defRPr>
            </a:lvl3pPr>
            <a:lvl4pPr algn="l">
              <a:defRPr sz="2550" b="1">
                <a:solidFill>
                  <a:srgbClr val="54DEEF"/>
                </a:solidFill>
                <a:latin typeface="DejaVu Sans"/>
                <a:ea typeface="DejaVu Sans"/>
                <a:cs typeface="DejaVu Sans"/>
              </a:defRPr>
            </a:lvl4pPr>
            <a:lvl5pPr algn="l">
              <a:defRPr sz="2550" b="1">
                <a:solidFill>
                  <a:srgbClr val="54DEEF"/>
                </a:solidFill>
                <a:latin typeface="DejaVu Sans"/>
                <a:ea typeface="DejaVu Sans"/>
                <a:cs typeface="DejaVu Sans"/>
              </a:defRPr>
            </a:lvl5pPr>
            <a:lvl6pPr algn="l">
              <a:defRPr sz="2550" b="1">
                <a:solidFill>
                  <a:srgbClr val="54DEEF"/>
                </a:solidFill>
                <a:latin typeface="DejaVu Sans"/>
                <a:ea typeface="DejaVu Sans"/>
                <a:cs typeface="DejaVu Sans"/>
              </a:defRPr>
            </a:lvl6pPr>
            <a:lvl7pPr algn="l">
              <a:defRPr sz="2550" b="1">
                <a:solidFill>
                  <a:srgbClr val="54DEEF"/>
                </a:solidFill>
                <a:latin typeface="DejaVu Sans"/>
                <a:ea typeface="DejaVu Sans"/>
                <a:cs typeface="DejaVu Sans"/>
              </a:defRPr>
            </a:lvl7pPr>
            <a:lvl8pPr algn="l">
              <a:defRPr sz="2550" b="1">
                <a:solidFill>
                  <a:srgbClr val="54DEEF"/>
                </a:solidFill>
                <a:latin typeface="DejaVu Sans"/>
                <a:ea typeface="DejaVu Sans"/>
                <a:cs typeface="DejaVu Sans"/>
              </a:defRPr>
            </a:lvl8pPr>
            <a:lvl9pPr algn="l">
              <a:defRPr sz="2550" b="1">
                <a:solidFill>
                  <a:srgbClr val="54DEEF"/>
                </a:solidFill>
                <a:latin typeface="DejaVu Sans"/>
                <a:ea typeface="DejaVu Sans"/>
                <a:cs typeface="DejaVu Sans"/>
              </a:defRPr>
            </a:lvl9pPr>
          </a:lstStyle>
          <a:p xmlns:a="http://schemas.openxmlformats.org/drawingml/2006/main">
            <a:pPr algn="l">
              <a:defRPr sz="2550" b="1">
                <a:solidFill>
                  <a:srgbClr val="54DEEF"/>
                </a:solidFill>
                <a:latin typeface="DejaVu Sans"/>
                <a:ea typeface="DejaVu Sans"/>
                <a:cs typeface="DejaVu Sans"/>
              </a:defRPr>
            </a:pPr>
            <a:r>
              <a:rPr sz="2550" b="1">
                <a:solidFill>
                  <a:srgbClr val="54DEEF"/>
                </a:solidFill>
                <a:latin typeface="DejaVu Sans"/>
                <a:ea typeface="DejaVu Sans"/>
                <a:cs typeface="DejaVu Sans"/>
              </a:rPr>
              <a:t>Datenübertragung durch Tunneling</a:t>
            </a:r>
          </a:p>
        </p:txBody>
      </p:sp>
      <p:sp>
        <p:nvSpPr>
          <p:cNvPr id="13" name="content">
            <a:extLst xmlns:a="http://schemas.openxmlformats.org/drawingml/2006/main">
              <a:ext uri="{FF2B5EF4-FFF2-40B4-BE49-F238E27FC236}">
                <a16:creationId xmlns:a16="http://schemas.microsoft.com/office/drawing/2014/main" id="{0BD27BF9-FD59-4B7D-A6C5-46BB5F0025A8}"/>
              </a:ext>
            </a:extLst>
          </p:cNvPr>
          <p:cNvSpPr>
            <a:spLocks xmlns:a="http://schemas.openxmlformats.org/drawingml/2006/main" noGrp="1"/>
          </p:cNvSpPr>
          <p:nvPr/>
        </p:nvSpPr>
        <p:spPr>
          <a:xfrm xmlns:a="http://schemas.openxmlformats.org/drawingml/2006/main">
            <a:off x="3619500" y="2761107"/>
            <a:ext cx="10858500" cy="45986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E0EAF4"/>
                </a:solidFill>
                <a:latin typeface="DejaVu Sans"/>
                <a:ea typeface="DejaVu Sans"/>
                <a:cs typeface="DejaVu Sans"/>
              </a:defRPr>
            </a:defPPr>
            <a:lvl1pPr algn="l">
              <a:defRPr sz="2175" b="0">
                <a:solidFill>
                  <a:srgbClr val="E0EAF4"/>
                </a:solidFill>
                <a:latin typeface="DejaVu Sans"/>
                <a:ea typeface="DejaVu Sans"/>
                <a:cs typeface="DejaVu Sans"/>
              </a:defRPr>
            </a:lvl1pPr>
            <a:lvl2pPr algn="l">
              <a:defRPr sz="2175" b="0">
                <a:solidFill>
                  <a:srgbClr val="E0EAF4"/>
                </a:solidFill>
                <a:latin typeface="DejaVu Sans"/>
                <a:ea typeface="DejaVu Sans"/>
                <a:cs typeface="DejaVu Sans"/>
              </a:defRPr>
            </a:lvl2pPr>
            <a:lvl3pPr algn="l">
              <a:defRPr sz="2175" b="0">
                <a:solidFill>
                  <a:srgbClr val="E0EAF4"/>
                </a:solidFill>
                <a:latin typeface="DejaVu Sans"/>
                <a:ea typeface="DejaVu Sans"/>
                <a:cs typeface="DejaVu Sans"/>
              </a:defRPr>
            </a:lvl3pPr>
            <a:lvl4pPr algn="l">
              <a:defRPr sz="2175" b="0">
                <a:solidFill>
                  <a:srgbClr val="E0EAF4"/>
                </a:solidFill>
                <a:latin typeface="DejaVu Sans"/>
                <a:ea typeface="DejaVu Sans"/>
                <a:cs typeface="DejaVu Sans"/>
              </a:defRPr>
            </a:lvl4pPr>
            <a:lvl5pPr algn="l">
              <a:defRPr sz="2175" b="0">
                <a:solidFill>
                  <a:srgbClr val="E0EAF4"/>
                </a:solidFill>
                <a:latin typeface="DejaVu Sans"/>
                <a:ea typeface="DejaVu Sans"/>
                <a:cs typeface="DejaVu Sans"/>
              </a:defRPr>
            </a:lvl5pPr>
            <a:lvl6pPr algn="l">
              <a:defRPr sz="2175" b="0">
                <a:solidFill>
                  <a:srgbClr val="E0EAF4"/>
                </a:solidFill>
                <a:latin typeface="DejaVu Sans"/>
                <a:ea typeface="DejaVu Sans"/>
                <a:cs typeface="DejaVu Sans"/>
              </a:defRPr>
            </a:lvl6pPr>
            <a:lvl7pPr algn="l">
              <a:defRPr sz="2175" b="0">
                <a:solidFill>
                  <a:srgbClr val="E0EAF4"/>
                </a:solidFill>
                <a:latin typeface="DejaVu Sans"/>
                <a:ea typeface="DejaVu Sans"/>
                <a:cs typeface="DejaVu Sans"/>
              </a:defRPr>
            </a:lvl7pPr>
            <a:lvl8pPr algn="l">
              <a:defRPr sz="2175" b="0">
                <a:solidFill>
                  <a:srgbClr val="E0EAF4"/>
                </a:solidFill>
                <a:latin typeface="DejaVu Sans"/>
                <a:ea typeface="DejaVu Sans"/>
                <a:cs typeface="DejaVu Sans"/>
              </a:defRPr>
            </a:lvl8pPr>
            <a:lvl9pPr algn="l">
              <a:defRPr sz="2175" b="0">
                <a:solidFill>
                  <a:srgbClr val="E0EAF4"/>
                </a:solidFill>
                <a:latin typeface="DejaVu Sans"/>
                <a:ea typeface="DejaVu Sans"/>
                <a:cs typeface="DejaVu Sans"/>
              </a:defRPr>
            </a:lvl9pPr>
          </a:lstStyle>
          <a:p xmlns:a="http://schemas.openxmlformats.org/drawingml/2006/main">
            <a:pPr marL="355600" indent="-292100" algn="l">
              <a:spcAft>
                <a:spcPts val="0"/>
              </a:spcAft>
              <a:buChar char="•"/>
              <a:defRPr sz="2175" b="0">
                <a:solidFill>
                  <a:srgbClr val="E0EAF4"/>
                </a:solidFill>
                <a:latin typeface="DejaVu Sans"/>
                <a:ea typeface="DejaVu Sans"/>
                <a:cs typeface="DejaVu Sans"/>
              </a:defRPr>
            </a:pPr>
            <a:r>
              <a:rPr b="0">
                <a:latin typeface="DejaVu Sans"/>
                <a:ea typeface="DejaVu Sans"/>
                <a:cs typeface="DejaVu Sans"/>
              </a:rPr>
              <a:t>Zwischen dem Client und Server wird ein IP-Tunnel aufgebaut</a:t>
            </a:r>
          </a:p>
        </p:txBody>
      </p:sp>
      <p:sp>
        <p:nvSpPr>
          <p:cNvPr id="14" name="content">
            <a:extLst xmlns:a="http://schemas.openxmlformats.org/drawingml/2006/main">
              <a:ext uri="{FF2B5EF4-FFF2-40B4-BE49-F238E27FC236}">
                <a16:creationId xmlns:a16="http://schemas.microsoft.com/office/drawing/2014/main" id="{D0A30171-D39F-4D38-9C03-56177235FEDD}"/>
              </a:ext>
            </a:extLst>
          </p:cNvPr>
          <p:cNvSpPr>
            <a:spLocks xmlns:a="http://schemas.openxmlformats.org/drawingml/2006/main" noGrp="1"/>
          </p:cNvSpPr>
          <p:nvPr/>
        </p:nvSpPr>
        <p:spPr>
          <a:xfrm xmlns:a="http://schemas.openxmlformats.org/drawingml/2006/main">
            <a:off x="3619500" y="3411474"/>
            <a:ext cx="10858500" cy="8244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E0EAF4"/>
                </a:solidFill>
                <a:latin typeface="DejaVu Sans"/>
                <a:ea typeface="DejaVu Sans"/>
                <a:cs typeface="DejaVu Sans"/>
              </a:defRPr>
            </a:defPPr>
            <a:lvl1pPr algn="l">
              <a:defRPr sz="2175" b="0">
                <a:solidFill>
                  <a:srgbClr val="E0EAF4"/>
                </a:solidFill>
                <a:latin typeface="DejaVu Sans"/>
                <a:ea typeface="DejaVu Sans"/>
                <a:cs typeface="DejaVu Sans"/>
              </a:defRPr>
            </a:lvl1pPr>
            <a:lvl2pPr algn="l">
              <a:defRPr sz="2175" b="0">
                <a:solidFill>
                  <a:srgbClr val="E0EAF4"/>
                </a:solidFill>
                <a:latin typeface="DejaVu Sans"/>
                <a:ea typeface="DejaVu Sans"/>
                <a:cs typeface="DejaVu Sans"/>
              </a:defRPr>
            </a:lvl2pPr>
            <a:lvl3pPr algn="l">
              <a:defRPr sz="2175" b="0">
                <a:solidFill>
                  <a:srgbClr val="E0EAF4"/>
                </a:solidFill>
                <a:latin typeface="DejaVu Sans"/>
                <a:ea typeface="DejaVu Sans"/>
                <a:cs typeface="DejaVu Sans"/>
              </a:defRPr>
            </a:lvl3pPr>
            <a:lvl4pPr algn="l">
              <a:defRPr sz="2175" b="0">
                <a:solidFill>
                  <a:srgbClr val="E0EAF4"/>
                </a:solidFill>
                <a:latin typeface="DejaVu Sans"/>
                <a:ea typeface="DejaVu Sans"/>
                <a:cs typeface="DejaVu Sans"/>
              </a:defRPr>
            </a:lvl4pPr>
            <a:lvl5pPr algn="l">
              <a:defRPr sz="2175" b="0">
                <a:solidFill>
                  <a:srgbClr val="E0EAF4"/>
                </a:solidFill>
                <a:latin typeface="DejaVu Sans"/>
                <a:ea typeface="DejaVu Sans"/>
                <a:cs typeface="DejaVu Sans"/>
              </a:defRPr>
            </a:lvl5pPr>
            <a:lvl6pPr algn="l">
              <a:defRPr sz="2175" b="0">
                <a:solidFill>
                  <a:srgbClr val="E0EAF4"/>
                </a:solidFill>
                <a:latin typeface="DejaVu Sans"/>
                <a:ea typeface="DejaVu Sans"/>
                <a:cs typeface="DejaVu Sans"/>
              </a:defRPr>
            </a:lvl6pPr>
            <a:lvl7pPr algn="l">
              <a:defRPr sz="2175" b="0">
                <a:solidFill>
                  <a:srgbClr val="E0EAF4"/>
                </a:solidFill>
                <a:latin typeface="DejaVu Sans"/>
                <a:ea typeface="DejaVu Sans"/>
                <a:cs typeface="DejaVu Sans"/>
              </a:defRPr>
            </a:lvl7pPr>
            <a:lvl8pPr algn="l">
              <a:defRPr sz="2175" b="0">
                <a:solidFill>
                  <a:srgbClr val="E0EAF4"/>
                </a:solidFill>
                <a:latin typeface="DejaVu Sans"/>
                <a:ea typeface="DejaVu Sans"/>
                <a:cs typeface="DejaVu Sans"/>
              </a:defRPr>
            </a:lvl8pPr>
            <a:lvl9pPr algn="l">
              <a:defRPr sz="2175" b="0">
                <a:solidFill>
                  <a:srgbClr val="E0EAF4"/>
                </a:solidFill>
                <a:latin typeface="DejaVu Sans"/>
                <a:ea typeface="DejaVu Sans"/>
                <a:cs typeface="DejaVu Sans"/>
              </a:defRPr>
            </a:lvl9pPr>
          </a:lstStyle>
          <a:p xmlns:a="http://schemas.openxmlformats.org/drawingml/2006/main">
            <a:pPr marL="355600" indent="-292100" algn="l">
              <a:spcAft>
                <a:spcPts val="0"/>
              </a:spcAft>
              <a:buChar char="•"/>
              <a:defRPr sz="2175" b="0">
                <a:solidFill>
                  <a:srgbClr val="E0EAF4"/>
                </a:solidFill>
                <a:latin typeface="DejaVu Sans"/>
                <a:ea typeface="DejaVu Sans"/>
                <a:cs typeface="DejaVu Sans"/>
              </a:defRPr>
            </a:pPr>
            <a:r>
              <a:rPr b="0">
                <a:latin typeface="DejaVu Sans"/>
                <a:ea typeface="DejaVu Sans"/>
                <a:cs typeface="DejaVu Sans"/>
              </a:rPr>
              <a:t>Datenpakte können Tunnel nicht verlassen und fremde Datenpakete können nicht in den Tunnel</a:t>
            </a:r>
          </a:p>
        </p:txBody>
      </p:sp>
      <p:pic>
        <p:nvPicPr>
          <p:cNvPr id="15" name="">
            <a:extLst xmlns:a="http://schemas.openxmlformats.org/drawingml/2006/main">
              <a:ext uri="{FF2B5EF4-FFF2-40B4-BE49-F238E27FC236}">
                <a16:creationId xmlns:a16="http://schemas.microsoft.com/office/drawing/2014/main" id="{611A4DDF-4264-4455-8222-DDD36394D550}"/>
              </a:ext>
            </a:extLst>
          </p:cNvPr>
          <p:cNvPicPr>
            <a:picLocks xmlns:a="http://schemas.openxmlformats.org/drawingml/2006/main" noChangeAspect="1"/>
          </p:cNvPicPr>
          <p:nvPr/>
        </p:nvPicPr>
        <p:blipFill>
          <a:blip xmlns:r="http://schemas.openxmlformats.org/officeDocument/2006/relationships" xmlns:a="http://schemas.openxmlformats.org/drawingml/2006/main" r:embed="Rc772c8338e1e4e55"/>
          <a:stretch xmlns:a="http://schemas.openxmlformats.org/drawingml/2006/main"/>
        </p:blipFill>
        <p:spPr>
          <a:xfrm xmlns:a="http://schemas.openxmlformats.org/drawingml/2006/main">
            <a:off x="4747786" y="4857750"/>
            <a:ext cx="8601929" cy="2809875"/>
          </a:xfrm>
          <a:prstGeom xmlns:a="http://schemas.openxmlformats.org/drawingml/2006/main" prst="rect">
            <a:avLst/>
          </a:prstGeom>
        </p:spPr>
      </p:pic>
    </p:spTree>
    <p:extLst>
      <p:ext uri="{BB962C8B-B14F-4D97-AF65-F5344CB8AC3E}">
        <p14:creationId xmlns:p14="http://schemas.microsoft.com/office/powerpoint/2010/main" val="1233760635"/>
      </p:ext>
    </p:extLst>
  </p:cSld>
</p:sld>
</file>

<file path=ppt/slides/slide7.xml><?xml version="1.0" encoding="utf-8"?>
<p:sld xmlns:p="http://schemas.openxmlformats.org/presentationml/2006/main">
  <p:cSld>
    <p:bg>
      <p:bgPr>
        <a:solidFill xmlns:a="http://schemas.openxmlformats.org/drawingml/2006/main">
          <a:srgbClr val="081522"/>
        </a:solidFill>
      </p:bgPr>
    </p:bg>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738A56AA-A62A-4005-928B-29D8F0FAE896}"/>
              </a:ext>
            </a:extLst>
          </p:cNvPr>
          <p:cNvPicPr>
            <a:picLocks xmlns:a="http://schemas.openxmlformats.org/drawingml/2006/main" noChangeAspect="1"/>
          </p:cNvPicPr>
          <p:nvPr/>
        </p:nvPicPr>
        <p:blipFill>
          <a:blip xmlns:r="http://schemas.openxmlformats.org/officeDocument/2006/relationships" xmlns:a="http://schemas.openxmlformats.org/drawingml/2006/main" r:embed="R1d4e5d8330e04601"/>
          <a:srcRect xmlns:a="http://schemas.openxmlformats.org/drawingml/2006/main" l="0" t="27" r="0" b="27"/>
          <a:stretch xmlns:a="http://schemas.openxmlformats.org/drawingml/2006/main">
            <a:fillRect l="0" t="0" r="0" b="0"/>
          </a:stretch>
        </p:blipFill>
        <p:spPr>
          <a:xfrm xmlns:a="http://schemas.openxmlformats.org/drawingml/2006/main">
            <a:off x="0" y="0"/>
            <a:ext cx="15240000" cy="8572500"/>
          </a:xfrm>
          <a:prstGeom xmlns:a="http://schemas.openxmlformats.org/drawingml/2006/main" prst="rect">
            <a:avLst/>
          </a:prstGeom>
        </p:spPr>
      </p:pic>
      <p:sp>
        <p:nvSpPr>
          <p:cNvPr id="2" name="agenda-heading">
            <a:extLst xmlns:a="http://schemas.openxmlformats.org/drawingml/2006/main">
              <a:ext uri="{FF2B5EF4-FFF2-40B4-BE49-F238E27FC236}">
                <a16:creationId xmlns:a16="http://schemas.microsoft.com/office/drawing/2014/main" id="{46D34FE4-0B62-4751-B2D1-4F34B63B7F50}"/>
              </a:ext>
            </a:extLst>
          </p:cNvPr>
          <p:cNvSpPr>
            <a:spLocks xmlns:a="http://schemas.openxmlformats.org/drawingml/2006/main" noGrp="1"/>
          </p:cNvSpPr>
          <p:nvPr/>
        </p:nvSpPr>
        <p:spPr>
          <a:xfrm xmlns:a="http://schemas.openxmlformats.org/drawingml/2006/main">
            <a:off x="400050" y="638175"/>
            <a:ext cx="2333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54DEEF"/>
                </a:solidFill>
                <a:latin typeface="DejaVu Sans Mono"/>
                <a:ea typeface="DejaVu Sans Mono"/>
                <a:cs typeface="DejaVu Sans Mono"/>
              </a:defRPr>
            </a:defPPr>
            <a:lvl1pPr algn="l">
              <a:defRPr sz="1875" b="1">
                <a:solidFill>
                  <a:srgbClr val="54DEEF"/>
                </a:solidFill>
                <a:latin typeface="DejaVu Sans Mono"/>
                <a:ea typeface="DejaVu Sans Mono"/>
                <a:cs typeface="DejaVu Sans Mono"/>
              </a:defRPr>
            </a:lvl1pPr>
            <a:lvl2pPr algn="l">
              <a:defRPr sz="1875" b="1">
                <a:solidFill>
                  <a:srgbClr val="54DEEF"/>
                </a:solidFill>
                <a:latin typeface="DejaVu Sans Mono"/>
                <a:ea typeface="DejaVu Sans Mono"/>
                <a:cs typeface="DejaVu Sans Mono"/>
              </a:defRPr>
            </a:lvl2pPr>
            <a:lvl3pPr algn="l">
              <a:defRPr sz="1875" b="1">
                <a:solidFill>
                  <a:srgbClr val="54DEEF"/>
                </a:solidFill>
                <a:latin typeface="DejaVu Sans Mono"/>
                <a:ea typeface="DejaVu Sans Mono"/>
                <a:cs typeface="DejaVu Sans Mono"/>
              </a:defRPr>
            </a:lvl3pPr>
            <a:lvl4pPr algn="l">
              <a:defRPr sz="1875" b="1">
                <a:solidFill>
                  <a:srgbClr val="54DEEF"/>
                </a:solidFill>
                <a:latin typeface="DejaVu Sans Mono"/>
                <a:ea typeface="DejaVu Sans Mono"/>
                <a:cs typeface="DejaVu Sans Mono"/>
              </a:defRPr>
            </a:lvl4pPr>
            <a:lvl5pPr algn="l">
              <a:defRPr sz="1875" b="1">
                <a:solidFill>
                  <a:srgbClr val="54DEEF"/>
                </a:solidFill>
                <a:latin typeface="DejaVu Sans Mono"/>
                <a:ea typeface="DejaVu Sans Mono"/>
                <a:cs typeface="DejaVu Sans Mono"/>
              </a:defRPr>
            </a:lvl5pPr>
            <a:lvl6pPr algn="l">
              <a:defRPr sz="1875" b="1">
                <a:solidFill>
                  <a:srgbClr val="54DEEF"/>
                </a:solidFill>
                <a:latin typeface="DejaVu Sans Mono"/>
                <a:ea typeface="DejaVu Sans Mono"/>
                <a:cs typeface="DejaVu Sans Mono"/>
              </a:defRPr>
            </a:lvl6pPr>
            <a:lvl7pPr algn="l">
              <a:defRPr sz="1875" b="1">
                <a:solidFill>
                  <a:srgbClr val="54DEEF"/>
                </a:solidFill>
                <a:latin typeface="DejaVu Sans Mono"/>
                <a:ea typeface="DejaVu Sans Mono"/>
                <a:cs typeface="DejaVu Sans Mono"/>
              </a:defRPr>
            </a:lvl7pPr>
            <a:lvl8pPr algn="l">
              <a:defRPr sz="1875" b="1">
                <a:solidFill>
                  <a:srgbClr val="54DEEF"/>
                </a:solidFill>
                <a:latin typeface="DejaVu Sans Mono"/>
                <a:ea typeface="DejaVu Sans Mono"/>
                <a:cs typeface="DejaVu Sans Mono"/>
              </a:defRPr>
            </a:lvl8pPr>
            <a:lvl9pPr algn="l">
              <a:defRPr sz="1875" b="1">
                <a:solidFill>
                  <a:srgbClr val="54DEEF"/>
                </a:solidFill>
                <a:latin typeface="DejaVu Sans Mono"/>
                <a:ea typeface="DejaVu Sans Mono"/>
                <a:cs typeface="DejaVu Sans Mono"/>
              </a:defRPr>
            </a:lvl9pPr>
          </a:lstStyle>
          <a:p xmlns:a="http://schemas.openxmlformats.org/drawingml/2006/main">
            <a:pPr algn="l">
              <a:defRPr sz="1875" b="1">
                <a:solidFill>
                  <a:srgbClr val="54DEEF"/>
                </a:solidFill>
                <a:latin typeface="DejaVu Sans Mono"/>
                <a:ea typeface="DejaVu Sans Mono"/>
                <a:cs typeface="DejaVu Sans Mono"/>
              </a:defRPr>
            </a:pPr>
            <a:r>
              <a:rPr sz="1875" b="1">
                <a:solidFill>
                  <a:srgbClr val="54DEEF"/>
                </a:solidFill>
                <a:latin typeface="DejaVu Sans Mono"/>
                <a:ea typeface="DejaVu Sans Mono"/>
                <a:cs typeface="DejaVu Sans Mono"/>
              </a:rPr>
              <a:t>Agenda:</a:t>
            </a:r>
          </a:p>
        </p:txBody>
      </p:sp>
      <p:sp>
        <p:nvSpPr>
          <p:cNvPr id="3" name="agenda-item">
            <a:extLst xmlns:a="http://schemas.openxmlformats.org/drawingml/2006/main">
              <a:ext uri="{FF2B5EF4-FFF2-40B4-BE49-F238E27FC236}">
                <a16:creationId xmlns:a16="http://schemas.microsoft.com/office/drawing/2014/main" id="{E48E90BA-5455-4C12-A8FB-C2A1F890FFBC}"/>
              </a:ext>
            </a:extLst>
          </p:cNvPr>
          <p:cNvSpPr>
            <a:spLocks xmlns:a="http://schemas.openxmlformats.org/drawingml/2006/main" noGrp="1"/>
          </p:cNvSpPr>
          <p:nvPr/>
        </p:nvSpPr>
        <p:spPr>
          <a:xfrm xmlns:a="http://schemas.openxmlformats.org/drawingml/2006/main">
            <a:off x="400050" y="142875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Was ist ein VPN?</a:t>
            </a:r>
          </a:p>
        </p:txBody>
      </p:sp>
      <p:sp>
        <p:nvSpPr>
          <p:cNvPr id="4" name="agenda-item">
            <a:extLst xmlns:a="http://schemas.openxmlformats.org/drawingml/2006/main">
              <a:ext uri="{FF2B5EF4-FFF2-40B4-BE49-F238E27FC236}">
                <a16:creationId xmlns:a16="http://schemas.microsoft.com/office/drawing/2014/main" id="{2E2B0260-0FF0-4040-A966-6B785B10B6C8}"/>
              </a:ext>
            </a:extLst>
          </p:cNvPr>
          <p:cNvSpPr>
            <a:spLocks xmlns:a="http://schemas.openxmlformats.org/drawingml/2006/main" noGrp="1"/>
          </p:cNvSpPr>
          <p:nvPr/>
        </p:nvSpPr>
        <p:spPr>
          <a:xfrm xmlns:a="http://schemas.openxmlformats.org/drawingml/2006/main">
            <a:off x="400050" y="209550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54DEEF"/>
                </a:solidFill>
                <a:latin typeface="DejaVu Sans"/>
                <a:ea typeface="DejaVu Sans"/>
                <a:cs typeface="DejaVu Sans"/>
              </a:defRPr>
            </a:defPPr>
            <a:lvl1pPr algn="l">
              <a:defRPr sz="1575" b="1">
                <a:solidFill>
                  <a:srgbClr val="54DEEF"/>
                </a:solidFill>
                <a:latin typeface="DejaVu Sans"/>
                <a:ea typeface="DejaVu Sans"/>
                <a:cs typeface="DejaVu Sans"/>
              </a:defRPr>
            </a:lvl1pPr>
            <a:lvl2pPr algn="l">
              <a:defRPr sz="1575" b="1">
                <a:solidFill>
                  <a:srgbClr val="54DEEF"/>
                </a:solidFill>
                <a:latin typeface="DejaVu Sans"/>
                <a:ea typeface="DejaVu Sans"/>
                <a:cs typeface="DejaVu Sans"/>
              </a:defRPr>
            </a:lvl2pPr>
            <a:lvl3pPr algn="l">
              <a:defRPr sz="1575" b="1">
                <a:solidFill>
                  <a:srgbClr val="54DEEF"/>
                </a:solidFill>
                <a:latin typeface="DejaVu Sans"/>
                <a:ea typeface="DejaVu Sans"/>
                <a:cs typeface="DejaVu Sans"/>
              </a:defRPr>
            </a:lvl3pPr>
            <a:lvl4pPr algn="l">
              <a:defRPr sz="1575" b="1">
                <a:solidFill>
                  <a:srgbClr val="54DEEF"/>
                </a:solidFill>
                <a:latin typeface="DejaVu Sans"/>
                <a:ea typeface="DejaVu Sans"/>
                <a:cs typeface="DejaVu Sans"/>
              </a:defRPr>
            </a:lvl4pPr>
            <a:lvl5pPr algn="l">
              <a:defRPr sz="1575" b="1">
                <a:solidFill>
                  <a:srgbClr val="54DEEF"/>
                </a:solidFill>
                <a:latin typeface="DejaVu Sans"/>
                <a:ea typeface="DejaVu Sans"/>
                <a:cs typeface="DejaVu Sans"/>
              </a:defRPr>
            </a:lvl5pPr>
            <a:lvl6pPr algn="l">
              <a:defRPr sz="1575" b="1">
                <a:solidFill>
                  <a:srgbClr val="54DEEF"/>
                </a:solidFill>
                <a:latin typeface="DejaVu Sans"/>
                <a:ea typeface="DejaVu Sans"/>
                <a:cs typeface="DejaVu Sans"/>
              </a:defRPr>
            </a:lvl6pPr>
            <a:lvl7pPr algn="l">
              <a:defRPr sz="1575" b="1">
                <a:solidFill>
                  <a:srgbClr val="54DEEF"/>
                </a:solidFill>
                <a:latin typeface="DejaVu Sans"/>
                <a:ea typeface="DejaVu Sans"/>
                <a:cs typeface="DejaVu Sans"/>
              </a:defRPr>
            </a:lvl7pPr>
            <a:lvl8pPr algn="l">
              <a:defRPr sz="1575" b="1">
                <a:solidFill>
                  <a:srgbClr val="54DEEF"/>
                </a:solidFill>
                <a:latin typeface="DejaVu Sans"/>
                <a:ea typeface="DejaVu Sans"/>
                <a:cs typeface="DejaVu Sans"/>
              </a:defRPr>
            </a:lvl8pPr>
            <a:lvl9pPr algn="l">
              <a:defRPr sz="1575" b="1">
                <a:solidFill>
                  <a:srgbClr val="54DEEF"/>
                </a:solidFill>
                <a:latin typeface="DejaVu Sans"/>
                <a:ea typeface="DejaVu Sans"/>
                <a:cs typeface="DejaVu Sans"/>
              </a:defRPr>
            </a:lvl9pPr>
          </a:lstStyle>
          <a:p xmlns:a="http://schemas.openxmlformats.org/drawingml/2006/main">
            <a:pPr algn="l">
              <a:defRPr sz="1575" b="1">
                <a:solidFill>
                  <a:srgbClr val="54DEEF"/>
                </a:solidFill>
                <a:latin typeface="DejaVu Sans"/>
                <a:ea typeface="DejaVu Sans"/>
                <a:cs typeface="DejaVu Sans"/>
              </a:defRPr>
            </a:pPr>
            <a:r>
              <a:rPr sz="1575" b="1">
                <a:solidFill>
                  <a:srgbClr val="54DEEF"/>
                </a:solidFill>
                <a:latin typeface="DejaVu Sans"/>
                <a:ea typeface="DejaVu Sans"/>
                <a:cs typeface="DejaVu Sans"/>
              </a:rPr>
              <a:t>Aufbau eines VPN</a:t>
            </a:r>
          </a:p>
        </p:txBody>
      </p:sp>
      <p:sp>
        <p:nvSpPr>
          <p:cNvPr id="5" name="agenda-item">
            <a:extLst xmlns:a="http://schemas.openxmlformats.org/drawingml/2006/main">
              <a:ext uri="{FF2B5EF4-FFF2-40B4-BE49-F238E27FC236}">
                <a16:creationId xmlns:a16="http://schemas.microsoft.com/office/drawing/2014/main" id="{F9E2DB79-7355-48C3-B93E-2A95FCD950CE}"/>
              </a:ext>
            </a:extLst>
          </p:cNvPr>
          <p:cNvSpPr>
            <a:spLocks xmlns:a="http://schemas.openxmlformats.org/drawingml/2006/main" noGrp="1"/>
          </p:cNvSpPr>
          <p:nvPr/>
        </p:nvSpPr>
        <p:spPr>
          <a:xfrm xmlns:a="http://schemas.openxmlformats.org/drawingml/2006/main">
            <a:off x="400050" y="276225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Ausprägungen eines VPN Netzes</a:t>
            </a:r>
          </a:p>
        </p:txBody>
      </p:sp>
      <p:sp>
        <p:nvSpPr>
          <p:cNvPr id="6" name="agenda-item">
            <a:extLst xmlns:a="http://schemas.openxmlformats.org/drawingml/2006/main">
              <a:ext uri="{FF2B5EF4-FFF2-40B4-BE49-F238E27FC236}">
                <a16:creationId xmlns:a16="http://schemas.microsoft.com/office/drawing/2014/main" id="{EA6368A7-FC67-4AFE-8913-C24EAAF9775A}"/>
              </a:ext>
            </a:extLst>
          </p:cNvPr>
          <p:cNvSpPr>
            <a:spLocks xmlns:a="http://schemas.openxmlformats.org/drawingml/2006/main" noGrp="1"/>
          </p:cNvSpPr>
          <p:nvPr/>
        </p:nvSpPr>
        <p:spPr>
          <a:xfrm xmlns:a="http://schemas.openxmlformats.org/drawingml/2006/main">
            <a:off x="400050" y="371475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Tunneling Protokolle</a:t>
            </a:r>
          </a:p>
        </p:txBody>
      </p:sp>
      <p:sp>
        <p:nvSpPr>
          <p:cNvPr id="7" name="agenda-item">
            <a:extLst xmlns:a="http://schemas.openxmlformats.org/drawingml/2006/main">
              <a:ext uri="{FF2B5EF4-FFF2-40B4-BE49-F238E27FC236}">
                <a16:creationId xmlns:a16="http://schemas.microsoft.com/office/drawing/2014/main" id="{8F78C3F8-F431-4EA0-8839-FE2A430F91AB}"/>
              </a:ext>
            </a:extLst>
          </p:cNvPr>
          <p:cNvSpPr>
            <a:spLocks xmlns:a="http://schemas.openxmlformats.org/drawingml/2006/main" noGrp="1"/>
          </p:cNvSpPr>
          <p:nvPr/>
        </p:nvSpPr>
        <p:spPr>
          <a:xfrm xmlns:a="http://schemas.openxmlformats.org/drawingml/2006/main">
            <a:off x="400050" y="4524375"/>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IPSec</a:t>
            </a:r>
          </a:p>
        </p:txBody>
      </p:sp>
      <p:sp>
        <p:nvSpPr>
          <p:cNvPr id="8" name="agenda-item">
            <a:extLst xmlns:a="http://schemas.openxmlformats.org/drawingml/2006/main">
              <a:ext uri="{FF2B5EF4-FFF2-40B4-BE49-F238E27FC236}">
                <a16:creationId xmlns:a16="http://schemas.microsoft.com/office/drawing/2014/main" id="{31C95C48-7F79-4B1C-9A9F-1DB8C928B728}"/>
              </a:ext>
            </a:extLst>
          </p:cNvPr>
          <p:cNvSpPr>
            <a:spLocks xmlns:a="http://schemas.openxmlformats.org/drawingml/2006/main" noGrp="1"/>
          </p:cNvSpPr>
          <p:nvPr/>
        </p:nvSpPr>
        <p:spPr>
          <a:xfrm xmlns:a="http://schemas.openxmlformats.org/drawingml/2006/main">
            <a:off x="400050" y="5191125"/>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VPN in Verbindung mit einer Firewall</a:t>
            </a:r>
          </a:p>
        </p:txBody>
      </p:sp>
      <p:sp>
        <p:nvSpPr>
          <p:cNvPr id="9" name="agenda-item">
            <a:extLst xmlns:a="http://schemas.openxmlformats.org/drawingml/2006/main">
              <a:ext uri="{FF2B5EF4-FFF2-40B4-BE49-F238E27FC236}">
                <a16:creationId xmlns:a16="http://schemas.microsoft.com/office/drawing/2014/main" id="{A21BD22C-D997-476E-ACDA-FD5CCF8E8500}"/>
              </a:ext>
            </a:extLst>
          </p:cNvPr>
          <p:cNvSpPr>
            <a:spLocks xmlns:a="http://schemas.openxmlformats.org/drawingml/2006/main" noGrp="1"/>
          </p:cNvSpPr>
          <p:nvPr/>
        </p:nvSpPr>
        <p:spPr>
          <a:xfrm xmlns:a="http://schemas.openxmlformats.org/drawingml/2006/main">
            <a:off x="400050" y="6334125"/>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Fazit</a:t>
            </a:r>
          </a:p>
        </p:txBody>
      </p:sp>
      <p:sp>
        <p:nvSpPr>
          <p:cNvPr id="10" name="title">
            <a:extLst xmlns:a="http://schemas.openxmlformats.org/drawingml/2006/main">
              <a:ext uri="{FF2B5EF4-FFF2-40B4-BE49-F238E27FC236}">
                <a16:creationId xmlns:a16="http://schemas.microsoft.com/office/drawing/2014/main" id="{7C70F4BC-351B-4D74-B162-29F7902880EF}"/>
              </a:ext>
            </a:extLst>
          </p:cNvPr>
          <p:cNvSpPr>
            <a:spLocks xmlns:a="http://schemas.openxmlformats.org/drawingml/2006/main" noGrp="1"/>
          </p:cNvSpPr>
          <p:nvPr/>
        </p:nvSpPr>
        <p:spPr>
          <a:xfrm xmlns:a="http://schemas.openxmlformats.org/drawingml/2006/main">
            <a:off x="3619500" y="590550"/>
            <a:ext cx="1085850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525" b="1">
                <a:solidFill>
                  <a:srgbClr val="F1F7FC"/>
                </a:solidFill>
                <a:latin typeface="DejaVu Sans"/>
                <a:ea typeface="DejaVu Sans"/>
                <a:cs typeface="DejaVu Sans"/>
              </a:defRPr>
            </a:defPPr>
            <a:lvl1pPr algn="l">
              <a:defRPr sz="3525" b="1">
                <a:solidFill>
                  <a:srgbClr val="F1F7FC"/>
                </a:solidFill>
                <a:latin typeface="DejaVu Sans"/>
                <a:ea typeface="DejaVu Sans"/>
                <a:cs typeface="DejaVu Sans"/>
              </a:defRPr>
            </a:lvl1pPr>
            <a:lvl2pPr algn="l">
              <a:defRPr sz="3525" b="1">
                <a:solidFill>
                  <a:srgbClr val="F1F7FC"/>
                </a:solidFill>
                <a:latin typeface="DejaVu Sans"/>
                <a:ea typeface="DejaVu Sans"/>
                <a:cs typeface="DejaVu Sans"/>
              </a:defRPr>
            </a:lvl2pPr>
            <a:lvl3pPr algn="l">
              <a:defRPr sz="3525" b="1">
                <a:solidFill>
                  <a:srgbClr val="F1F7FC"/>
                </a:solidFill>
                <a:latin typeface="DejaVu Sans"/>
                <a:ea typeface="DejaVu Sans"/>
                <a:cs typeface="DejaVu Sans"/>
              </a:defRPr>
            </a:lvl3pPr>
            <a:lvl4pPr algn="l">
              <a:defRPr sz="3525" b="1">
                <a:solidFill>
                  <a:srgbClr val="F1F7FC"/>
                </a:solidFill>
                <a:latin typeface="DejaVu Sans"/>
                <a:ea typeface="DejaVu Sans"/>
                <a:cs typeface="DejaVu Sans"/>
              </a:defRPr>
            </a:lvl4pPr>
            <a:lvl5pPr algn="l">
              <a:defRPr sz="3525" b="1">
                <a:solidFill>
                  <a:srgbClr val="F1F7FC"/>
                </a:solidFill>
                <a:latin typeface="DejaVu Sans"/>
                <a:ea typeface="DejaVu Sans"/>
                <a:cs typeface="DejaVu Sans"/>
              </a:defRPr>
            </a:lvl5pPr>
            <a:lvl6pPr algn="l">
              <a:defRPr sz="3525" b="1">
                <a:solidFill>
                  <a:srgbClr val="F1F7FC"/>
                </a:solidFill>
                <a:latin typeface="DejaVu Sans"/>
                <a:ea typeface="DejaVu Sans"/>
                <a:cs typeface="DejaVu Sans"/>
              </a:defRPr>
            </a:lvl6pPr>
            <a:lvl7pPr algn="l">
              <a:defRPr sz="3525" b="1">
                <a:solidFill>
                  <a:srgbClr val="F1F7FC"/>
                </a:solidFill>
                <a:latin typeface="DejaVu Sans"/>
                <a:ea typeface="DejaVu Sans"/>
                <a:cs typeface="DejaVu Sans"/>
              </a:defRPr>
            </a:lvl7pPr>
            <a:lvl8pPr algn="l">
              <a:defRPr sz="3525" b="1">
                <a:solidFill>
                  <a:srgbClr val="F1F7FC"/>
                </a:solidFill>
                <a:latin typeface="DejaVu Sans"/>
                <a:ea typeface="DejaVu Sans"/>
                <a:cs typeface="DejaVu Sans"/>
              </a:defRPr>
            </a:lvl8pPr>
            <a:lvl9pPr algn="l">
              <a:defRPr sz="3525" b="1">
                <a:solidFill>
                  <a:srgbClr val="F1F7FC"/>
                </a:solidFill>
                <a:latin typeface="DejaVu Sans"/>
                <a:ea typeface="DejaVu Sans"/>
                <a:cs typeface="DejaVu Sans"/>
              </a:defRPr>
            </a:lvl9pPr>
          </a:lstStyle>
          <a:p xmlns:a="http://schemas.openxmlformats.org/drawingml/2006/main">
            <a:pPr algn="l">
              <a:defRPr sz="3525" b="1">
                <a:solidFill>
                  <a:srgbClr val="F1F7FC"/>
                </a:solidFill>
                <a:latin typeface="DejaVu Sans"/>
                <a:ea typeface="DejaVu Sans"/>
                <a:cs typeface="DejaVu Sans"/>
              </a:defRPr>
            </a:pPr>
            <a:r>
              <a:rPr sz="3525" b="1">
                <a:solidFill>
                  <a:srgbClr val="F1F7FC"/>
                </a:solidFill>
                <a:latin typeface="DejaVu Sans"/>
                <a:ea typeface="DejaVu Sans"/>
                <a:cs typeface="DejaVu Sans"/>
              </a:rPr>
              <a:t>Aufbau eines VPN</a:t>
            </a:r>
          </a:p>
        </p:txBody>
      </p:sp>
      <p:sp>
        <p:nvSpPr>
          <p:cNvPr id="11" name="page-number">
            <a:extLst xmlns:a="http://schemas.openxmlformats.org/drawingml/2006/main">
              <a:ext uri="{FF2B5EF4-FFF2-40B4-BE49-F238E27FC236}">
                <a16:creationId xmlns:a16="http://schemas.microsoft.com/office/drawing/2014/main" id="{491261AF-5BB0-44A3-A212-4BE161AB478D}"/>
              </a:ext>
            </a:extLst>
          </p:cNvPr>
          <p:cNvSpPr>
            <a:spLocks xmlns:a="http://schemas.openxmlformats.org/drawingml/2006/main" noGrp="1"/>
          </p:cNvSpPr>
          <p:nvPr/>
        </p:nvSpPr>
        <p:spPr>
          <a:xfrm xmlns:a="http://schemas.openxmlformats.org/drawingml/2006/main">
            <a:off x="13477875" y="8020050"/>
            <a:ext cx="1285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AABFD1"/>
                </a:solidFill>
                <a:latin typeface="DejaVu Sans Mono"/>
                <a:ea typeface="DejaVu Sans Mono"/>
                <a:cs typeface="DejaVu Sans Mono"/>
              </a:defRPr>
            </a:defPPr>
            <a:lvl1pPr algn="r">
              <a:defRPr sz="1350" b="0">
                <a:solidFill>
                  <a:srgbClr val="AABFD1"/>
                </a:solidFill>
                <a:latin typeface="DejaVu Sans Mono"/>
                <a:ea typeface="DejaVu Sans Mono"/>
                <a:cs typeface="DejaVu Sans Mono"/>
              </a:defRPr>
            </a:lvl1pPr>
            <a:lvl2pPr algn="r">
              <a:defRPr sz="1350" b="0">
                <a:solidFill>
                  <a:srgbClr val="AABFD1"/>
                </a:solidFill>
                <a:latin typeface="DejaVu Sans Mono"/>
                <a:ea typeface="DejaVu Sans Mono"/>
                <a:cs typeface="DejaVu Sans Mono"/>
              </a:defRPr>
            </a:lvl2pPr>
            <a:lvl3pPr algn="r">
              <a:defRPr sz="1350" b="0">
                <a:solidFill>
                  <a:srgbClr val="AABFD1"/>
                </a:solidFill>
                <a:latin typeface="DejaVu Sans Mono"/>
                <a:ea typeface="DejaVu Sans Mono"/>
                <a:cs typeface="DejaVu Sans Mono"/>
              </a:defRPr>
            </a:lvl3pPr>
            <a:lvl4pPr algn="r">
              <a:defRPr sz="1350" b="0">
                <a:solidFill>
                  <a:srgbClr val="AABFD1"/>
                </a:solidFill>
                <a:latin typeface="DejaVu Sans Mono"/>
                <a:ea typeface="DejaVu Sans Mono"/>
                <a:cs typeface="DejaVu Sans Mono"/>
              </a:defRPr>
            </a:lvl4pPr>
            <a:lvl5pPr algn="r">
              <a:defRPr sz="1350" b="0">
                <a:solidFill>
                  <a:srgbClr val="AABFD1"/>
                </a:solidFill>
                <a:latin typeface="DejaVu Sans Mono"/>
                <a:ea typeface="DejaVu Sans Mono"/>
                <a:cs typeface="DejaVu Sans Mono"/>
              </a:defRPr>
            </a:lvl5pPr>
            <a:lvl6pPr algn="r">
              <a:defRPr sz="1350" b="0">
                <a:solidFill>
                  <a:srgbClr val="AABFD1"/>
                </a:solidFill>
                <a:latin typeface="DejaVu Sans Mono"/>
                <a:ea typeface="DejaVu Sans Mono"/>
                <a:cs typeface="DejaVu Sans Mono"/>
              </a:defRPr>
            </a:lvl6pPr>
            <a:lvl7pPr algn="r">
              <a:defRPr sz="1350" b="0">
                <a:solidFill>
                  <a:srgbClr val="AABFD1"/>
                </a:solidFill>
                <a:latin typeface="DejaVu Sans Mono"/>
                <a:ea typeface="DejaVu Sans Mono"/>
                <a:cs typeface="DejaVu Sans Mono"/>
              </a:defRPr>
            </a:lvl7pPr>
            <a:lvl8pPr algn="r">
              <a:defRPr sz="1350" b="0">
                <a:solidFill>
                  <a:srgbClr val="AABFD1"/>
                </a:solidFill>
                <a:latin typeface="DejaVu Sans Mono"/>
                <a:ea typeface="DejaVu Sans Mono"/>
                <a:cs typeface="DejaVu Sans Mono"/>
              </a:defRPr>
            </a:lvl8pPr>
            <a:lvl9pPr algn="r">
              <a:defRPr sz="1350" b="0">
                <a:solidFill>
                  <a:srgbClr val="AABFD1"/>
                </a:solidFill>
                <a:latin typeface="DejaVu Sans Mono"/>
                <a:ea typeface="DejaVu Sans Mono"/>
                <a:cs typeface="DejaVu Sans Mono"/>
              </a:defRPr>
            </a:lvl9pPr>
          </a:lstStyle>
          <a:p xmlns:a="http://schemas.openxmlformats.org/drawingml/2006/main">
            <a:pPr algn="r">
              <a:defRPr sz="1350" b="0">
                <a:solidFill>
                  <a:srgbClr val="AABFD1"/>
                </a:solidFill>
                <a:latin typeface="DejaVu Sans Mono"/>
                <a:ea typeface="DejaVu Sans Mono"/>
                <a:cs typeface="DejaVu Sans Mono"/>
              </a:defRPr>
            </a:pPr>
            <a:r>
              <a:rPr sz="1350" b="0">
                <a:solidFill>
                  <a:srgbClr val="AABFD1"/>
                </a:solidFill>
                <a:latin typeface="DejaVu Sans Mono"/>
                <a:ea typeface="DejaVu Sans Mono"/>
                <a:cs typeface="DejaVu Sans Mono"/>
              </a:rPr>
              <a:t>07 / 33</a:t>
            </a:r>
          </a:p>
        </p:txBody>
      </p:sp>
      <p:sp>
        <p:nvSpPr>
          <p:cNvPr id="12" name="subheading">
            <a:extLst xmlns:a="http://schemas.openxmlformats.org/drawingml/2006/main">
              <a:ext uri="{FF2B5EF4-FFF2-40B4-BE49-F238E27FC236}">
                <a16:creationId xmlns:a16="http://schemas.microsoft.com/office/drawing/2014/main" id="{54B0AB8F-14D2-4DE6-B785-AB245E5331A2}"/>
              </a:ext>
            </a:extLst>
          </p:cNvPr>
          <p:cNvSpPr>
            <a:spLocks xmlns:a="http://schemas.openxmlformats.org/drawingml/2006/main" noGrp="1"/>
          </p:cNvSpPr>
          <p:nvPr/>
        </p:nvSpPr>
        <p:spPr>
          <a:xfrm xmlns:a="http://schemas.openxmlformats.org/drawingml/2006/main">
            <a:off x="3619500" y="2047875"/>
            <a:ext cx="10858500" cy="5227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54DEEF"/>
                </a:solidFill>
                <a:latin typeface="DejaVu Sans"/>
                <a:ea typeface="DejaVu Sans"/>
                <a:cs typeface="DejaVu Sans"/>
              </a:defRPr>
            </a:defPPr>
            <a:lvl1pPr algn="l">
              <a:defRPr sz="2550" b="1">
                <a:solidFill>
                  <a:srgbClr val="54DEEF"/>
                </a:solidFill>
                <a:latin typeface="DejaVu Sans"/>
                <a:ea typeface="DejaVu Sans"/>
                <a:cs typeface="DejaVu Sans"/>
              </a:defRPr>
            </a:lvl1pPr>
            <a:lvl2pPr algn="l">
              <a:defRPr sz="2550" b="1">
                <a:solidFill>
                  <a:srgbClr val="54DEEF"/>
                </a:solidFill>
                <a:latin typeface="DejaVu Sans"/>
                <a:ea typeface="DejaVu Sans"/>
                <a:cs typeface="DejaVu Sans"/>
              </a:defRPr>
            </a:lvl2pPr>
            <a:lvl3pPr algn="l">
              <a:defRPr sz="2550" b="1">
                <a:solidFill>
                  <a:srgbClr val="54DEEF"/>
                </a:solidFill>
                <a:latin typeface="DejaVu Sans"/>
                <a:ea typeface="DejaVu Sans"/>
                <a:cs typeface="DejaVu Sans"/>
              </a:defRPr>
            </a:lvl3pPr>
            <a:lvl4pPr algn="l">
              <a:defRPr sz="2550" b="1">
                <a:solidFill>
                  <a:srgbClr val="54DEEF"/>
                </a:solidFill>
                <a:latin typeface="DejaVu Sans"/>
                <a:ea typeface="DejaVu Sans"/>
                <a:cs typeface="DejaVu Sans"/>
              </a:defRPr>
            </a:lvl4pPr>
            <a:lvl5pPr algn="l">
              <a:defRPr sz="2550" b="1">
                <a:solidFill>
                  <a:srgbClr val="54DEEF"/>
                </a:solidFill>
                <a:latin typeface="DejaVu Sans"/>
                <a:ea typeface="DejaVu Sans"/>
                <a:cs typeface="DejaVu Sans"/>
              </a:defRPr>
            </a:lvl5pPr>
            <a:lvl6pPr algn="l">
              <a:defRPr sz="2550" b="1">
                <a:solidFill>
                  <a:srgbClr val="54DEEF"/>
                </a:solidFill>
                <a:latin typeface="DejaVu Sans"/>
                <a:ea typeface="DejaVu Sans"/>
                <a:cs typeface="DejaVu Sans"/>
              </a:defRPr>
            </a:lvl6pPr>
            <a:lvl7pPr algn="l">
              <a:defRPr sz="2550" b="1">
                <a:solidFill>
                  <a:srgbClr val="54DEEF"/>
                </a:solidFill>
                <a:latin typeface="DejaVu Sans"/>
                <a:ea typeface="DejaVu Sans"/>
                <a:cs typeface="DejaVu Sans"/>
              </a:defRPr>
            </a:lvl7pPr>
            <a:lvl8pPr algn="l">
              <a:defRPr sz="2550" b="1">
                <a:solidFill>
                  <a:srgbClr val="54DEEF"/>
                </a:solidFill>
                <a:latin typeface="DejaVu Sans"/>
                <a:ea typeface="DejaVu Sans"/>
                <a:cs typeface="DejaVu Sans"/>
              </a:defRPr>
            </a:lvl8pPr>
            <a:lvl9pPr algn="l">
              <a:defRPr sz="2550" b="1">
                <a:solidFill>
                  <a:srgbClr val="54DEEF"/>
                </a:solidFill>
                <a:latin typeface="DejaVu Sans"/>
                <a:ea typeface="DejaVu Sans"/>
                <a:cs typeface="DejaVu Sans"/>
              </a:defRPr>
            </a:lvl9pPr>
          </a:lstStyle>
          <a:p xmlns:a="http://schemas.openxmlformats.org/drawingml/2006/main">
            <a:pPr algn="l">
              <a:defRPr sz="2550" b="1">
                <a:solidFill>
                  <a:srgbClr val="54DEEF"/>
                </a:solidFill>
                <a:latin typeface="DejaVu Sans"/>
                <a:ea typeface="DejaVu Sans"/>
                <a:cs typeface="DejaVu Sans"/>
              </a:defRPr>
            </a:pPr>
            <a:r>
              <a:rPr sz="2550" b="1">
                <a:solidFill>
                  <a:srgbClr val="54DEEF"/>
                </a:solidFill>
                <a:latin typeface="DejaVu Sans"/>
                <a:ea typeface="DejaVu Sans"/>
                <a:cs typeface="DejaVu Sans"/>
              </a:rPr>
              <a:t>Tunnelaufbau vollzieht sich in 3 Phasen:</a:t>
            </a:r>
          </a:p>
        </p:txBody>
      </p:sp>
      <p:sp>
        <p:nvSpPr>
          <p:cNvPr id="13" name="content">
            <a:extLst xmlns:a="http://schemas.openxmlformats.org/drawingml/2006/main">
              <a:ext uri="{FF2B5EF4-FFF2-40B4-BE49-F238E27FC236}">
                <a16:creationId xmlns:a16="http://schemas.microsoft.com/office/drawing/2014/main" id="{265A1182-8390-4055-8A2A-092A37B09DBB}"/>
              </a:ext>
            </a:extLst>
          </p:cNvPr>
          <p:cNvSpPr>
            <a:spLocks xmlns:a="http://schemas.openxmlformats.org/drawingml/2006/main" noGrp="1"/>
          </p:cNvSpPr>
          <p:nvPr/>
        </p:nvSpPr>
        <p:spPr>
          <a:xfrm xmlns:a="http://schemas.openxmlformats.org/drawingml/2006/main">
            <a:off x="3619500" y="2970657"/>
            <a:ext cx="10858500" cy="58559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925" b="0">
                <a:solidFill>
                  <a:srgbClr val="E0EAF4"/>
                </a:solidFill>
                <a:latin typeface="DejaVu Sans"/>
                <a:ea typeface="DejaVu Sans"/>
                <a:cs typeface="DejaVu Sans"/>
              </a:defRPr>
            </a:defPPr>
            <a:lvl1pPr algn="l">
              <a:defRPr sz="2925" b="0">
                <a:solidFill>
                  <a:srgbClr val="E0EAF4"/>
                </a:solidFill>
                <a:latin typeface="DejaVu Sans"/>
                <a:ea typeface="DejaVu Sans"/>
                <a:cs typeface="DejaVu Sans"/>
              </a:defRPr>
            </a:lvl1pPr>
            <a:lvl2pPr algn="l">
              <a:defRPr sz="2925" b="0">
                <a:solidFill>
                  <a:srgbClr val="E0EAF4"/>
                </a:solidFill>
                <a:latin typeface="DejaVu Sans"/>
                <a:ea typeface="DejaVu Sans"/>
                <a:cs typeface="DejaVu Sans"/>
              </a:defRPr>
            </a:lvl2pPr>
            <a:lvl3pPr algn="l">
              <a:defRPr sz="2925" b="0">
                <a:solidFill>
                  <a:srgbClr val="E0EAF4"/>
                </a:solidFill>
                <a:latin typeface="DejaVu Sans"/>
                <a:ea typeface="DejaVu Sans"/>
                <a:cs typeface="DejaVu Sans"/>
              </a:defRPr>
            </a:lvl3pPr>
            <a:lvl4pPr algn="l">
              <a:defRPr sz="2925" b="0">
                <a:solidFill>
                  <a:srgbClr val="E0EAF4"/>
                </a:solidFill>
                <a:latin typeface="DejaVu Sans"/>
                <a:ea typeface="DejaVu Sans"/>
                <a:cs typeface="DejaVu Sans"/>
              </a:defRPr>
            </a:lvl4pPr>
            <a:lvl5pPr algn="l">
              <a:defRPr sz="2925" b="0">
                <a:solidFill>
                  <a:srgbClr val="E0EAF4"/>
                </a:solidFill>
                <a:latin typeface="DejaVu Sans"/>
                <a:ea typeface="DejaVu Sans"/>
                <a:cs typeface="DejaVu Sans"/>
              </a:defRPr>
            </a:lvl5pPr>
            <a:lvl6pPr algn="l">
              <a:defRPr sz="2925" b="0">
                <a:solidFill>
                  <a:srgbClr val="E0EAF4"/>
                </a:solidFill>
                <a:latin typeface="DejaVu Sans"/>
                <a:ea typeface="DejaVu Sans"/>
                <a:cs typeface="DejaVu Sans"/>
              </a:defRPr>
            </a:lvl6pPr>
            <a:lvl7pPr algn="l">
              <a:defRPr sz="2925" b="0">
                <a:solidFill>
                  <a:srgbClr val="E0EAF4"/>
                </a:solidFill>
                <a:latin typeface="DejaVu Sans"/>
                <a:ea typeface="DejaVu Sans"/>
                <a:cs typeface="DejaVu Sans"/>
              </a:defRPr>
            </a:lvl7pPr>
            <a:lvl8pPr algn="l">
              <a:defRPr sz="2925" b="0">
                <a:solidFill>
                  <a:srgbClr val="E0EAF4"/>
                </a:solidFill>
                <a:latin typeface="DejaVu Sans"/>
                <a:ea typeface="DejaVu Sans"/>
                <a:cs typeface="DejaVu Sans"/>
              </a:defRPr>
            </a:lvl8pPr>
            <a:lvl9pPr algn="l">
              <a:defRPr sz="2925" b="0">
                <a:solidFill>
                  <a:srgbClr val="E0EAF4"/>
                </a:solidFill>
                <a:latin typeface="DejaVu Sans"/>
                <a:ea typeface="DejaVu Sans"/>
                <a:cs typeface="DejaVu Sans"/>
              </a:defRPr>
            </a:lvl9pPr>
          </a:lstStyle>
          <a:p xmlns:a="http://schemas.openxmlformats.org/drawingml/2006/main">
            <a:pPr marL="355600" indent="-292100" algn="l">
              <a:spcAft>
                <a:spcPts val="0"/>
              </a:spcAft>
              <a:buChar char="•"/>
              <a:defRPr sz="2925" b="0">
                <a:solidFill>
                  <a:srgbClr val="E0EAF4"/>
                </a:solidFill>
                <a:latin typeface="DejaVu Sans"/>
                <a:ea typeface="DejaVu Sans"/>
                <a:cs typeface="DejaVu Sans"/>
              </a:defRPr>
            </a:pPr>
            <a:r>
              <a:rPr b="0">
                <a:latin typeface="DejaVu Sans"/>
                <a:ea typeface="DejaVu Sans"/>
                <a:cs typeface="DejaVu Sans"/>
              </a:rPr>
              <a:t>Authentifizierung</a:t>
            </a:r>
          </a:p>
        </p:txBody>
      </p:sp>
      <p:sp>
        <p:nvSpPr>
          <p:cNvPr id="14" name="content">
            <a:extLst xmlns:a="http://schemas.openxmlformats.org/drawingml/2006/main">
              <a:ext uri="{FF2B5EF4-FFF2-40B4-BE49-F238E27FC236}">
                <a16:creationId xmlns:a16="http://schemas.microsoft.com/office/drawing/2014/main" id="{4CC0D95F-EBA1-4A6E-9B91-55F8E8E5FA7F}"/>
              </a:ext>
            </a:extLst>
          </p:cNvPr>
          <p:cNvSpPr>
            <a:spLocks xmlns:a="http://schemas.openxmlformats.org/drawingml/2006/main" noGrp="1"/>
          </p:cNvSpPr>
          <p:nvPr/>
        </p:nvSpPr>
        <p:spPr>
          <a:xfrm xmlns:a="http://schemas.openxmlformats.org/drawingml/2006/main">
            <a:off x="3619500" y="3956304"/>
            <a:ext cx="10858500" cy="58559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925" b="0">
                <a:solidFill>
                  <a:srgbClr val="E0EAF4"/>
                </a:solidFill>
                <a:latin typeface="DejaVu Sans"/>
                <a:ea typeface="DejaVu Sans"/>
                <a:cs typeface="DejaVu Sans"/>
              </a:defRPr>
            </a:defPPr>
            <a:lvl1pPr algn="l">
              <a:defRPr sz="2925" b="0">
                <a:solidFill>
                  <a:srgbClr val="E0EAF4"/>
                </a:solidFill>
                <a:latin typeface="DejaVu Sans"/>
                <a:ea typeface="DejaVu Sans"/>
                <a:cs typeface="DejaVu Sans"/>
              </a:defRPr>
            </a:lvl1pPr>
            <a:lvl2pPr algn="l">
              <a:defRPr sz="2925" b="0">
                <a:solidFill>
                  <a:srgbClr val="E0EAF4"/>
                </a:solidFill>
                <a:latin typeface="DejaVu Sans"/>
                <a:ea typeface="DejaVu Sans"/>
                <a:cs typeface="DejaVu Sans"/>
              </a:defRPr>
            </a:lvl2pPr>
            <a:lvl3pPr algn="l">
              <a:defRPr sz="2925" b="0">
                <a:solidFill>
                  <a:srgbClr val="E0EAF4"/>
                </a:solidFill>
                <a:latin typeface="DejaVu Sans"/>
                <a:ea typeface="DejaVu Sans"/>
                <a:cs typeface="DejaVu Sans"/>
              </a:defRPr>
            </a:lvl3pPr>
            <a:lvl4pPr algn="l">
              <a:defRPr sz="2925" b="0">
                <a:solidFill>
                  <a:srgbClr val="E0EAF4"/>
                </a:solidFill>
                <a:latin typeface="DejaVu Sans"/>
                <a:ea typeface="DejaVu Sans"/>
                <a:cs typeface="DejaVu Sans"/>
              </a:defRPr>
            </a:lvl4pPr>
            <a:lvl5pPr algn="l">
              <a:defRPr sz="2925" b="0">
                <a:solidFill>
                  <a:srgbClr val="E0EAF4"/>
                </a:solidFill>
                <a:latin typeface="DejaVu Sans"/>
                <a:ea typeface="DejaVu Sans"/>
                <a:cs typeface="DejaVu Sans"/>
              </a:defRPr>
            </a:lvl5pPr>
            <a:lvl6pPr algn="l">
              <a:defRPr sz="2925" b="0">
                <a:solidFill>
                  <a:srgbClr val="E0EAF4"/>
                </a:solidFill>
                <a:latin typeface="DejaVu Sans"/>
                <a:ea typeface="DejaVu Sans"/>
                <a:cs typeface="DejaVu Sans"/>
              </a:defRPr>
            </a:lvl6pPr>
            <a:lvl7pPr algn="l">
              <a:defRPr sz="2925" b="0">
                <a:solidFill>
                  <a:srgbClr val="E0EAF4"/>
                </a:solidFill>
                <a:latin typeface="DejaVu Sans"/>
                <a:ea typeface="DejaVu Sans"/>
                <a:cs typeface="DejaVu Sans"/>
              </a:defRPr>
            </a:lvl7pPr>
            <a:lvl8pPr algn="l">
              <a:defRPr sz="2925" b="0">
                <a:solidFill>
                  <a:srgbClr val="E0EAF4"/>
                </a:solidFill>
                <a:latin typeface="DejaVu Sans"/>
                <a:ea typeface="DejaVu Sans"/>
                <a:cs typeface="DejaVu Sans"/>
              </a:defRPr>
            </a:lvl8pPr>
            <a:lvl9pPr algn="l">
              <a:defRPr sz="2925" b="0">
                <a:solidFill>
                  <a:srgbClr val="E0EAF4"/>
                </a:solidFill>
                <a:latin typeface="DejaVu Sans"/>
                <a:ea typeface="DejaVu Sans"/>
                <a:cs typeface="DejaVu Sans"/>
              </a:defRPr>
            </a:lvl9pPr>
          </a:lstStyle>
          <a:p xmlns:a="http://schemas.openxmlformats.org/drawingml/2006/main">
            <a:pPr marL="355600" indent="-292100" algn="l">
              <a:spcAft>
                <a:spcPts val="0"/>
              </a:spcAft>
              <a:buChar char="•"/>
              <a:defRPr sz="2925" b="0">
                <a:solidFill>
                  <a:srgbClr val="E0EAF4"/>
                </a:solidFill>
                <a:latin typeface="DejaVu Sans"/>
                <a:ea typeface="DejaVu Sans"/>
                <a:cs typeface="DejaVu Sans"/>
              </a:defRPr>
            </a:pPr>
            <a:r>
              <a:rPr b="0">
                <a:latin typeface="DejaVu Sans"/>
                <a:ea typeface="DejaVu Sans"/>
                <a:cs typeface="DejaVu Sans"/>
              </a:rPr>
              <a:t>Tunnelaufbau</a:t>
            </a:r>
          </a:p>
        </p:txBody>
      </p:sp>
      <p:sp>
        <p:nvSpPr>
          <p:cNvPr id="15" name="content">
            <a:extLst xmlns:a="http://schemas.openxmlformats.org/drawingml/2006/main">
              <a:ext uri="{FF2B5EF4-FFF2-40B4-BE49-F238E27FC236}">
                <a16:creationId xmlns:a16="http://schemas.microsoft.com/office/drawing/2014/main" id="{67D8304A-AE35-49A9-A3CF-F217222ED291}"/>
              </a:ext>
            </a:extLst>
          </p:cNvPr>
          <p:cNvSpPr>
            <a:spLocks xmlns:a="http://schemas.openxmlformats.org/drawingml/2006/main" noGrp="1"/>
          </p:cNvSpPr>
          <p:nvPr/>
        </p:nvSpPr>
        <p:spPr>
          <a:xfrm xmlns:a="http://schemas.openxmlformats.org/drawingml/2006/main">
            <a:off x="3619500" y="4941951"/>
            <a:ext cx="10858500" cy="58559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925" b="0">
                <a:solidFill>
                  <a:srgbClr val="E0EAF4"/>
                </a:solidFill>
                <a:latin typeface="DejaVu Sans"/>
                <a:ea typeface="DejaVu Sans"/>
                <a:cs typeface="DejaVu Sans"/>
              </a:defRPr>
            </a:defPPr>
            <a:lvl1pPr algn="l">
              <a:defRPr sz="2925" b="0">
                <a:solidFill>
                  <a:srgbClr val="E0EAF4"/>
                </a:solidFill>
                <a:latin typeface="DejaVu Sans"/>
                <a:ea typeface="DejaVu Sans"/>
                <a:cs typeface="DejaVu Sans"/>
              </a:defRPr>
            </a:lvl1pPr>
            <a:lvl2pPr algn="l">
              <a:defRPr sz="2925" b="0">
                <a:solidFill>
                  <a:srgbClr val="E0EAF4"/>
                </a:solidFill>
                <a:latin typeface="DejaVu Sans"/>
                <a:ea typeface="DejaVu Sans"/>
                <a:cs typeface="DejaVu Sans"/>
              </a:defRPr>
            </a:lvl2pPr>
            <a:lvl3pPr algn="l">
              <a:defRPr sz="2925" b="0">
                <a:solidFill>
                  <a:srgbClr val="E0EAF4"/>
                </a:solidFill>
                <a:latin typeface="DejaVu Sans"/>
                <a:ea typeface="DejaVu Sans"/>
                <a:cs typeface="DejaVu Sans"/>
              </a:defRPr>
            </a:lvl3pPr>
            <a:lvl4pPr algn="l">
              <a:defRPr sz="2925" b="0">
                <a:solidFill>
                  <a:srgbClr val="E0EAF4"/>
                </a:solidFill>
                <a:latin typeface="DejaVu Sans"/>
                <a:ea typeface="DejaVu Sans"/>
                <a:cs typeface="DejaVu Sans"/>
              </a:defRPr>
            </a:lvl4pPr>
            <a:lvl5pPr algn="l">
              <a:defRPr sz="2925" b="0">
                <a:solidFill>
                  <a:srgbClr val="E0EAF4"/>
                </a:solidFill>
                <a:latin typeface="DejaVu Sans"/>
                <a:ea typeface="DejaVu Sans"/>
                <a:cs typeface="DejaVu Sans"/>
              </a:defRPr>
            </a:lvl5pPr>
            <a:lvl6pPr algn="l">
              <a:defRPr sz="2925" b="0">
                <a:solidFill>
                  <a:srgbClr val="E0EAF4"/>
                </a:solidFill>
                <a:latin typeface="DejaVu Sans"/>
                <a:ea typeface="DejaVu Sans"/>
                <a:cs typeface="DejaVu Sans"/>
              </a:defRPr>
            </a:lvl6pPr>
            <a:lvl7pPr algn="l">
              <a:defRPr sz="2925" b="0">
                <a:solidFill>
                  <a:srgbClr val="E0EAF4"/>
                </a:solidFill>
                <a:latin typeface="DejaVu Sans"/>
                <a:ea typeface="DejaVu Sans"/>
                <a:cs typeface="DejaVu Sans"/>
              </a:defRPr>
            </a:lvl7pPr>
            <a:lvl8pPr algn="l">
              <a:defRPr sz="2925" b="0">
                <a:solidFill>
                  <a:srgbClr val="E0EAF4"/>
                </a:solidFill>
                <a:latin typeface="DejaVu Sans"/>
                <a:ea typeface="DejaVu Sans"/>
                <a:cs typeface="DejaVu Sans"/>
              </a:defRPr>
            </a:lvl8pPr>
            <a:lvl9pPr algn="l">
              <a:defRPr sz="2925" b="0">
                <a:solidFill>
                  <a:srgbClr val="E0EAF4"/>
                </a:solidFill>
                <a:latin typeface="DejaVu Sans"/>
                <a:ea typeface="DejaVu Sans"/>
                <a:cs typeface="DejaVu Sans"/>
              </a:defRPr>
            </a:lvl9pPr>
          </a:lstStyle>
          <a:p xmlns:a="http://schemas.openxmlformats.org/drawingml/2006/main">
            <a:pPr marL="355600" indent="-292100" algn="l">
              <a:spcAft>
                <a:spcPts val="0"/>
              </a:spcAft>
              <a:buChar char="•"/>
              <a:defRPr sz="2925" b="0">
                <a:solidFill>
                  <a:srgbClr val="E0EAF4"/>
                </a:solidFill>
                <a:latin typeface="DejaVu Sans"/>
                <a:ea typeface="DejaVu Sans"/>
                <a:cs typeface="DejaVu Sans"/>
              </a:defRPr>
            </a:pPr>
            <a:r>
              <a:rPr b="0">
                <a:latin typeface="DejaVu Sans"/>
                <a:ea typeface="DejaVu Sans"/>
                <a:cs typeface="DejaVu Sans"/>
              </a:rPr>
              <a:t>Übertragungsphase</a:t>
            </a:r>
          </a:p>
        </p:txBody>
      </p:sp>
    </p:spTree>
    <p:extLst>
      <p:ext uri="{BB962C8B-B14F-4D97-AF65-F5344CB8AC3E}">
        <p14:creationId xmlns:p14="http://schemas.microsoft.com/office/powerpoint/2010/main" val="849867996"/>
      </p:ext>
    </p:extLst>
  </p:cSld>
</p:sld>
</file>

<file path=ppt/slides/slide8.xml><?xml version="1.0" encoding="utf-8"?>
<p:sld xmlns:p="http://schemas.openxmlformats.org/presentationml/2006/main">
  <p:cSld>
    <p:bg>
      <p:bgPr>
        <a:solidFill xmlns:a="http://schemas.openxmlformats.org/drawingml/2006/main">
          <a:srgbClr val="081522"/>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A359A052-D096-4247-870F-0C589646298F}"/>
              </a:ext>
            </a:extLst>
          </p:cNvPr>
          <p:cNvPicPr>
            <a:picLocks xmlns:a="http://schemas.openxmlformats.org/drawingml/2006/main" noChangeAspect="1"/>
          </p:cNvPicPr>
          <p:nvPr/>
        </p:nvPicPr>
        <p:blipFill>
          <a:blip xmlns:r="http://schemas.openxmlformats.org/officeDocument/2006/relationships" xmlns:a="http://schemas.openxmlformats.org/drawingml/2006/main" r:embed="R97ece92296a94e58"/>
          <a:srcRect xmlns:a="http://schemas.openxmlformats.org/drawingml/2006/main" l="0" t="27" r="0" b="27"/>
          <a:stretch xmlns:a="http://schemas.openxmlformats.org/drawingml/2006/main">
            <a:fillRect l="0" t="0" r="0" b="0"/>
          </a:stretch>
        </p:blipFill>
        <p:spPr>
          <a:xfrm xmlns:a="http://schemas.openxmlformats.org/drawingml/2006/main">
            <a:off x="0" y="0"/>
            <a:ext cx="15240000" cy="8572500"/>
          </a:xfrm>
          <a:prstGeom xmlns:a="http://schemas.openxmlformats.org/drawingml/2006/main" prst="rect">
            <a:avLst/>
          </a:prstGeom>
        </p:spPr>
      </p:pic>
      <p:sp>
        <p:nvSpPr>
          <p:cNvPr id="2" name="agenda-heading">
            <a:extLst xmlns:a="http://schemas.openxmlformats.org/drawingml/2006/main">
              <a:ext uri="{FF2B5EF4-FFF2-40B4-BE49-F238E27FC236}">
                <a16:creationId xmlns:a16="http://schemas.microsoft.com/office/drawing/2014/main" id="{D80767C2-BF89-43B7-9E8C-825D2400B6D4}"/>
              </a:ext>
            </a:extLst>
          </p:cNvPr>
          <p:cNvSpPr>
            <a:spLocks xmlns:a="http://schemas.openxmlformats.org/drawingml/2006/main" noGrp="1"/>
          </p:cNvSpPr>
          <p:nvPr/>
        </p:nvSpPr>
        <p:spPr>
          <a:xfrm xmlns:a="http://schemas.openxmlformats.org/drawingml/2006/main">
            <a:off x="400050" y="638175"/>
            <a:ext cx="2333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54DEEF"/>
                </a:solidFill>
                <a:latin typeface="DejaVu Sans Mono"/>
                <a:ea typeface="DejaVu Sans Mono"/>
                <a:cs typeface="DejaVu Sans Mono"/>
              </a:defRPr>
            </a:defPPr>
            <a:lvl1pPr algn="l">
              <a:defRPr sz="1875" b="1">
                <a:solidFill>
                  <a:srgbClr val="54DEEF"/>
                </a:solidFill>
                <a:latin typeface="DejaVu Sans Mono"/>
                <a:ea typeface="DejaVu Sans Mono"/>
                <a:cs typeface="DejaVu Sans Mono"/>
              </a:defRPr>
            </a:lvl1pPr>
            <a:lvl2pPr algn="l">
              <a:defRPr sz="1875" b="1">
                <a:solidFill>
                  <a:srgbClr val="54DEEF"/>
                </a:solidFill>
                <a:latin typeface="DejaVu Sans Mono"/>
                <a:ea typeface="DejaVu Sans Mono"/>
                <a:cs typeface="DejaVu Sans Mono"/>
              </a:defRPr>
            </a:lvl2pPr>
            <a:lvl3pPr algn="l">
              <a:defRPr sz="1875" b="1">
                <a:solidFill>
                  <a:srgbClr val="54DEEF"/>
                </a:solidFill>
                <a:latin typeface="DejaVu Sans Mono"/>
                <a:ea typeface="DejaVu Sans Mono"/>
                <a:cs typeface="DejaVu Sans Mono"/>
              </a:defRPr>
            </a:lvl3pPr>
            <a:lvl4pPr algn="l">
              <a:defRPr sz="1875" b="1">
                <a:solidFill>
                  <a:srgbClr val="54DEEF"/>
                </a:solidFill>
                <a:latin typeface="DejaVu Sans Mono"/>
                <a:ea typeface="DejaVu Sans Mono"/>
                <a:cs typeface="DejaVu Sans Mono"/>
              </a:defRPr>
            </a:lvl4pPr>
            <a:lvl5pPr algn="l">
              <a:defRPr sz="1875" b="1">
                <a:solidFill>
                  <a:srgbClr val="54DEEF"/>
                </a:solidFill>
                <a:latin typeface="DejaVu Sans Mono"/>
                <a:ea typeface="DejaVu Sans Mono"/>
                <a:cs typeface="DejaVu Sans Mono"/>
              </a:defRPr>
            </a:lvl5pPr>
            <a:lvl6pPr algn="l">
              <a:defRPr sz="1875" b="1">
                <a:solidFill>
                  <a:srgbClr val="54DEEF"/>
                </a:solidFill>
                <a:latin typeface="DejaVu Sans Mono"/>
                <a:ea typeface="DejaVu Sans Mono"/>
                <a:cs typeface="DejaVu Sans Mono"/>
              </a:defRPr>
            </a:lvl6pPr>
            <a:lvl7pPr algn="l">
              <a:defRPr sz="1875" b="1">
                <a:solidFill>
                  <a:srgbClr val="54DEEF"/>
                </a:solidFill>
                <a:latin typeface="DejaVu Sans Mono"/>
                <a:ea typeface="DejaVu Sans Mono"/>
                <a:cs typeface="DejaVu Sans Mono"/>
              </a:defRPr>
            </a:lvl7pPr>
            <a:lvl8pPr algn="l">
              <a:defRPr sz="1875" b="1">
                <a:solidFill>
                  <a:srgbClr val="54DEEF"/>
                </a:solidFill>
                <a:latin typeface="DejaVu Sans Mono"/>
                <a:ea typeface="DejaVu Sans Mono"/>
                <a:cs typeface="DejaVu Sans Mono"/>
              </a:defRPr>
            </a:lvl8pPr>
            <a:lvl9pPr algn="l">
              <a:defRPr sz="1875" b="1">
                <a:solidFill>
                  <a:srgbClr val="54DEEF"/>
                </a:solidFill>
                <a:latin typeface="DejaVu Sans Mono"/>
                <a:ea typeface="DejaVu Sans Mono"/>
                <a:cs typeface="DejaVu Sans Mono"/>
              </a:defRPr>
            </a:lvl9pPr>
          </a:lstStyle>
          <a:p xmlns:a="http://schemas.openxmlformats.org/drawingml/2006/main">
            <a:pPr algn="l">
              <a:defRPr sz="1875" b="1">
                <a:solidFill>
                  <a:srgbClr val="54DEEF"/>
                </a:solidFill>
                <a:latin typeface="DejaVu Sans Mono"/>
                <a:ea typeface="DejaVu Sans Mono"/>
                <a:cs typeface="DejaVu Sans Mono"/>
              </a:defRPr>
            </a:pPr>
            <a:r>
              <a:rPr sz="1875" b="1">
                <a:solidFill>
                  <a:srgbClr val="54DEEF"/>
                </a:solidFill>
                <a:latin typeface="DejaVu Sans Mono"/>
                <a:ea typeface="DejaVu Sans Mono"/>
                <a:cs typeface="DejaVu Sans Mono"/>
              </a:rPr>
              <a:t>Agenda:</a:t>
            </a:r>
          </a:p>
        </p:txBody>
      </p:sp>
      <p:sp>
        <p:nvSpPr>
          <p:cNvPr id="3" name="agenda-item">
            <a:extLst xmlns:a="http://schemas.openxmlformats.org/drawingml/2006/main">
              <a:ext uri="{FF2B5EF4-FFF2-40B4-BE49-F238E27FC236}">
                <a16:creationId xmlns:a16="http://schemas.microsoft.com/office/drawing/2014/main" id="{4970CC4F-3676-4651-88C1-56017812E442}"/>
              </a:ext>
            </a:extLst>
          </p:cNvPr>
          <p:cNvSpPr>
            <a:spLocks xmlns:a="http://schemas.openxmlformats.org/drawingml/2006/main" noGrp="1"/>
          </p:cNvSpPr>
          <p:nvPr/>
        </p:nvSpPr>
        <p:spPr>
          <a:xfrm xmlns:a="http://schemas.openxmlformats.org/drawingml/2006/main">
            <a:off x="400050" y="142875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Was ist ein VPN?</a:t>
            </a:r>
          </a:p>
        </p:txBody>
      </p:sp>
      <p:sp>
        <p:nvSpPr>
          <p:cNvPr id="4" name="agenda-item">
            <a:extLst xmlns:a="http://schemas.openxmlformats.org/drawingml/2006/main">
              <a:ext uri="{FF2B5EF4-FFF2-40B4-BE49-F238E27FC236}">
                <a16:creationId xmlns:a16="http://schemas.microsoft.com/office/drawing/2014/main" id="{14845031-1988-4DE5-94E5-D3FBE3800C2E}"/>
              </a:ext>
            </a:extLst>
          </p:cNvPr>
          <p:cNvSpPr>
            <a:spLocks xmlns:a="http://schemas.openxmlformats.org/drawingml/2006/main" noGrp="1"/>
          </p:cNvSpPr>
          <p:nvPr/>
        </p:nvSpPr>
        <p:spPr>
          <a:xfrm xmlns:a="http://schemas.openxmlformats.org/drawingml/2006/main">
            <a:off x="400050" y="209550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54DEEF"/>
                </a:solidFill>
                <a:latin typeface="DejaVu Sans"/>
                <a:ea typeface="DejaVu Sans"/>
                <a:cs typeface="DejaVu Sans"/>
              </a:defRPr>
            </a:defPPr>
            <a:lvl1pPr algn="l">
              <a:defRPr sz="1575" b="1">
                <a:solidFill>
                  <a:srgbClr val="54DEEF"/>
                </a:solidFill>
                <a:latin typeface="DejaVu Sans"/>
                <a:ea typeface="DejaVu Sans"/>
                <a:cs typeface="DejaVu Sans"/>
              </a:defRPr>
            </a:lvl1pPr>
            <a:lvl2pPr algn="l">
              <a:defRPr sz="1575" b="1">
                <a:solidFill>
                  <a:srgbClr val="54DEEF"/>
                </a:solidFill>
                <a:latin typeface="DejaVu Sans"/>
                <a:ea typeface="DejaVu Sans"/>
                <a:cs typeface="DejaVu Sans"/>
              </a:defRPr>
            </a:lvl2pPr>
            <a:lvl3pPr algn="l">
              <a:defRPr sz="1575" b="1">
                <a:solidFill>
                  <a:srgbClr val="54DEEF"/>
                </a:solidFill>
                <a:latin typeface="DejaVu Sans"/>
                <a:ea typeface="DejaVu Sans"/>
                <a:cs typeface="DejaVu Sans"/>
              </a:defRPr>
            </a:lvl3pPr>
            <a:lvl4pPr algn="l">
              <a:defRPr sz="1575" b="1">
                <a:solidFill>
                  <a:srgbClr val="54DEEF"/>
                </a:solidFill>
                <a:latin typeface="DejaVu Sans"/>
                <a:ea typeface="DejaVu Sans"/>
                <a:cs typeface="DejaVu Sans"/>
              </a:defRPr>
            </a:lvl4pPr>
            <a:lvl5pPr algn="l">
              <a:defRPr sz="1575" b="1">
                <a:solidFill>
                  <a:srgbClr val="54DEEF"/>
                </a:solidFill>
                <a:latin typeface="DejaVu Sans"/>
                <a:ea typeface="DejaVu Sans"/>
                <a:cs typeface="DejaVu Sans"/>
              </a:defRPr>
            </a:lvl5pPr>
            <a:lvl6pPr algn="l">
              <a:defRPr sz="1575" b="1">
                <a:solidFill>
                  <a:srgbClr val="54DEEF"/>
                </a:solidFill>
                <a:latin typeface="DejaVu Sans"/>
                <a:ea typeface="DejaVu Sans"/>
                <a:cs typeface="DejaVu Sans"/>
              </a:defRPr>
            </a:lvl6pPr>
            <a:lvl7pPr algn="l">
              <a:defRPr sz="1575" b="1">
                <a:solidFill>
                  <a:srgbClr val="54DEEF"/>
                </a:solidFill>
                <a:latin typeface="DejaVu Sans"/>
                <a:ea typeface="DejaVu Sans"/>
                <a:cs typeface="DejaVu Sans"/>
              </a:defRPr>
            </a:lvl7pPr>
            <a:lvl8pPr algn="l">
              <a:defRPr sz="1575" b="1">
                <a:solidFill>
                  <a:srgbClr val="54DEEF"/>
                </a:solidFill>
                <a:latin typeface="DejaVu Sans"/>
                <a:ea typeface="DejaVu Sans"/>
                <a:cs typeface="DejaVu Sans"/>
              </a:defRPr>
            </a:lvl8pPr>
            <a:lvl9pPr algn="l">
              <a:defRPr sz="1575" b="1">
                <a:solidFill>
                  <a:srgbClr val="54DEEF"/>
                </a:solidFill>
                <a:latin typeface="DejaVu Sans"/>
                <a:ea typeface="DejaVu Sans"/>
                <a:cs typeface="DejaVu Sans"/>
              </a:defRPr>
            </a:lvl9pPr>
          </a:lstStyle>
          <a:p xmlns:a="http://schemas.openxmlformats.org/drawingml/2006/main">
            <a:pPr algn="l">
              <a:defRPr sz="1575" b="1">
                <a:solidFill>
                  <a:srgbClr val="54DEEF"/>
                </a:solidFill>
                <a:latin typeface="DejaVu Sans"/>
                <a:ea typeface="DejaVu Sans"/>
                <a:cs typeface="DejaVu Sans"/>
              </a:defRPr>
            </a:pPr>
            <a:r>
              <a:rPr sz="1575" b="1">
                <a:solidFill>
                  <a:srgbClr val="54DEEF"/>
                </a:solidFill>
                <a:latin typeface="DejaVu Sans"/>
                <a:ea typeface="DejaVu Sans"/>
                <a:cs typeface="DejaVu Sans"/>
              </a:rPr>
              <a:t>Aufbau eines VPN</a:t>
            </a:r>
          </a:p>
        </p:txBody>
      </p:sp>
      <p:sp>
        <p:nvSpPr>
          <p:cNvPr id="5" name="agenda-item">
            <a:extLst xmlns:a="http://schemas.openxmlformats.org/drawingml/2006/main">
              <a:ext uri="{FF2B5EF4-FFF2-40B4-BE49-F238E27FC236}">
                <a16:creationId xmlns:a16="http://schemas.microsoft.com/office/drawing/2014/main" id="{3B00F4D8-4326-46E7-8C60-CADEB8183DA0}"/>
              </a:ext>
            </a:extLst>
          </p:cNvPr>
          <p:cNvSpPr>
            <a:spLocks xmlns:a="http://schemas.openxmlformats.org/drawingml/2006/main" noGrp="1"/>
          </p:cNvSpPr>
          <p:nvPr/>
        </p:nvSpPr>
        <p:spPr>
          <a:xfrm xmlns:a="http://schemas.openxmlformats.org/drawingml/2006/main">
            <a:off x="400050" y="276225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Ausprägungen eines VPN Netzes</a:t>
            </a:r>
          </a:p>
        </p:txBody>
      </p:sp>
      <p:sp>
        <p:nvSpPr>
          <p:cNvPr id="6" name="agenda-item">
            <a:extLst xmlns:a="http://schemas.openxmlformats.org/drawingml/2006/main">
              <a:ext uri="{FF2B5EF4-FFF2-40B4-BE49-F238E27FC236}">
                <a16:creationId xmlns:a16="http://schemas.microsoft.com/office/drawing/2014/main" id="{1EA759EA-3F91-402F-A723-5C4229D3211E}"/>
              </a:ext>
            </a:extLst>
          </p:cNvPr>
          <p:cNvSpPr>
            <a:spLocks xmlns:a="http://schemas.openxmlformats.org/drawingml/2006/main" noGrp="1"/>
          </p:cNvSpPr>
          <p:nvPr/>
        </p:nvSpPr>
        <p:spPr>
          <a:xfrm xmlns:a="http://schemas.openxmlformats.org/drawingml/2006/main">
            <a:off x="400050" y="371475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Tunneling Protokolle</a:t>
            </a:r>
          </a:p>
        </p:txBody>
      </p:sp>
      <p:sp>
        <p:nvSpPr>
          <p:cNvPr id="7" name="agenda-item">
            <a:extLst xmlns:a="http://schemas.openxmlformats.org/drawingml/2006/main">
              <a:ext uri="{FF2B5EF4-FFF2-40B4-BE49-F238E27FC236}">
                <a16:creationId xmlns:a16="http://schemas.microsoft.com/office/drawing/2014/main" id="{68F40AA2-5AE1-4D31-9671-9D15DE56BB89}"/>
              </a:ext>
            </a:extLst>
          </p:cNvPr>
          <p:cNvSpPr>
            <a:spLocks xmlns:a="http://schemas.openxmlformats.org/drawingml/2006/main" noGrp="1"/>
          </p:cNvSpPr>
          <p:nvPr/>
        </p:nvSpPr>
        <p:spPr>
          <a:xfrm xmlns:a="http://schemas.openxmlformats.org/drawingml/2006/main">
            <a:off x="400050" y="4524375"/>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IPSec</a:t>
            </a:r>
          </a:p>
        </p:txBody>
      </p:sp>
      <p:sp>
        <p:nvSpPr>
          <p:cNvPr id="8" name="agenda-item">
            <a:extLst xmlns:a="http://schemas.openxmlformats.org/drawingml/2006/main">
              <a:ext uri="{FF2B5EF4-FFF2-40B4-BE49-F238E27FC236}">
                <a16:creationId xmlns:a16="http://schemas.microsoft.com/office/drawing/2014/main" id="{7F3E86CF-BEFC-4020-8651-CAC50E0980B4}"/>
              </a:ext>
            </a:extLst>
          </p:cNvPr>
          <p:cNvSpPr>
            <a:spLocks xmlns:a="http://schemas.openxmlformats.org/drawingml/2006/main" noGrp="1"/>
          </p:cNvSpPr>
          <p:nvPr/>
        </p:nvSpPr>
        <p:spPr>
          <a:xfrm xmlns:a="http://schemas.openxmlformats.org/drawingml/2006/main">
            <a:off x="400050" y="5191125"/>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VPN in Verbindung mit einer Firewall</a:t>
            </a:r>
          </a:p>
        </p:txBody>
      </p:sp>
      <p:sp>
        <p:nvSpPr>
          <p:cNvPr id="9" name="agenda-item">
            <a:extLst xmlns:a="http://schemas.openxmlformats.org/drawingml/2006/main">
              <a:ext uri="{FF2B5EF4-FFF2-40B4-BE49-F238E27FC236}">
                <a16:creationId xmlns:a16="http://schemas.microsoft.com/office/drawing/2014/main" id="{9ABE7E44-73CD-41E3-ABBD-A4FBA6F494CA}"/>
              </a:ext>
            </a:extLst>
          </p:cNvPr>
          <p:cNvSpPr>
            <a:spLocks xmlns:a="http://schemas.openxmlformats.org/drawingml/2006/main" noGrp="1"/>
          </p:cNvSpPr>
          <p:nvPr/>
        </p:nvSpPr>
        <p:spPr>
          <a:xfrm xmlns:a="http://schemas.openxmlformats.org/drawingml/2006/main">
            <a:off x="400050" y="6334125"/>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Fazit</a:t>
            </a:r>
          </a:p>
        </p:txBody>
      </p:sp>
      <p:sp>
        <p:nvSpPr>
          <p:cNvPr id="10" name="title">
            <a:extLst xmlns:a="http://schemas.openxmlformats.org/drawingml/2006/main">
              <a:ext uri="{FF2B5EF4-FFF2-40B4-BE49-F238E27FC236}">
                <a16:creationId xmlns:a16="http://schemas.microsoft.com/office/drawing/2014/main" id="{F9884F8A-BC49-430A-8A04-7DDCA86B4C4A}"/>
              </a:ext>
            </a:extLst>
          </p:cNvPr>
          <p:cNvSpPr>
            <a:spLocks xmlns:a="http://schemas.openxmlformats.org/drawingml/2006/main" noGrp="1"/>
          </p:cNvSpPr>
          <p:nvPr/>
        </p:nvSpPr>
        <p:spPr>
          <a:xfrm xmlns:a="http://schemas.openxmlformats.org/drawingml/2006/main">
            <a:off x="3619500" y="590550"/>
            <a:ext cx="1085850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525" b="1">
                <a:solidFill>
                  <a:srgbClr val="F1F7FC"/>
                </a:solidFill>
                <a:latin typeface="DejaVu Sans"/>
                <a:ea typeface="DejaVu Sans"/>
                <a:cs typeface="DejaVu Sans"/>
              </a:defRPr>
            </a:defPPr>
            <a:lvl1pPr algn="l">
              <a:defRPr sz="3525" b="1">
                <a:solidFill>
                  <a:srgbClr val="F1F7FC"/>
                </a:solidFill>
                <a:latin typeface="DejaVu Sans"/>
                <a:ea typeface="DejaVu Sans"/>
                <a:cs typeface="DejaVu Sans"/>
              </a:defRPr>
            </a:lvl1pPr>
            <a:lvl2pPr algn="l">
              <a:defRPr sz="3525" b="1">
                <a:solidFill>
                  <a:srgbClr val="F1F7FC"/>
                </a:solidFill>
                <a:latin typeface="DejaVu Sans"/>
                <a:ea typeface="DejaVu Sans"/>
                <a:cs typeface="DejaVu Sans"/>
              </a:defRPr>
            </a:lvl2pPr>
            <a:lvl3pPr algn="l">
              <a:defRPr sz="3525" b="1">
                <a:solidFill>
                  <a:srgbClr val="F1F7FC"/>
                </a:solidFill>
                <a:latin typeface="DejaVu Sans"/>
                <a:ea typeface="DejaVu Sans"/>
                <a:cs typeface="DejaVu Sans"/>
              </a:defRPr>
            </a:lvl3pPr>
            <a:lvl4pPr algn="l">
              <a:defRPr sz="3525" b="1">
                <a:solidFill>
                  <a:srgbClr val="F1F7FC"/>
                </a:solidFill>
                <a:latin typeface="DejaVu Sans"/>
                <a:ea typeface="DejaVu Sans"/>
                <a:cs typeface="DejaVu Sans"/>
              </a:defRPr>
            </a:lvl4pPr>
            <a:lvl5pPr algn="l">
              <a:defRPr sz="3525" b="1">
                <a:solidFill>
                  <a:srgbClr val="F1F7FC"/>
                </a:solidFill>
                <a:latin typeface="DejaVu Sans"/>
                <a:ea typeface="DejaVu Sans"/>
                <a:cs typeface="DejaVu Sans"/>
              </a:defRPr>
            </a:lvl5pPr>
            <a:lvl6pPr algn="l">
              <a:defRPr sz="3525" b="1">
                <a:solidFill>
                  <a:srgbClr val="F1F7FC"/>
                </a:solidFill>
                <a:latin typeface="DejaVu Sans"/>
                <a:ea typeface="DejaVu Sans"/>
                <a:cs typeface="DejaVu Sans"/>
              </a:defRPr>
            </a:lvl6pPr>
            <a:lvl7pPr algn="l">
              <a:defRPr sz="3525" b="1">
                <a:solidFill>
                  <a:srgbClr val="F1F7FC"/>
                </a:solidFill>
                <a:latin typeface="DejaVu Sans"/>
                <a:ea typeface="DejaVu Sans"/>
                <a:cs typeface="DejaVu Sans"/>
              </a:defRPr>
            </a:lvl7pPr>
            <a:lvl8pPr algn="l">
              <a:defRPr sz="3525" b="1">
                <a:solidFill>
                  <a:srgbClr val="F1F7FC"/>
                </a:solidFill>
                <a:latin typeface="DejaVu Sans"/>
                <a:ea typeface="DejaVu Sans"/>
                <a:cs typeface="DejaVu Sans"/>
              </a:defRPr>
            </a:lvl8pPr>
            <a:lvl9pPr algn="l">
              <a:defRPr sz="3525" b="1">
                <a:solidFill>
                  <a:srgbClr val="F1F7FC"/>
                </a:solidFill>
                <a:latin typeface="DejaVu Sans"/>
                <a:ea typeface="DejaVu Sans"/>
                <a:cs typeface="DejaVu Sans"/>
              </a:defRPr>
            </a:lvl9pPr>
          </a:lstStyle>
          <a:p xmlns:a="http://schemas.openxmlformats.org/drawingml/2006/main">
            <a:pPr algn="l">
              <a:defRPr sz="3525" b="1">
                <a:solidFill>
                  <a:srgbClr val="F1F7FC"/>
                </a:solidFill>
                <a:latin typeface="DejaVu Sans"/>
                <a:ea typeface="DejaVu Sans"/>
                <a:cs typeface="DejaVu Sans"/>
              </a:defRPr>
            </a:pPr>
            <a:r>
              <a:rPr sz="3525" b="1">
                <a:solidFill>
                  <a:srgbClr val="F1F7FC"/>
                </a:solidFill>
                <a:latin typeface="DejaVu Sans"/>
                <a:ea typeface="DejaVu Sans"/>
                <a:cs typeface="DejaVu Sans"/>
              </a:rPr>
              <a:t>Aufbau eines VPN</a:t>
            </a:r>
          </a:p>
        </p:txBody>
      </p:sp>
      <p:sp>
        <p:nvSpPr>
          <p:cNvPr id="11" name="page-number">
            <a:extLst xmlns:a="http://schemas.openxmlformats.org/drawingml/2006/main">
              <a:ext uri="{FF2B5EF4-FFF2-40B4-BE49-F238E27FC236}">
                <a16:creationId xmlns:a16="http://schemas.microsoft.com/office/drawing/2014/main" id="{48D5AB10-1E3C-493C-902A-1DA7EC8FD965}"/>
              </a:ext>
            </a:extLst>
          </p:cNvPr>
          <p:cNvSpPr>
            <a:spLocks xmlns:a="http://schemas.openxmlformats.org/drawingml/2006/main" noGrp="1"/>
          </p:cNvSpPr>
          <p:nvPr/>
        </p:nvSpPr>
        <p:spPr>
          <a:xfrm xmlns:a="http://schemas.openxmlformats.org/drawingml/2006/main">
            <a:off x="13477875" y="8020050"/>
            <a:ext cx="1285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AABFD1"/>
                </a:solidFill>
                <a:latin typeface="DejaVu Sans Mono"/>
                <a:ea typeface="DejaVu Sans Mono"/>
                <a:cs typeface="DejaVu Sans Mono"/>
              </a:defRPr>
            </a:defPPr>
            <a:lvl1pPr algn="r">
              <a:defRPr sz="1350" b="0">
                <a:solidFill>
                  <a:srgbClr val="AABFD1"/>
                </a:solidFill>
                <a:latin typeface="DejaVu Sans Mono"/>
                <a:ea typeface="DejaVu Sans Mono"/>
                <a:cs typeface="DejaVu Sans Mono"/>
              </a:defRPr>
            </a:lvl1pPr>
            <a:lvl2pPr algn="r">
              <a:defRPr sz="1350" b="0">
                <a:solidFill>
                  <a:srgbClr val="AABFD1"/>
                </a:solidFill>
                <a:latin typeface="DejaVu Sans Mono"/>
                <a:ea typeface="DejaVu Sans Mono"/>
                <a:cs typeface="DejaVu Sans Mono"/>
              </a:defRPr>
            </a:lvl2pPr>
            <a:lvl3pPr algn="r">
              <a:defRPr sz="1350" b="0">
                <a:solidFill>
                  <a:srgbClr val="AABFD1"/>
                </a:solidFill>
                <a:latin typeface="DejaVu Sans Mono"/>
                <a:ea typeface="DejaVu Sans Mono"/>
                <a:cs typeface="DejaVu Sans Mono"/>
              </a:defRPr>
            </a:lvl3pPr>
            <a:lvl4pPr algn="r">
              <a:defRPr sz="1350" b="0">
                <a:solidFill>
                  <a:srgbClr val="AABFD1"/>
                </a:solidFill>
                <a:latin typeface="DejaVu Sans Mono"/>
                <a:ea typeface="DejaVu Sans Mono"/>
                <a:cs typeface="DejaVu Sans Mono"/>
              </a:defRPr>
            </a:lvl4pPr>
            <a:lvl5pPr algn="r">
              <a:defRPr sz="1350" b="0">
                <a:solidFill>
                  <a:srgbClr val="AABFD1"/>
                </a:solidFill>
                <a:latin typeface="DejaVu Sans Mono"/>
                <a:ea typeface="DejaVu Sans Mono"/>
                <a:cs typeface="DejaVu Sans Mono"/>
              </a:defRPr>
            </a:lvl5pPr>
            <a:lvl6pPr algn="r">
              <a:defRPr sz="1350" b="0">
                <a:solidFill>
                  <a:srgbClr val="AABFD1"/>
                </a:solidFill>
                <a:latin typeface="DejaVu Sans Mono"/>
                <a:ea typeface="DejaVu Sans Mono"/>
                <a:cs typeface="DejaVu Sans Mono"/>
              </a:defRPr>
            </a:lvl6pPr>
            <a:lvl7pPr algn="r">
              <a:defRPr sz="1350" b="0">
                <a:solidFill>
                  <a:srgbClr val="AABFD1"/>
                </a:solidFill>
                <a:latin typeface="DejaVu Sans Mono"/>
                <a:ea typeface="DejaVu Sans Mono"/>
                <a:cs typeface="DejaVu Sans Mono"/>
              </a:defRPr>
            </a:lvl7pPr>
            <a:lvl8pPr algn="r">
              <a:defRPr sz="1350" b="0">
                <a:solidFill>
                  <a:srgbClr val="AABFD1"/>
                </a:solidFill>
                <a:latin typeface="DejaVu Sans Mono"/>
                <a:ea typeface="DejaVu Sans Mono"/>
                <a:cs typeface="DejaVu Sans Mono"/>
              </a:defRPr>
            </a:lvl8pPr>
            <a:lvl9pPr algn="r">
              <a:defRPr sz="1350" b="0">
                <a:solidFill>
                  <a:srgbClr val="AABFD1"/>
                </a:solidFill>
                <a:latin typeface="DejaVu Sans Mono"/>
                <a:ea typeface="DejaVu Sans Mono"/>
                <a:cs typeface="DejaVu Sans Mono"/>
              </a:defRPr>
            </a:lvl9pPr>
          </a:lstStyle>
          <a:p xmlns:a="http://schemas.openxmlformats.org/drawingml/2006/main">
            <a:pPr algn="r">
              <a:defRPr sz="1350" b="0">
                <a:solidFill>
                  <a:srgbClr val="AABFD1"/>
                </a:solidFill>
                <a:latin typeface="DejaVu Sans Mono"/>
                <a:ea typeface="DejaVu Sans Mono"/>
                <a:cs typeface="DejaVu Sans Mono"/>
              </a:defRPr>
            </a:pPr>
            <a:r>
              <a:rPr sz="1350" b="0">
                <a:solidFill>
                  <a:srgbClr val="AABFD1"/>
                </a:solidFill>
                <a:latin typeface="DejaVu Sans Mono"/>
                <a:ea typeface="DejaVu Sans Mono"/>
                <a:cs typeface="DejaVu Sans Mono"/>
              </a:rPr>
              <a:t>08 / 33</a:t>
            </a:r>
          </a:p>
        </p:txBody>
      </p:sp>
      <p:pic>
        <p:nvPicPr>
          <p:cNvPr id="12" name="">
            <a:extLst xmlns:a="http://schemas.openxmlformats.org/drawingml/2006/main">
              <a:ext uri="{FF2B5EF4-FFF2-40B4-BE49-F238E27FC236}">
                <a16:creationId xmlns:a16="http://schemas.microsoft.com/office/drawing/2014/main" id="{E6AC83BC-89F3-4031-84C5-DC87942EA053}"/>
              </a:ext>
            </a:extLst>
          </p:cNvPr>
          <p:cNvPicPr>
            <a:picLocks xmlns:a="http://schemas.openxmlformats.org/drawingml/2006/main" noChangeAspect="1"/>
          </p:cNvPicPr>
          <p:nvPr/>
        </p:nvPicPr>
        <p:blipFill>
          <a:blip xmlns:r="http://schemas.openxmlformats.org/officeDocument/2006/relationships" xmlns:a="http://schemas.openxmlformats.org/drawingml/2006/main" r:embed="R9beb214390ca4ad8"/>
          <a:stretch xmlns:a="http://schemas.openxmlformats.org/drawingml/2006/main"/>
        </p:blipFill>
        <p:spPr>
          <a:xfrm xmlns:a="http://schemas.openxmlformats.org/drawingml/2006/main">
            <a:off x="5207000" y="1952625"/>
            <a:ext cx="7683500" cy="5762625"/>
          </a:xfrm>
          <a:prstGeom xmlns:a="http://schemas.openxmlformats.org/drawingml/2006/main" prst="rect">
            <a:avLst/>
          </a:prstGeom>
        </p:spPr>
      </p:pic>
    </p:spTree>
    <p:extLst>
      <p:ext uri="{BB962C8B-B14F-4D97-AF65-F5344CB8AC3E}">
        <p14:creationId xmlns:p14="http://schemas.microsoft.com/office/powerpoint/2010/main" val="1782813986"/>
      </p:ext>
    </p:extLst>
  </p:cSld>
</p:sld>
</file>

<file path=ppt/slides/slide9.xml><?xml version="1.0" encoding="utf-8"?>
<p:sld xmlns:p="http://schemas.openxmlformats.org/presentationml/2006/main">
  <p:cSld>
    <p:bg>
      <p:bgPr>
        <a:solidFill xmlns:a="http://schemas.openxmlformats.org/drawingml/2006/main">
          <a:srgbClr val="081522"/>
        </a:solidFill>
      </p:bgPr>
    </p:bg>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706C90D2-59E5-4C15-9157-80F591FF9842}"/>
              </a:ext>
            </a:extLst>
          </p:cNvPr>
          <p:cNvPicPr>
            <a:picLocks xmlns:a="http://schemas.openxmlformats.org/drawingml/2006/main" noChangeAspect="1"/>
          </p:cNvPicPr>
          <p:nvPr/>
        </p:nvPicPr>
        <p:blipFill>
          <a:blip xmlns:r="http://schemas.openxmlformats.org/officeDocument/2006/relationships" xmlns:a="http://schemas.openxmlformats.org/drawingml/2006/main" r:embed="R2750dac8e5104837"/>
          <a:srcRect xmlns:a="http://schemas.openxmlformats.org/drawingml/2006/main" l="0" t="27" r="0" b="27"/>
          <a:stretch xmlns:a="http://schemas.openxmlformats.org/drawingml/2006/main">
            <a:fillRect l="0" t="0" r="0" b="0"/>
          </a:stretch>
        </p:blipFill>
        <p:spPr>
          <a:xfrm xmlns:a="http://schemas.openxmlformats.org/drawingml/2006/main">
            <a:off x="0" y="0"/>
            <a:ext cx="15240000" cy="8572500"/>
          </a:xfrm>
          <a:prstGeom xmlns:a="http://schemas.openxmlformats.org/drawingml/2006/main" prst="rect">
            <a:avLst/>
          </a:prstGeom>
        </p:spPr>
      </p:pic>
      <p:sp>
        <p:nvSpPr>
          <p:cNvPr id="2" name="agenda-heading">
            <a:extLst xmlns:a="http://schemas.openxmlformats.org/drawingml/2006/main">
              <a:ext uri="{FF2B5EF4-FFF2-40B4-BE49-F238E27FC236}">
                <a16:creationId xmlns:a16="http://schemas.microsoft.com/office/drawing/2014/main" id="{A7C2C8E5-465C-43D4-B806-60AAB645A6F5}"/>
              </a:ext>
            </a:extLst>
          </p:cNvPr>
          <p:cNvSpPr>
            <a:spLocks xmlns:a="http://schemas.openxmlformats.org/drawingml/2006/main" noGrp="1"/>
          </p:cNvSpPr>
          <p:nvPr/>
        </p:nvSpPr>
        <p:spPr>
          <a:xfrm xmlns:a="http://schemas.openxmlformats.org/drawingml/2006/main">
            <a:off x="400050" y="638175"/>
            <a:ext cx="2333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54DEEF"/>
                </a:solidFill>
                <a:latin typeface="DejaVu Sans Mono"/>
                <a:ea typeface="DejaVu Sans Mono"/>
                <a:cs typeface="DejaVu Sans Mono"/>
              </a:defRPr>
            </a:defPPr>
            <a:lvl1pPr algn="l">
              <a:defRPr sz="1875" b="1">
                <a:solidFill>
                  <a:srgbClr val="54DEEF"/>
                </a:solidFill>
                <a:latin typeface="DejaVu Sans Mono"/>
                <a:ea typeface="DejaVu Sans Mono"/>
                <a:cs typeface="DejaVu Sans Mono"/>
              </a:defRPr>
            </a:lvl1pPr>
            <a:lvl2pPr algn="l">
              <a:defRPr sz="1875" b="1">
                <a:solidFill>
                  <a:srgbClr val="54DEEF"/>
                </a:solidFill>
                <a:latin typeface="DejaVu Sans Mono"/>
                <a:ea typeface="DejaVu Sans Mono"/>
                <a:cs typeface="DejaVu Sans Mono"/>
              </a:defRPr>
            </a:lvl2pPr>
            <a:lvl3pPr algn="l">
              <a:defRPr sz="1875" b="1">
                <a:solidFill>
                  <a:srgbClr val="54DEEF"/>
                </a:solidFill>
                <a:latin typeface="DejaVu Sans Mono"/>
                <a:ea typeface="DejaVu Sans Mono"/>
                <a:cs typeface="DejaVu Sans Mono"/>
              </a:defRPr>
            </a:lvl3pPr>
            <a:lvl4pPr algn="l">
              <a:defRPr sz="1875" b="1">
                <a:solidFill>
                  <a:srgbClr val="54DEEF"/>
                </a:solidFill>
                <a:latin typeface="DejaVu Sans Mono"/>
                <a:ea typeface="DejaVu Sans Mono"/>
                <a:cs typeface="DejaVu Sans Mono"/>
              </a:defRPr>
            </a:lvl4pPr>
            <a:lvl5pPr algn="l">
              <a:defRPr sz="1875" b="1">
                <a:solidFill>
                  <a:srgbClr val="54DEEF"/>
                </a:solidFill>
                <a:latin typeface="DejaVu Sans Mono"/>
                <a:ea typeface="DejaVu Sans Mono"/>
                <a:cs typeface="DejaVu Sans Mono"/>
              </a:defRPr>
            </a:lvl5pPr>
            <a:lvl6pPr algn="l">
              <a:defRPr sz="1875" b="1">
                <a:solidFill>
                  <a:srgbClr val="54DEEF"/>
                </a:solidFill>
                <a:latin typeface="DejaVu Sans Mono"/>
                <a:ea typeface="DejaVu Sans Mono"/>
                <a:cs typeface="DejaVu Sans Mono"/>
              </a:defRPr>
            </a:lvl6pPr>
            <a:lvl7pPr algn="l">
              <a:defRPr sz="1875" b="1">
                <a:solidFill>
                  <a:srgbClr val="54DEEF"/>
                </a:solidFill>
                <a:latin typeface="DejaVu Sans Mono"/>
                <a:ea typeface="DejaVu Sans Mono"/>
                <a:cs typeface="DejaVu Sans Mono"/>
              </a:defRPr>
            </a:lvl7pPr>
            <a:lvl8pPr algn="l">
              <a:defRPr sz="1875" b="1">
                <a:solidFill>
                  <a:srgbClr val="54DEEF"/>
                </a:solidFill>
                <a:latin typeface="DejaVu Sans Mono"/>
                <a:ea typeface="DejaVu Sans Mono"/>
                <a:cs typeface="DejaVu Sans Mono"/>
              </a:defRPr>
            </a:lvl8pPr>
            <a:lvl9pPr algn="l">
              <a:defRPr sz="1875" b="1">
                <a:solidFill>
                  <a:srgbClr val="54DEEF"/>
                </a:solidFill>
                <a:latin typeface="DejaVu Sans Mono"/>
                <a:ea typeface="DejaVu Sans Mono"/>
                <a:cs typeface="DejaVu Sans Mono"/>
              </a:defRPr>
            </a:lvl9pPr>
          </a:lstStyle>
          <a:p xmlns:a="http://schemas.openxmlformats.org/drawingml/2006/main">
            <a:pPr algn="l">
              <a:defRPr sz="1875" b="1">
                <a:solidFill>
                  <a:srgbClr val="54DEEF"/>
                </a:solidFill>
                <a:latin typeface="DejaVu Sans Mono"/>
                <a:ea typeface="DejaVu Sans Mono"/>
                <a:cs typeface="DejaVu Sans Mono"/>
              </a:defRPr>
            </a:pPr>
            <a:r>
              <a:rPr sz="1875" b="1">
                <a:solidFill>
                  <a:srgbClr val="54DEEF"/>
                </a:solidFill>
                <a:latin typeface="DejaVu Sans Mono"/>
                <a:ea typeface="DejaVu Sans Mono"/>
                <a:cs typeface="DejaVu Sans Mono"/>
              </a:rPr>
              <a:t>Agenda:</a:t>
            </a:r>
          </a:p>
        </p:txBody>
      </p:sp>
      <p:sp>
        <p:nvSpPr>
          <p:cNvPr id="3" name="agenda-item">
            <a:extLst xmlns:a="http://schemas.openxmlformats.org/drawingml/2006/main">
              <a:ext uri="{FF2B5EF4-FFF2-40B4-BE49-F238E27FC236}">
                <a16:creationId xmlns:a16="http://schemas.microsoft.com/office/drawing/2014/main" id="{1477E196-F1BB-41C4-8E8B-F3ADB84739B8}"/>
              </a:ext>
            </a:extLst>
          </p:cNvPr>
          <p:cNvSpPr>
            <a:spLocks xmlns:a="http://schemas.openxmlformats.org/drawingml/2006/main" noGrp="1"/>
          </p:cNvSpPr>
          <p:nvPr/>
        </p:nvSpPr>
        <p:spPr>
          <a:xfrm xmlns:a="http://schemas.openxmlformats.org/drawingml/2006/main">
            <a:off x="400050" y="142875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Was ist ein VPN?</a:t>
            </a:r>
          </a:p>
        </p:txBody>
      </p:sp>
      <p:sp>
        <p:nvSpPr>
          <p:cNvPr id="4" name="agenda-item">
            <a:extLst xmlns:a="http://schemas.openxmlformats.org/drawingml/2006/main">
              <a:ext uri="{FF2B5EF4-FFF2-40B4-BE49-F238E27FC236}">
                <a16:creationId xmlns:a16="http://schemas.microsoft.com/office/drawing/2014/main" id="{D26014DA-EE52-4C9D-B3C2-A4F81EDCE545}"/>
              </a:ext>
            </a:extLst>
          </p:cNvPr>
          <p:cNvSpPr>
            <a:spLocks xmlns:a="http://schemas.openxmlformats.org/drawingml/2006/main" noGrp="1"/>
          </p:cNvSpPr>
          <p:nvPr/>
        </p:nvSpPr>
        <p:spPr>
          <a:xfrm xmlns:a="http://schemas.openxmlformats.org/drawingml/2006/main">
            <a:off x="400050" y="209550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54DEEF"/>
                </a:solidFill>
                <a:latin typeface="DejaVu Sans"/>
                <a:ea typeface="DejaVu Sans"/>
                <a:cs typeface="DejaVu Sans"/>
              </a:defRPr>
            </a:defPPr>
            <a:lvl1pPr algn="l">
              <a:defRPr sz="1575" b="1">
                <a:solidFill>
                  <a:srgbClr val="54DEEF"/>
                </a:solidFill>
                <a:latin typeface="DejaVu Sans"/>
                <a:ea typeface="DejaVu Sans"/>
                <a:cs typeface="DejaVu Sans"/>
              </a:defRPr>
            </a:lvl1pPr>
            <a:lvl2pPr algn="l">
              <a:defRPr sz="1575" b="1">
                <a:solidFill>
                  <a:srgbClr val="54DEEF"/>
                </a:solidFill>
                <a:latin typeface="DejaVu Sans"/>
                <a:ea typeface="DejaVu Sans"/>
                <a:cs typeface="DejaVu Sans"/>
              </a:defRPr>
            </a:lvl2pPr>
            <a:lvl3pPr algn="l">
              <a:defRPr sz="1575" b="1">
                <a:solidFill>
                  <a:srgbClr val="54DEEF"/>
                </a:solidFill>
                <a:latin typeface="DejaVu Sans"/>
                <a:ea typeface="DejaVu Sans"/>
                <a:cs typeface="DejaVu Sans"/>
              </a:defRPr>
            </a:lvl3pPr>
            <a:lvl4pPr algn="l">
              <a:defRPr sz="1575" b="1">
                <a:solidFill>
                  <a:srgbClr val="54DEEF"/>
                </a:solidFill>
                <a:latin typeface="DejaVu Sans"/>
                <a:ea typeface="DejaVu Sans"/>
                <a:cs typeface="DejaVu Sans"/>
              </a:defRPr>
            </a:lvl4pPr>
            <a:lvl5pPr algn="l">
              <a:defRPr sz="1575" b="1">
                <a:solidFill>
                  <a:srgbClr val="54DEEF"/>
                </a:solidFill>
                <a:latin typeface="DejaVu Sans"/>
                <a:ea typeface="DejaVu Sans"/>
                <a:cs typeface="DejaVu Sans"/>
              </a:defRPr>
            </a:lvl5pPr>
            <a:lvl6pPr algn="l">
              <a:defRPr sz="1575" b="1">
                <a:solidFill>
                  <a:srgbClr val="54DEEF"/>
                </a:solidFill>
                <a:latin typeface="DejaVu Sans"/>
                <a:ea typeface="DejaVu Sans"/>
                <a:cs typeface="DejaVu Sans"/>
              </a:defRPr>
            </a:lvl6pPr>
            <a:lvl7pPr algn="l">
              <a:defRPr sz="1575" b="1">
                <a:solidFill>
                  <a:srgbClr val="54DEEF"/>
                </a:solidFill>
                <a:latin typeface="DejaVu Sans"/>
                <a:ea typeface="DejaVu Sans"/>
                <a:cs typeface="DejaVu Sans"/>
              </a:defRPr>
            </a:lvl7pPr>
            <a:lvl8pPr algn="l">
              <a:defRPr sz="1575" b="1">
                <a:solidFill>
                  <a:srgbClr val="54DEEF"/>
                </a:solidFill>
                <a:latin typeface="DejaVu Sans"/>
                <a:ea typeface="DejaVu Sans"/>
                <a:cs typeface="DejaVu Sans"/>
              </a:defRPr>
            </a:lvl8pPr>
            <a:lvl9pPr algn="l">
              <a:defRPr sz="1575" b="1">
                <a:solidFill>
                  <a:srgbClr val="54DEEF"/>
                </a:solidFill>
                <a:latin typeface="DejaVu Sans"/>
                <a:ea typeface="DejaVu Sans"/>
                <a:cs typeface="DejaVu Sans"/>
              </a:defRPr>
            </a:lvl9pPr>
          </a:lstStyle>
          <a:p xmlns:a="http://schemas.openxmlformats.org/drawingml/2006/main">
            <a:pPr algn="l">
              <a:defRPr sz="1575" b="1">
                <a:solidFill>
                  <a:srgbClr val="54DEEF"/>
                </a:solidFill>
                <a:latin typeface="DejaVu Sans"/>
                <a:ea typeface="DejaVu Sans"/>
                <a:cs typeface="DejaVu Sans"/>
              </a:defRPr>
            </a:pPr>
            <a:r>
              <a:rPr sz="1575" b="1">
                <a:solidFill>
                  <a:srgbClr val="54DEEF"/>
                </a:solidFill>
                <a:latin typeface="DejaVu Sans"/>
                <a:ea typeface="DejaVu Sans"/>
                <a:cs typeface="DejaVu Sans"/>
              </a:rPr>
              <a:t>Aufbau eines VPN</a:t>
            </a:r>
          </a:p>
        </p:txBody>
      </p:sp>
      <p:sp>
        <p:nvSpPr>
          <p:cNvPr id="5" name="agenda-item">
            <a:extLst xmlns:a="http://schemas.openxmlformats.org/drawingml/2006/main">
              <a:ext uri="{FF2B5EF4-FFF2-40B4-BE49-F238E27FC236}">
                <a16:creationId xmlns:a16="http://schemas.microsoft.com/office/drawing/2014/main" id="{1AF97176-ACBF-4A38-84A6-1DE31EE466A9}"/>
              </a:ext>
            </a:extLst>
          </p:cNvPr>
          <p:cNvSpPr>
            <a:spLocks xmlns:a="http://schemas.openxmlformats.org/drawingml/2006/main" noGrp="1"/>
          </p:cNvSpPr>
          <p:nvPr/>
        </p:nvSpPr>
        <p:spPr>
          <a:xfrm xmlns:a="http://schemas.openxmlformats.org/drawingml/2006/main">
            <a:off x="400050" y="276225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Ausprägungen eines VPN Netzes</a:t>
            </a:r>
          </a:p>
        </p:txBody>
      </p:sp>
      <p:sp>
        <p:nvSpPr>
          <p:cNvPr id="6" name="agenda-item">
            <a:extLst xmlns:a="http://schemas.openxmlformats.org/drawingml/2006/main">
              <a:ext uri="{FF2B5EF4-FFF2-40B4-BE49-F238E27FC236}">
                <a16:creationId xmlns:a16="http://schemas.microsoft.com/office/drawing/2014/main" id="{E1BB6755-BA93-4D26-B0F7-5A612D779F86}"/>
              </a:ext>
            </a:extLst>
          </p:cNvPr>
          <p:cNvSpPr>
            <a:spLocks xmlns:a="http://schemas.openxmlformats.org/drawingml/2006/main" noGrp="1"/>
          </p:cNvSpPr>
          <p:nvPr/>
        </p:nvSpPr>
        <p:spPr>
          <a:xfrm xmlns:a="http://schemas.openxmlformats.org/drawingml/2006/main">
            <a:off x="400050" y="371475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Tunneling Protokolle</a:t>
            </a:r>
          </a:p>
        </p:txBody>
      </p:sp>
      <p:sp>
        <p:nvSpPr>
          <p:cNvPr id="7" name="agenda-item">
            <a:extLst xmlns:a="http://schemas.openxmlformats.org/drawingml/2006/main">
              <a:ext uri="{FF2B5EF4-FFF2-40B4-BE49-F238E27FC236}">
                <a16:creationId xmlns:a16="http://schemas.microsoft.com/office/drawing/2014/main" id="{8B3C9044-BC4E-4CCE-B6EE-161078BF296E}"/>
              </a:ext>
            </a:extLst>
          </p:cNvPr>
          <p:cNvSpPr>
            <a:spLocks xmlns:a="http://schemas.openxmlformats.org/drawingml/2006/main" noGrp="1"/>
          </p:cNvSpPr>
          <p:nvPr/>
        </p:nvSpPr>
        <p:spPr>
          <a:xfrm xmlns:a="http://schemas.openxmlformats.org/drawingml/2006/main">
            <a:off x="400050" y="4524375"/>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IPSec</a:t>
            </a:r>
          </a:p>
        </p:txBody>
      </p:sp>
      <p:sp>
        <p:nvSpPr>
          <p:cNvPr id="8" name="agenda-item">
            <a:extLst xmlns:a="http://schemas.openxmlformats.org/drawingml/2006/main">
              <a:ext uri="{FF2B5EF4-FFF2-40B4-BE49-F238E27FC236}">
                <a16:creationId xmlns:a16="http://schemas.microsoft.com/office/drawing/2014/main" id="{546DB123-65DD-496F-B217-A77D2148C51E}"/>
              </a:ext>
            </a:extLst>
          </p:cNvPr>
          <p:cNvSpPr>
            <a:spLocks xmlns:a="http://schemas.openxmlformats.org/drawingml/2006/main" noGrp="1"/>
          </p:cNvSpPr>
          <p:nvPr/>
        </p:nvSpPr>
        <p:spPr>
          <a:xfrm xmlns:a="http://schemas.openxmlformats.org/drawingml/2006/main">
            <a:off x="400050" y="5191125"/>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VPN in Verbindung mit einer Firewall</a:t>
            </a:r>
          </a:p>
        </p:txBody>
      </p:sp>
      <p:sp>
        <p:nvSpPr>
          <p:cNvPr id="9" name="agenda-item">
            <a:extLst xmlns:a="http://schemas.openxmlformats.org/drawingml/2006/main">
              <a:ext uri="{FF2B5EF4-FFF2-40B4-BE49-F238E27FC236}">
                <a16:creationId xmlns:a16="http://schemas.microsoft.com/office/drawing/2014/main" id="{FFE37B2A-3C12-4CCF-8BB5-EDDA989F637B}"/>
              </a:ext>
            </a:extLst>
          </p:cNvPr>
          <p:cNvSpPr>
            <a:spLocks xmlns:a="http://schemas.openxmlformats.org/drawingml/2006/main" noGrp="1"/>
          </p:cNvSpPr>
          <p:nvPr/>
        </p:nvSpPr>
        <p:spPr>
          <a:xfrm xmlns:a="http://schemas.openxmlformats.org/drawingml/2006/main">
            <a:off x="400050" y="6334125"/>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Fazit</a:t>
            </a:r>
          </a:p>
        </p:txBody>
      </p:sp>
      <p:sp>
        <p:nvSpPr>
          <p:cNvPr id="10" name="title">
            <a:extLst xmlns:a="http://schemas.openxmlformats.org/drawingml/2006/main">
              <a:ext uri="{FF2B5EF4-FFF2-40B4-BE49-F238E27FC236}">
                <a16:creationId xmlns:a16="http://schemas.microsoft.com/office/drawing/2014/main" id="{8D05F791-3170-4040-9304-60E6AC83412E}"/>
              </a:ext>
            </a:extLst>
          </p:cNvPr>
          <p:cNvSpPr>
            <a:spLocks xmlns:a="http://schemas.openxmlformats.org/drawingml/2006/main" noGrp="1"/>
          </p:cNvSpPr>
          <p:nvPr/>
        </p:nvSpPr>
        <p:spPr>
          <a:xfrm xmlns:a="http://schemas.openxmlformats.org/drawingml/2006/main">
            <a:off x="3619500" y="590550"/>
            <a:ext cx="1085850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525" b="1">
                <a:solidFill>
                  <a:srgbClr val="F1F7FC"/>
                </a:solidFill>
                <a:latin typeface="DejaVu Sans"/>
                <a:ea typeface="DejaVu Sans"/>
                <a:cs typeface="DejaVu Sans"/>
              </a:defRPr>
            </a:defPPr>
            <a:lvl1pPr algn="l">
              <a:defRPr sz="3525" b="1">
                <a:solidFill>
                  <a:srgbClr val="F1F7FC"/>
                </a:solidFill>
                <a:latin typeface="DejaVu Sans"/>
                <a:ea typeface="DejaVu Sans"/>
                <a:cs typeface="DejaVu Sans"/>
              </a:defRPr>
            </a:lvl1pPr>
            <a:lvl2pPr algn="l">
              <a:defRPr sz="3525" b="1">
                <a:solidFill>
                  <a:srgbClr val="F1F7FC"/>
                </a:solidFill>
                <a:latin typeface="DejaVu Sans"/>
                <a:ea typeface="DejaVu Sans"/>
                <a:cs typeface="DejaVu Sans"/>
              </a:defRPr>
            </a:lvl2pPr>
            <a:lvl3pPr algn="l">
              <a:defRPr sz="3525" b="1">
                <a:solidFill>
                  <a:srgbClr val="F1F7FC"/>
                </a:solidFill>
                <a:latin typeface="DejaVu Sans"/>
                <a:ea typeface="DejaVu Sans"/>
                <a:cs typeface="DejaVu Sans"/>
              </a:defRPr>
            </a:lvl3pPr>
            <a:lvl4pPr algn="l">
              <a:defRPr sz="3525" b="1">
                <a:solidFill>
                  <a:srgbClr val="F1F7FC"/>
                </a:solidFill>
                <a:latin typeface="DejaVu Sans"/>
                <a:ea typeface="DejaVu Sans"/>
                <a:cs typeface="DejaVu Sans"/>
              </a:defRPr>
            </a:lvl4pPr>
            <a:lvl5pPr algn="l">
              <a:defRPr sz="3525" b="1">
                <a:solidFill>
                  <a:srgbClr val="F1F7FC"/>
                </a:solidFill>
                <a:latin typeface="DejaVu Sans"/>
                <a:ea typeface="DejaVu Sans"/>
                <a:cs typeface="DejaVu Sans"/>
              </a:defRPr>
            </a:lvl5pPr>
            <a:lvl6pPr algn="l">
              <a:defRPr sz="3525" b="1">
                <a:solidFill>
                  <a:srgbClr val="F1F7FC"/>
                </a:solidFill>
                <a:latin typeface="DejaVu Sans"/>
                <a:ea typeface="DejaVu Sans"/>
                <a:cs typeface="DejaVu Sans"/>
              </a:defRPr>
            </a:lvl6pPr>
            <a:lvl7pPr algn="l">
              <a:defRPr sz="3525" b="1">
                <a:solidFill>
                  <a:srgbClr val="F1F7FC"/>
                </a:solidFill>
                <a:latin typeface="DejaVu Sans"/>
                <a:ea typeface="DejaVu Sans"/>
                <a:cs typeface="DejaVu Sans"/>
              </a:defRPr>
            </a:lvl7pPr>
            <a:lvl8pPr algn="l">
              <a:defRPr sz="3525" b="1">
                <a:solidFill>
                  <a:srgbClr val="F1F7FC"/>
                </a:solidFill>
                <a:latin typeface="DejaVu Sans"/>
                <a:ea typeface="DejaVu Sans"/>
                <a:cs typeface="DejaVu Sans"/>
              </a:defRPr>
            </a:lvl8pPr>
            <a:lvl9pPr algn="l">
              <a:defRPr sz="3525" b="1">
                <a:solidFill>
                  <a:srgbClr val="F1F7FC"/>
                </a:solidFill>
                <a:latin typeface="DejaVu Sans"/>
                <a:ea typeface="DejaVu Sans"/>
                <a:cs typeface="DejaVu Sans"/>
              </a:defRPr>
            </a:lvl9pPr>
          </a:lstStyle>
          <a:p xmlns:a="http://schemas.openxmlformats.org/drawingml/2006/main">
            <a:pPr algn="l">
              <a:defRPr sz="3525" b="1">
                <a:solidFill>
                  <a:srgbClr val="F1F7FC"/>
                </a:solidFill>
                <a:latin typeface="DejaVu Sans"/>
                <a:ea typeface="DejaVu Sans"/>
                <a:cs typeface="DejaVu Sans"/>
              </a:defRPr>
            </a:pPr>
            <a:r>
              <a:rPr sz="3525" b="1">
                <a:solidFill>
                  <a:srgbClr val="F1F7FC"/>
                </a:solidFill>
                <a:latin typeface="DejaVu Sans"/>
                <a:ea typeface="DejaVu Sans"/>
                <a:cs typeface="DejaVu Sans"/>
              </a:rPr>
              <a:t>Aufbau eines VPN</a:t>
            </a:r>
          </a:p>
        </p:txBody>
      </p:sp>
      <p:sp>
        <p:nvSpPr>
          <p:cNvPr id="11" name="page-number">
            <a:extLst xmlns:a="http://schemas.openxmlformats.org/drawingml/2006/main">
              <a:ext uri="{FF2B5EF4-FFF2-40B4-BE49-F238E27FC236}">
                <a16:creationId xmlns:a16="http://schemas.microsoft.com/office/drawing/2014/main" id="{665C1AEE-2089-41DB-81D0-4EF17F5236AD}"/>
              </a:ext>
            </a:extLst>
          </p:cNvPr>
          <p:cNvSpPr>
            <a:spLocks xmlns:a="http://schemas.openxmlformats.org/drawingml/2006/main" noGrp="1"/>
          </p:cNvSpPr>
          <p:nvPr/>
        </p:nvSpPr>
        <p:spPr>
          <a:xfrm xmlns:a="http://schemas.openxmlformats.org/drawingml/2006/main">
            <a:off x="13477875" y="8020050"/>
            <a:ext cx="1285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AABFD1"/>
                </a:solidFill>
                <a:latin typeface="DejaVu Sans Mono"/>
                <a:ea typeface="DejaVu Sans Mono"/>
                <a:cs typeface="DejaVu Sans Mono"/>
              </a:defRPr>
            </a:defPPr>
            <a:lvl1pPr algn="r">
              <a:defRPr sz="1350" b="0">
                <a:solidFill>
                  <a:srgbClr val="AABFD1"/>
                </a:solidFill>
                <a:latin typeface="DejaVu Sans Mono"/>
                <a:ea typeface="DejaVu Sans Mono"/>
                <a:cs typeface="DejaVu Sans Mono"/>
              </a:defRPr>
            </a:lvl1pPr>
            <a:lvl2pPr algn="r">
              <a:defRPr sz="1350" b="0">
                <a:solidFill>
                  <a:srgbClr val="AABFD1"/>
                </a:solidFill>
                <a:latin typeface="DejaVu Sans Mono"/>
                <a:ea typeface="DejaVu Sans Mono"/>
                <a:cs typeface="DejaVu Sans Mono"/>
              </a:defRPr>
            </a:lvl2pPr>
            <a:lvl3pPr algn="r">
              <a:defRPr sz="1350" b="0">
                <a:solidFill>
                  <a:srgbClr val="AABFD1"/>
                </a:solidFill>
                <a:latin typeface="DejaVu Sans Mono"/>
                <a:ea typeface="DejaVu Sans Mono"/>
                <a:cs typeface="DejaVu Sans Mono"/>
              </a:defRPr>
            </a:lvl3pPr>
            <a:lvl4pPr algn="r">
              <a:defRPr sz="1350" b="0">
                <a:solidFill>
                  <a:srgbClr val="AABFD1"/>
                </a:solidFill>
                <a:latin typeface="DejaVu Sans Mono"/>
                <a:ea typeface="DejaVu Sans Mono"/>
                <a:cs typeface="DejaVu Sans Mono"/>
              </a:defRPr>
            </a:lvl4pPr>
            <a:lvl5pPr algn="r">
              <a:defRPr sz="1350" b="0">
                <a:solidFill>
                  <a:srgbClr val="AABFD1"/>
                </a:solidFill>
                <a:latin typeface="DejaVu Sans Mono"/>
                <a:ea typeface="DejaVu Sans Mono"/>
                <a:cs typeface="DejaVu Sans Mono"/>
              </a:defRPr>
            </a:lvl5pPr>
            <a:lvl6pPr algn="r">
              <a:defRPr sz="1350" b="0">
                <a:solidFill>
                  <a:srgbClr val="AABFD1"/>
                </a:solidFill>
                <a:latin typeface="DejaVu Sans Mono"/>
                <a:ea typeface="DejaVu Sans Mono"/>
                <a:cs typeface="DejaVu Sans Mono"/>
              </a:defRPr>
            </a:lvl6pPr>
            <a:lvl7pPr algn="r">
              <a:defRPr sz="1350" b="0">
                <a:solidFill>
                  <a:srgbClr val="AABFD1"/>
                </a:solidFill>
                <a:latin typeface="DejaVu Sans Mono"/>
                <a:ea typeface="DejaVu Sans Mono"/>
                <a:cs typeface="DejaVu Sans Mono"/>
              </a:defRPr>
            </a:lvl7pPr>
            <a:lvl8pPr algn="r">
              <a:defRPr sz="1350" b="0">
                <a:solidFill>
                  <a:srgbClr val="AABFD1"/>
                </a:solidFill>
                <a:latin typeface="DejaVu Sans Mono"/>
                <a:ea typeface="DejaVu Sans Mono"/>
                <a:cs typeface="DejaVu Sans Mono"/>
              </a:defRPr>
            </a:lvl8pPr>
            <a:lvl9pPr algn="r">
              <a:defRPr sz="1350" b="0">
                <a:solidFill>
                  <a:srgbClr val="AABFD1"/>
                </a:solidFill>
                <a:latin typeface="DejaVu Sans Mono"/>
                <a:ea typeface="DejaVu Sans Mono"/>
                <a:cs typeface="DejaVu Sans Mono"/>
              </a:defRPr>
            </a:lvl9pPr>
          </a:lstStyle>
          <a:p xmlns:a="http://schemas.openxmlformats.org/drawingml/2006/main">
            <a:pPr algn="r">
              <a:defRPr sz="1350" b="0">
                <a:solidFill>
                  <a:srgbClr val="AABFD1"/>
                </a:solidFill>
                <a:latin typeface="DejaVu Sans Mono"/>
                <a:ea typeface="DejaVu Sans Mono"/>
                <a:cs typeface="DejaVu Sans Mono"/>
              </a:defRPr>
            </a:pPr>
            <a:r>
              <a:rPr sz="1350" b="0">
                <a:solidFill>
                  <a:srgbClr val="AABFD1"/>
                </a:solidFill>
                <a:latin typeface="DejaVu Sans Mono"/>
                <a:ea typeface="DejaVu Sans Mono"/>
                <a:cs typeface="DejaVu Sans Mono"/>
              </a:rPr>
              <a:t>09 / 33</a:t>
            </a:r>
          </a:p>
        </p:txBody>
      </p:sp>
      <p:sp>
        <p:nvSpPr>
          <p:cNvPr id="12" name="subheading">
            <a:extLst xmlns:a="http://schemas.openxmlformats.org/drawingml/2006/main">
              <a:ext uri="{FF2B5EF4-FFF2-40B4-BE49-F238E27FC236}">
                <a16:creationId xmlns:a16="http://schemas.microsoft.com/office/drawing/2014/main" id="{3E9014FE-46E9-40C9-BB64-427D54337FBD}"/>
              </a:ext>
            </a:extLst>
          </p:cNvPr>
          <p:cNvSpPr>
            <a:spLocks xmlns:a="http://schemas.openxmlformats.org/drawingml/2006/main" noGrp="1"/>
          </p:cNvSpPr>
          <p:nvPr/>
        </p:nvSpPr>
        <p:spPr>
          <a:xfrm xmlns:a="http://schemas.openxmlformats.org/drawingml/2006/main">
            <a:off x="3619500" y="2047875"/>
            <a:ext cx="10858500" cy="5227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54DEEF"/>
                </a:solidFill>
                <a:latin typeface="DejaVu Sans"/>
                <a:ea typeface="DejaVu Sans"/>
                <a:cs typeface="DejaVu Sans"/>
              </a:defRPr>
            </a:defPPr>
            <a:lvl1pPr algn="l">
              <a:defRPr sz="2550" b="1">
                <a:solidFill>
                  <a:srgbClr val="54DEEF"/>
                </a:solidFill>
                <a:latin typeface="DejaVu Sans"/>
                <a:ea typeface="DejaVu Sans"/>
                <a:cs typeface="DejaVu Sans"/>
              </a:defRPr>
            </a:lvl1pPr>
            <a:lvl2pPr algn="l">
              <a:defRPr sz="2550" b="1">
                <a:solidFill>
                  <a:srgbClr val="54DEEF"/>
                </a:solidFill>
                <a:latin typeface="DejaVu Sans"/>
                <a:ea typeface="DejaVu Sans"/>
                <a:cs typeface="DejaVu Sans"/>
              </a:defRPr>
            </a:lvl2pPr>
            <a:lvl3pPr algn="l">
              <a:defRPr sz="2550" b="1">
                <a:solidFill>
                  <a:srgbClr val="54DEEF"/>
                </a:solidFill>
                <a:latin typeface="DejaVu Sans"/>
                <a:ea typeface="DejaVu Sans"/>
                <a:cs typeface="DejaVu Sans"/>
              </a:defRPr>
            </a:lvl3pPr>
            <a:lvl4pPr algn="l">
              <a:defRPr sz="2550" b="1">
                <a:solidFill>
                  <a:srgbClr val="54DEEF"/>
                </a:solidFill>
                <a:latin typeface="DejaVu Sans"/>
                <a:ea typeface="DejaVu Sans"/>
                <a:cs typeface="DejaVu Sans"/>
              </a:defRPr>
            </a:lvl4pPr>
            <a:lvl5pPr algn="l">
              <a:defRPr sz="2550" b="1">
                <a:solidFill>
                  <a:srgbClr val="54DEEF"/>
                </a:solidFill>
                <a:latin typeface="DejaVu Sans"/>
                <a:ea typeface="DejaVu Sans"/>
                <a:cs typeface="DejaVu Sans"/>
              </a:defRPr>
            </a:lvl5pPr>
            <a:lvl6pPr algn="l">
              <a:defRPr sz="2550" b="1">
                <a:solidFill>
                  <a:srgbClr val="54DEEF"/>
                </a:solidFill>
                <a:latin typeface="DejaVu Sans"/>
                <a:ea typeface="DejaVu Sans"/>
                <a:cs typeface="DejaVu Sans"/>
              </a:defRPr>
            </a:lvl6pPr>
            <a:lvl7pPr algn="l">
              <a:defRPr sz="2550" b="1">
                <a:solidFill>
                  <a:srgbClr val="54DEEF"/>
                </a:solidFill>
                <a:latin typeface="DejaVu Sans"/>
                <a:ea typeface="DejaVu Sans"/>
                <a:cs typeface="DejaVu Sans"/>
              </a:defRPr>
            </a:lvl7pPr>
            <a:lvl8pPr algn="l">
              <a:defRPr sz="2550" b="1">
                <a:solidFill>
                  <a:srgbClr val="54DEEF"/>
                </a:solidFill>
                <a:latin typeface="DejaVu Sans"/>
                <a:ea typeface="DejaVu Sans"/>
                <a:cs typeface="DejaVu Sans"/>
              </a:defRPr>
            </a:lvl8pPr>
            <a:lvl9pPr algn="l">
              <a:defRPr sz="2550" b="1">
                <a:solidFill>
                  <a:srgbClr val="54DEEF"/>
                </a:solidFill>
                <a:latin typeface="DejaVu Sans"/>
                <a:ea typeface="DejaVu Sans"/>
                <a:cs typeface="DejaVu Sans"/>
              </a:defRPr>
            </a:lvl9pPr>
          </a:lstStyle>
          <a:p xmlns:a="http://schemas.openxmlformats.org/drawingml/2006/main">
            <a:pPr algn="l">
              <a:defRPr sz="2550" b="1">
                <a:solidFill>
                  <a:srgbClr val="54DEEF"/>
                </a:solidFill>
                <a:latin typeface="DejaVu Sans"/>
                <a:ea typeface="DejaVu Sans"/>
                <a:cs typeface="DejaVu Sans"/>
              </a:defRPr>
            </a:pPr>
            <a:r>
              <a:rPr sz="2550" b="1">
                <a:solidFill>
                  <a:srgbClr val="54DEEF"/>
                </a:solidFill>
                <a:latin typeface="DejaVu Sans"/>
                <a:ea typeface="DejaVu Sans"/>
                <a:cs typeface="DejaVu Sans"/>
              </a:rPr>
              <a:t>Grundprinzip des Verpackens</a:t>
            </a:r>
          </a:p>
        </p:txBody>
      </p:sp>
      <p:sp>
        <p:nvSpPr>
          <p:cNvPr id="13" name="content">
            <a:extLst xmlns:a="http://schemas.openxmlformats.org/drawingml/2006/main">
              <a:ext uri="{FF2B5EF4-FFF2-40B4-BE49-F238E27FC236}">
                <a16:creationId xmlns:a16="http://schemas.microsoft.com/office/drawing/2014/main" id="{0ACF4660-6C99-4C24-BA11-F0FC378B2ABE}"/>
              </a:ext>
            </a:extLst>
          </p:cNvPr>
          <p:cNvSpPr>
            <a:spLocks xmlns:a="http://schemas.openxmlformats.org/drawingml/2006/main" noGrp="1"/>
          </p:cNvSpPr>
          <p:nvPr/>
        </p:nvSpPr>
        <p:spPr>
          <a:xfrm xmlns:a="http://schemas.openxmlformats.org/drawingml/2006/main">
            <a:off x="3619500" y="2808732"/>
            <a:ext cx="10858500" cy="8999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a:solidFill>
                  <a:srgbClr val="E0EAF4"/>
                </a:solidFill>
                <a:latin typeface="DejaVu Sans"/>
                <a:ea typeface="DejaVu Sans"/>
                <a:cs typeface="DejaVu Sans"/>
              </a:defRPr>
            </a:defPPr>
            <a:lvl1pPr algn="l">
              <a:defRPr sz="2400" b="0">
                <a:solidFill>
                  <a:srgbClr val="E0EAF4"/>
                </a:solidFill>
                <a:latin typeface="DejaVu Sans"/>
                <a:ea typeface="DejaVu Sans"/>
                <a:cs typeface="DejaVu Sans"/>
              </a:defRPr>
            </a:lvl1pPr>
            <a:lvl2pPr algn="l">
              <a:defRPr sz="2400" b="0">
                <a:solidFill>
                  <a:srgbClr val="E0EAF4"/>
                </a:solidFill>
                <a:latin typeface="DejaVu Sans"/>
                <a:ea typeface="DejaVu Sans"/>
                <a:cs typeface="DejaVu Sans"/>
              </a:defRPr>
            </a:lvl2pPr>
            <a:lvl3pPr algn="l">
              <a:defRPr sz="2400" b="0">
                <a:solidFill>
                  <a:srgbClr val="E0EAF4"/>
                </a:solidFill>
                <a:latin typeface="DejaVu Sans"/>
                <a:ea typeface="DejaVu Sans"/>
                <a:cs typeface="DejaVu Sans"/>
              </a:defRPr>
            </a:lvl3pPr>
            <a:lvl4pPr algn="l">
              <a:defRPr sz="2400" b="0">
                <a:solidFill>
                  <a:srgbClr val="E0EAF4"/>
                </a:solidFill>
                <a:latin typeface="DejaVu Sans"/>
                <a:ea typeface="DejaVu Sans"/>
                <a:cs typeface="DejaVu Sans"/>
              </a:defRPr>
            </a:lvl4pPr>
            <a:lvl5pPr algn="l">
              <a:defRPr sz="2400" b="0">
                <a:solidFill>
                  <a:srgbClr val="E0EAF4"/>
                </a:solidFill>
                <a:latin typeface="DejaVu Sans"/>
                <a:ea typeface="DejaVu Sans"/>
                <a:cs typeface="DejaVu Sans"/>
              </a:defRPr>
            </a:lvl5pPr>
            <a:lvl6pPr algn="l">
              <a:defRPr sz="2400" b="0">
                <a:solidFill>
                  <a:srgbClr val="E0EAF4"/>
                </a:solidFill>
                <a:latin typeface="DejaVu Sans"/>
                <a:ea typeface="DejaVu Sans"/>
                <a:cs typeface="DejaVu Sans"/>
              </a:defRPr>
            </a:lvl6pPr>
            <a:lvl7pPr algn="l">
              <a:defRPr sz="2400" b="0">
                <a:solidFill>
                  <a:srgbClr val="E0EAF4"/>
                </a:solidFill>
                <a:latin typeface="DejaVu Sans"/>
                <a:ea typeface="DejaVu Sans"/>
                <a:cs typeface="DejaVu Sans"/>
              </a:defRPr>
            </a:lvl7pPr>
            <a:lvl8pPr algn="l">
              <a:defRPr sz="2400" b="0">
                <a:solidFill>
                  <a:srgbClr val="E0EAF4"/>
                </a:solidFill>
                <a:latin typeface="DejaVu Sans"/>
                <a:ea typeface="DejaVu Sans"/>
                <a:cs typeface="DejaVu Sans"/>
              </a:defRPr>
            </a:lvl8pPr>
            <a:lvl9pPr algn="l">
              <a:defRPr sz="2400" b="0">
                <a:solidFill>
                  <a:srgbClr val="E0EAF4"/>
                </a:solidFill>
                <a:latin typeface="DejaVu Sans"/>
                <a:ea typeface="DejaVu Sans"/>
                <a:cs typeface="DejaVu Sans"/>
              </a:defRPr>
            </a:lvl9pPr>
          </a:lstStyle>
          <a:p xmlns:a="http://schemas.openxmlformats.org/drawingml/2006/main">
            <a:pPr marL="355600" indent="-292100" algn="l">
              <a:spcAft>
                <a:spcPts val="0"/>
              </a:spcAft>
              <a:buChar char="•"/>
              <a:defRPr sz="2400" b="0">
                <a:solidFill>
                  <a:srgbClr val="E0EAF4"/>
                </a:solidFill>
                <a:latin typeface="DejaVu Sans"/>
                <a:ea typeface="DejaVu Sans"/>
                <a:cs typeface="DejaVu Sans"/>
              </a:defRPr>
            </a:pPr>
            <a:r>
              <a:rPr b="0">
                <a:latin typeface="DejaVu Sans"/>
                <a:ea typeface="DejaVu Sans"/>
                <a:cs typeface="DejaVu Sans"/>
              </a:rPr>
              <a:t>Verpacken </a:t>
            </a:r>
            <a:r>
              <a:rPr b="0">
                <a:latin typeface="DejaVu Sans"/>
                <a:ea typeface="DejaVu Sans"/>
                <a:cs typeface="DejaVu Sans"/>
              </a:rPr>
              <a:t>der Anwendungsdatenpakete in die Datenpakete des Transportprotokolls</a:t>
            </a:r>
          </a:p>
        </p:txBody>
      </p:sp>
      <p:sp>
        <p:nvSpPr>
          <p:cNvPr id="14" name="content">
            <a:extLst xmlns:a="http://schemas.openxmlformats.org/drawingml/2006/main">
              <a:ext uri="{FF2B5EF4-FFF2-40B4-BE49-F238E27FC236}">
                <a16:creationId xmlns:a16="http://schemas.microsoft.com/office/drawing/2014/main" id="{0BA1FB8E-E175-4459-B6CF-9AD7C2D2E5CB}"/>
              </a:ext>
            </a:extLst>
          </p:cNvPr>
          <p:cNvSpPr>
            <a:spLocks xmlns:a="http://schemas.openxmlformats.org/drawingml/2006/main" noGrp="1"/>
          </p:cNvSpPr>
          <p:nvPr/>
        </p:nvSpPr>
        <p:spPr>
          <a:xfrm xmlns:a="http://schemas.openxmlformats.org/drawingml/2006/main">
            <a:off x="3619500" y="3946779"/>
            <a:ext cx="10858500" cy="13022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a:solidFill>
                  <a:srgbClr val="E0EAF4"/>
                </a:solidFill>
                <a:latin typeface="DejaVu Sans"/>
                <a:ea typeface="DejaVu Sans"/>
                <a:cs typeface="DejaVu Sans"/>
              </a:defRPr>
            </a:defPPr>
            <a:lvl1pPr algn="l">
              <a:defRPr sz="2400" b="0">
                <a:solidFill>
                  <a:srgbClr val="E0EAF4"/>
                </a:solidFill>
                <a:latin typeface="DejaVu Sans"/>
                <a:ea typeface="DejaVu Sans"/>
                <a:cs typeface="DejaVu Sans"/>
              </a:defRPr>
            </a:lvl1pPr>
            <a:lvl2pPr algn="l">
              <a:defRPr sz="2400" b="0">
                <a:solidFill>
                  <a:srgbClr val="E0EAF4"/>
                </a:solidFill>
                <a:latin typeface="DejaVu Sans"/>
                <a:ea typeface="DejaVu Sans"/>
                <a:cs typeface="DejaVu Sans"/>
              </a:defRPr>
            </a:lvl2pPr>
            <a:lvl3pPr algn="l">
              <a:defRPr sz="2400" b="0">
                <a:solidFill>
                  <a:srgbClr val="E0EAF4"/>
                </a:solidFill>
                <a:latin typeface="DejaVu Sans"/>
                <a:ea typeface="DejaVu Sans"/>
                <a:cs typeface="DejaVu Sans"/>
              </a:defRPr>
            </a:lvl3pPr>
            <a:lvl4pPr algn="l">
              <a:defRPr sz="2400" b="0">
                <a:solidFill>
                  <a:srgbClr val="E0EAF4"/>
                </a:solidFill>
                <a:latin typeface="DejaVu Sans"/>
                <a:ea typeface="DejaVu Sans"/>
                <a:cs typeface="DejaVu Sans"/>
              </a:defRPr>
            </a:lvl4pPr>
            <a:lvl5pPr algn="l">
              <a:defRPr sz="2400" b="0">
                <a:solidFill>
                  <a:srgbClr val="E0EAF4"/>
                </a:solidFill>
                <a:latin typeface="DejaVu Sans"/>
                <a:ea typeface="DejaVu Sans"/>
                <a:cs typeface="DejaVu Sans"/>
              </a:defRPr>
            </a:lvl5pPr>
            <a:lvl6pPr algn="l">
              <a:defRPr sz="2400" b="0">
                <a:solidFill>
                  <a:srgbClr val="E0EAF4"/>
                </a:solidFill>
                <a:latin typeface="DejaVu Sans"/>
                <a:ea typeface="DejaVu Sans"/>
                <a:cs typeface="DejaVu Sans"/>
              </a:defRPr>
            </a:lvl6pPr>
            <a:lvl7pPr algn="l">
              <a:defRPr sz="2400" b="0">
                <a:solidFill>
                  <a:srgbClr val="E0EAF4"/>
                </a:solidFill>
                <a:latin typeface="DejaVu Sans"/>
                <a:ea typeface="DejaVu Sans"/>
                <a:cs typeface="DejaVu Sans"/>
              </a:defRPr>
            </a:lvl7pPr>
            <a:lvl8pPr algn="l">
              <a:defRPr sz="2400" b="0">
                <a:solidFill>
                  <a:srgbClr val="E0EAF4"/>
                </a:solidFill>
                <a:latin typeface="DejaVu Sans"/>
                <a:ea typeface="DejaVu Sans"/>
                <a:cs typeface="DejaVu Sans"/>
              </a:defRPr>
            </a:lvl8pPr>
            <a:lvl9pPr algn="l">
              <a:defRPr sz="2400" b="0">
                <a:solidFill>
                  <a:srgbClr val="E0EAF4"/>
                </a:solidFill>
                <a:latin typeface="DejaVu Sans"/>
                <a:ea typeface="DejaVu Sans"/>
                <a:cs typeface="DejaVu Sans"/>
              </a:defRPr>
            </a:lvl9pPr>
          </a:lstStyle>
          <a:p xmlns:a="http://schemas.openxmlformats.org/drawingml/2006/main">
            <a:pPr marL="355600" indent="-292100" algn="l">
              <a:spcAft>
                <a:spcPts val="0"/>
              </a:spcAft>
              <a:buChar char="•"/>
              <a:defRPr sz="2400" b="0">
                <a:solidFill>
                  <a:srgbClr val="E0EAF4"/>
                </a:solidFill>
                <a:latin typeface="DejaVu Sans"/>
                <a:ea typeface="DejaVu Sans"/>
                <a:cs typeface="DejaVu Sans"/>
              </a:defRPr>
            </a:pPr>
            <a:r>
              <a:rPr b="0">
                <a:latin typeface="DejaVu Sans"/>
                <a:ea typeface="DejaVu Sans"/>
                <a:cs typeface="DejaVu Sans"/>
              </a:rPr>
              <a:t>Bei VPN-Verbindungen werden die normalerweise für die Übertragung fertigen Rahmen nochmals in das Ebene-3-Protokoll </a:t>
            </a:r>
            <a:r>
              <a:rPr b="0">
                <a:latin typeface="DejaVu Sans"/>
                <a:ea typeface="DejaVu Sans"/>
                <a:cs typeface="DejaVu Sans"/>
              </a:rPr>
              <a:t>IP eingepackt</a:t>
            </a:r>
          </a:p>
        </p:txBody>
      </p:sp>
      <p:sp>
        <p:nvSpPr>
          <p:cNvPr id="15" name="content">
            <a:extLst xmlns:a="http://schemas.openxmlformats.org/drawingml/2006/main">
              <a:ext uri="{FF2B5EF4-FFF2-40B4-BE49-F238E27FC236}">
                <a16:creationId xmlns:a16="http://schemas.microsoft.com/office/drawing/2014/main" id="{C29BB6DF-FCCB-451C-B5BE-B6F282D1F02E}"/>
              </a:ext>
            </a:extLst>
          </p:cNvPr>
          <p:cNvSpPr>
            <a:spLocks xmlns:a="http://schemas.openxmlformats.org/drawingml/2006/main" noGrp="1"/>
          </p:cNvSpPr>
          <p:nvPr/>
        </p:nvSpPr>
        <p:spPr>
          <a:xfrm xmlns:a="http://schemas.openxmlformats.org/drawingml/2006/main">
            <a:off x="3619500" y="5487162"/>
            <a:ext cx="10858500" cy="8999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a:solidFill>
                  <a:srgbClr val="E0EAF4"/>
                </a:solidFill>
                <a:latin typeface="DejaVu Sans"/>
                <a:ea typeface="DejaVu Sans"/>
                <a:cs typeface="DejaVu Sans"/>
              </a:defRPr>
            </a:defPPr>
            <a:lvl1pPr algn="l">
              <a:defRPr sz="2400" b="0">
                <a:solidFill>
                  <a:srgbClr val="E0EAF4"/>
                </a:solidFill>
                <a:latin typeface="DejaVu Sans"/>
                <a:ea typeface="DejaVu Sans"/>
                <a:cs typeface="DejaVu Sans"/>
              </a:defRPr>
            </a:lvl1pPr>
            <a:lvl2pPr algn="l">
              <a:defRPr sz="2400" b="0">
                <a:solidFill>
                  <a:srgbClr val="E0EAF4"/>
                </a:solidFill>
                <a:latin typeface="DejaVu Sans"/>
                <a:ea typeface="DejaVu Sans"/>
                <a:cs typeface="DejaVu Sans"/>
              </a:defRPr>
            </a:lvl2pPr>
            <a:lvl3pPr algn="l">
              <a:defRPr sz="2400" b="0">
                <a:solidFill>
                  <a:srgbClr val="E0EAF4"/>
                </a:solidFill>
                <a:latin typeface="DejaVu Sans"/>
                <a:ea typeface="DejaVu Sans"/>
                <a:cs typeface="DejaVu Sans"/>
              </a:defRPr>
            </a:lvl3pPr>
            <a:lvl4pPr algn="l">
              <a:defRPr sz="2400" b="0">
                <a:solidFill>
                  <a:srgbClr val="E0EAF4"/>
                </a:solidFill>
                <a:latin typeface="DejaVu Sans"/>
                <a:ea typeface="DejaVu Sans"/>
                <a:cs typeface="DejaVu Sans"/>
              </a:defRPr>
            </a:lvl4pPr>
            <a:lvl5pPr algn="l">
              <a:defRPr sz="2400" b="0">
                <a:solidFill>
                  <a:srgbClr val="E0EAF4"/>
                </a:solidFill>
                <a:latin typeface="DejaVu Sans"/>
                <a:ea typeface="DejaVu Sans"/>
                <a:cs typeface="DejaVu Sans"/>
              </a:defRPr>
            </a:lvl5pPr>
            <a:lvl6pPr algn="l">
              <a:defRPr sz="2400" b="0">
                <a:solidFill>
                  <a:srgbClr val="E0EAF4"/>
                </a:solidFill>
                <a:latin typeface="DejaVu Sans"/>
                <a:ea typeface="DejaVu Sans"/>
                <a:cs typeface="DejaVu Sans"/>
              </a:defRPr>
            </a:lvl6pPr>
            <a:lvl7pPr algn="l">
              <a:defRPr sz="2400" b="0">
                <a:solidFill>
                  <a:srgbClr val="E0EAF4"/>
                </a:solidFill>
                <a:latin typeface="DejaVu Sans"/>
                <a:ea typeface="DejaVu Sans"/>
                <a:cs typeface="DejaVu Sans"/>
              </a:defRPr>
            </a:lvl7pPr>
            <a:lvl8pPr algn="l">
              <a:defRPr sz="2400" b="0">
                <a:solidFill>
                  <a:srgbClr val="E0EAF4"/>
                </a:solidFill>
                <a:latin typeface="DejaVu Sans"/>
                <a:ea typeface="DejaVu Sans"/>
                <a:cs typeface="DejaVu Sans"/>
              </a:defRPr>
            </a:lvl8pPr>
            <a:lvl9pPr algn="l">
              <a:defRPr sz="2400" b="0">
                <a:solidFill>
                  <a:srgbClr val="E0EAF4"/>
                </a:solidFill>
                <a:latin typeface="DejaVu Sans"/>
                <a:ea typeface="DejaVu Sans"/>
                <a:cs typeface="DejaVu Sans"/>
              </a:defRPr>
            </a:lvl9pPr>
          </a:lstStyle>
          <a:p xmlns:a="http://schemas.openxmlformats.org/drawingml/2006/main">
            <a:pPr marL="355600" indent="-292100" algn="l">
              <a:spcAft>
                <a:spcPts val="0"/>
              </a:spcAft>
              <a:buChar char="•"/>
              <a:defRPr sz="2400" b="0">
                <a:solidFill>
                  <a:srgbClr val="E0EAF4"/>
                </a:solidFill>
                <a:latin typeface="DejaVu Sans"/>
                <a:ea typeface="DejaVu Sans"/>
                <a:cs typeface="DejaVu Sans"/>
              </a:defRPr>
            </a:pPr>
            <a:r>
              <a:rPr b="0">
                <a:latin typeface="DejaVu Sans"/>
                <a:ea typeface="DejaVu Sans"/>
                <a:cs typeface="DejaVu Sans"/>
              </a:rPr>
              <a:t>Das resultierende IP-Paket fungiert praktisch wie ein Container und kann über jedes IP-Netz transportiert werden</a:t>
            </a:r>
          </a:p>
        </p:txBody>
      </p:sp>
    </p:spTree>
    <p:extLst>
      <p:ext uri="{BB962C8B-B14F-4D97-AF65-F5344CB8AC3E}">
        <p14:creationId xmlns:p14="http://schemas.microsoft.com/office/powerpoint/2010/main" val="482886024"/>
      </p:ext>
    </p:extLst>
  </p:cSld>
</p:sld>
</file>

<file path=ppt/slides/slide10.xml><?xml version="1.0" encoding="utf-8"?>
<p:sld xmlns:p="http://schemas.openxmlformats.org/presentationml/2006/main">
  <p:cSld>
    <p:bg>
      <p:bgPr>
        <a:solidFill xmlns:a="http://schemas.openxmlformats.org/drawingml/2006/main">
          <a:srgbClr val="081522"/>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565365B9-F054-4F57-8770-D95791CA8ABE}"/>
              </a:ext>
            </a:extLst>
          </p:cNvPr>
          <p:cNvPicPr>
            <a:picLocks xmlns:a="http://schemas.openxmlformats.org/drawingml/2006/main" noChangeAspect="1"/>
          </p:cNvPicPr>
          <p:nvPr/>
        </p:nvPicPr>
        <p:blipFill>
          <a:blip xmlns:r="http://schemas.openxmlformats.org/officeDocument/2006/relationships" xmlns:a="http://schemas.openxmlformats.org/drawingml/2006/main" r:embed="R1b68be5c88b34bc6"/>
          <a:srcRect xmlns:a="http://schemas.openxmlformats.org/drawingml/2006/main" l="0" t="27" r="0" b="27"/>
          <a:stretch xmlns:a="http://schemas.openxmlformats.org/drawingml/2006/main">
            <a:fillRect l="0" t="0" r="0" b="0"/>
          </a:stretch>
        </p:blipFill>
        <p:spPr>
          <a:xfrm xmlns:a="http://schemas.openxmlformats.org/drawingml/2006/main">
            <a:off x="0" y="0"/>
            <a:ext cx="15240000" cy="8572500"/>
          </a:xfrm>
          <a:prstGeom xmlns:a="http://schemas.openxmlformats.org/drawingml/2006/main" prst="rect">
            <a:avLst/>
          </a:prstGeom>
        </p:spPr>
      </p:pic>
      <p:sp>
        <p:nvSpPr>
          <p:cNvPr id="2" name="agenda-heading">
            <a:extLst xmlns:a="http://schemas.openxmlformats.org/drawingml/2006/main">
              <a:ext uri="{FF2B5EF4-FFF2-40B4-BE49-F238E27FC236}">
                <a16:creationId xmlns:a16="http://schemas.microsoft.com/office/drawing/2014/main" id="{6ABE096C-4550-4E1B-8A7F-3F7FA5CC6DD2}"/>
              </a:ext>
            </a:extLst>
          </p:cNvPr>
          <p:cNvSpPr>
            <a:spLocks xmlns:a="http://schemas.openxmlformats.org/drawingml/2006/main" noGrp="1"/>
          </p:cNvSpPr>
          <p:nvPr/>
        </p:nvSpPr>
        <p:spPr>
          <a:xfrm xmlns:a="http://schemas.openxmlformats.org/drawingml/2006/main">
            <a:off x="400050" y="638175"/>
            <a:ext cx="2333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54DEEF"/>
                </a:solidFill>
                <a:latin typeface="DejaVu Sans Mono"/>
                <a:ea typeface="DejaVu Sans Mono"/>
                <a:cs typeface="DejaVu Sans Mono"/>
              </a:defRPr>
            </a:defPPr>
            <a:lvl1pPr algn="l">
              <a:defRPr sz="1875" b="1">
                <a:solidFill>
                  <a:srgbClr val="54DEEF"/>
                </a:solidFill>
                <a:latin typeface="DejaVu Sans Mono"/>
                <a:ea typeface="DejaVu Sans Mono"/>
                <a:cs typeface="DejaVu Sans Mono"/>
              </a:defRPr>
            </a:lvl1pPr>
            <a:lvl2pPr algn="l">
              <a:defRPr sz="1875" b="1">
                <a:solidFill>
                  <a:srgbClr val="54DEEF"/>
                </a:solidFill>
                <a:latin typeface="DejaVu Sans Mono"/>
                <a:ea typeface="DejaVu Sans Mono"/>
                <a:cs typeface="DejaVu Sans Mono"/>
              </a:defRPr>
            </a:lvl2pPr>
            <a:lvl3pPr algn="l">
              <a:defRPr sz="1875" b="1">
                <a:solidFill>
                  <a:srgbClr val="54DEEF"/>
                </a:solidFill>
                <a:latin typeface="DejaVu Sans Mono"/>
                <a:ea typeface="DejaVu Sans Mono"/>
                <a:cs typeface="DejaVu Sans Mono"/>
              </a:defRPr>
            </a:lvl3pPr>
            <a:lvl4pPr algn="l">
              <a:defRPr sz="1875" b="1">
                <a:solidFill>
                  <a:srgbClr val="54DEEF"/>
                </a:solidFill>
                <a:latin typeface="DejaVu Sans Mono"/>
                <a:ea typeface="DejaVu Sans Mono"/>
                <a:cs typeface="DejaVu Sans Mono"/>
              </a:defRPr>
            </a:lvl4pPr>
            <a:lvl5pPr algn="l">
              <a:defRPr sz="1875" b="1">
                <a:solidFill>
                  <a:srgbClr val="54DEEF"/>
                </a:solidFill>
                <a:latin typeface="DejaVu Sans Mono"/>
                <a:ea typeface="DejaVu Sans Mono"/>
                <a:cs typeface="DejaVu Sans Mono"/>
              </a:defRPr>
            </a:lvl5pPr>
            <a:lvl6pPr algn="l">
              <a:defRPr sz="1875" b="1">
                <a:solidFill>
                  <a:srgbClr val="54DEEF"/>
                </a:solidFill>
                <a:latin typeface="DejaVu Sans Mono"/>
                <a:ea typeface="DejaVu Sans Mono"/>
                <a:cs typeface="DejaVu Sans Mono"/>
              </a:defRPr>
            </a:lvl6pPr>
            <a:lvl7pPr algn="l">
              <a:defRPr sz="1875" b="1">
                <a:solidFill>
                  <a:srgbClr val="54DEEF"/>
                </a:solidFill>
                <a:latin typeface="DejaVu Sans Mono"/>
                <a:ea typeface="DejaVu Sans Mono"/>
                <a:cs typeface="DejaVu Sans Mono"/>
              </a:defRPr>
            </a:lvl7pPr>
            <a:lvl8pPr algn="l">
              <a:defRPr sz="1875" b="1">
                <a:solidFill>
                  <a:srgbClr val="54DEEF"/>
                </a:solidFill>
                <a:latin typeface="DejaVu Sans Mono"/>
                <a:ea typeface="DejaVu Sans Mono"/>
                <a:cs typeface="DejaVu Sans Mono"/>
              </a:defRPr>
            </a:lvl8pPr>
            <a:lvl9pPr algn="l">
              <a:defRPr sz="1875" b="1">
                <a:solidFill>
                  <a:srgbClr val="54DEEF"/>
                </a:solidFill>
                <a:latin typeface="DejaVu Sans Mono"/>
                <a:ea typeface="DejaVu Sans Mono"/>
                <a:cs typeface="DejaVu Sans Mono"/>
              </a:defRPr>
            </a:lvl9pPr>
          </a:lstStyle>
          <a:p xmlns:a="http://schemas.openxmlformats.org/drawingml/2006/main">
            <a:pPr algn="l">
              <a:defRPr sz="1875" b="1">
                <a:solidFill>
                  <a:srgbClr val="54DEEF"/>
                </a:solidFill>
                <a:latin typeface="DejaVu Sans Mono"/>
                <a:ea typeface="DejaVu Sans Mono"/>
                <a:cs typeface="DejaVu Sans Mono"/>
              </a:defRPr>
            </a:pPr>
            <a:r>
              <a:rPr sz="1875" b="1">
                <a:solidFill>
                  <a:srgbClr val="54DEEF"/>
                </a:solidFill>
                <a:latin typeface="DejaVu Sans Mono"/>
                <a:ea typeface="DejaVu Sans Mono"/>
                <a:cs typeface="DejaVu Sans Mono"/>
              </a:rPr>
              <a:t>Agenda:</a:t>
            </a:r>
          </a:p>
        </p:txBody>
      </p:sp>
      <p:sp>
        <p:nvSpPr>
          <p:cNvPr id="3" name="agenda-item">
            <a:extLst xmlns:a="http://schemas.openxmlformats.org/drawingml/2006/main">
              <a:ext uri="{FF2B5EF4-FFF2-40B4-BE49-F238E27FC236}">
                <a16:creationId xmlns:a16="http://schemas.microsoft.com/office/drawing/2014/main" id="{304580E5-7033-4A45-AAA2-79732D72389F}"/>
              </a:ext>
            </a:extLst>
          </p:cNvPr>
          <p:cNvSpPr>
            <a:spLocks xmlns:a="http://schemas.openxmlformats.org/drawingml/2006/main" noGrp="1"/>
          </p:cNvSpPr>
          <p:nvPr/>
        </p:nvSpPr>
        <p:spPr>
          <a:xfrm xmlns:a="http://schemas.openxmlformats.org/drawingml/2006/main">
            <a:off x="400050" y="142875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Was ist ein VPN?</a:t>
            </a:r>
          </a:p>
        </p:txBody>
      </p:sp>
      <p:sp>
        <p:nvSpPr>
          <p:cNvPr id="4" name="agenda-item">
            <a:extLst xmlns:a="http://schemas.openxmlformats.org/drawingml/2006/main">
              <a:ext uri="{FF2B5EF4-FFF2-40B4-BE49-F238E27FC236}">
                <a16:creationId xmlns:a16="http://schemas.microsoft.com/office/drawing/2014/main" id="{46E0C3E4-1E52-493B-90F3-6460797E0473}"/>
              </a:ext>
            </a:extLst>
          </p:cNvPr>
          <p:cNvSpPr>
            <a:spLocks xmlns:a="http://schemas.openxmlformats.org/drawingml/2006/main" noGrp="1"/>
          </p:cNvSpPr>
          <p:nvPr/>
        </p:nvSpPr>
        <p:spPr>
          <a:xfrm xmlns:a="http://schemas.openxmlformats.org/drawingml/2006/main">
            <a:off x="400050" y="209550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54DEEF"/>
                </a:solidFill>
                <a:latin typeface="DejaVu Sans"/>
                <a:ea typeface="DejaVu Sans"/>
                <a:cs typeface="DejaVu Sans"/>
              </a:defRPr>
            </a:defPPr>
            <a:lvl1pPr algn="l">
              <a:defRPr sz="1575" b="1">
                <a:solidFill>
                  <a:srgbClr val="54DEEF"/>
                </a:solidFill>
                <a:latin typeface="DejaVu Sans"/>
                <a:ea typeface="DejaVu Sans"/>
                <a:cs typeface="DejaVu Sans"/>
              </a:defRPr>
            </a:lvl1pPr>
            <a:lvl2pPr algn="l">
              <a:defRPr sz="1575" b="1">
                <a:solidFill>
                  <a:srgbClr val="54DEEF"/>
                </a:solidFill>
                <a:latin typeface="DejaVu Sans"/>
                <a:ea typeface="DejaVu Sans"/>
                <a:cs typeface="DejaVu Sans"/>
              </a:defRPr>
            </a:lvl2pPr>
            <a:lvl3pPr algn="l">
              <a:defRPr sz="1575" b="1">
                <a:solidFill>
                  <a:srgbClr val="54DEEF"/>
                </a:solidFill>
                <a:latin typeface="DejaVu Sans"/>
                <a:ea typeface="DejaVu Sans"/>
                <a:cs typeface="DejaVu Sans"/>
              </a:defRPr>
            </a:lvl3pPr>
            <a:lvl4pPr algn="l">
              <a:defRPr sz="1575" b="1">
                <a:solidFill>
                  <a:srgbClr val="54DEEF"/>
                </a:solidFill>
                <a:latin typeface="DejaVu Sans"/>
                <a:ea typeface="DejaVu Sans"/>
                <a:cs typeface="DejaVu Sans"/>
              </a:defRPr>
            </a:lvl4pPr>
            <a:lvl5pPr algn="l">
              <a:defRPr sz="1575" b="1">
                <a:solidFill>
                  <a:srgbClr val="54DEEF"/>
                </a:solidFill>
                <a:latin typeface="DejaVu Sans"/>
                <a:ea typeface="DejaVu Sans"/>
                <a:cs typeface="DejaVu Sans"/>
              </a:defRPr>
            </a:lvl5pPr>
            <a:lvl6pPr algn="l">
              <a:defRPr sz="1575" b="1">
                <a:solidFill>
                  <a:srgbClr val="54DEEF"/>
                </a:solidFill>
                <a:latin typeface="DejaVu Sans"/>
                <a:ea typeface="DejaVu Sans"/>
                <a:cs typeface="DejaVu Sans"/>
              </a:defRPr>
            </a:lvl6pPr>
            <a:lvl7pPr algn="l">
              <a:defRPr sz="1575" b="1">
                <a:solidFill>
                  <a:srgbClr val="54DEEF"/>
                </a:solidFill>
                <a:latin typeface="DejaVu Sans"/>
                <a:ea typeface="DejaVu Sans"/>
                <a:cs typeface="DejaVu Sans"/>
              </a:defRPr>
            </a:lvl7pPr>
            <a:lvl8pPr algn="l">
              <a:defRPr sz="1575" b="1">
                <a:solidFill>
                  <a:srgbClr val="54DEEF"/>
                </a:solidFill>
                <a:latin typeface="DejaVu Sans"/>
                <a:ea typeface="DejaVu Sans"/>
                <a:cs typeface="DejaVu Sans"/>
              </a:defRPr>
            </a:lvl8pPr>
            <a:lvl9pPr algn="l">
              <a:defRPr sz="1575" b="1">
                <a:solidFill>
                  <a:srgbClr val="54DEEF"/>
                </a:solidFill>
                <a:latin typeface="DejaVu Sans"/>
                <a:ea typeface="DejaVu Sans"/>
                <a:cs typeface="DejaVu Sans"/>
              </a:defRPr>
            </a:lvl9pPr>
          </a:lstStyle>
          <a:p xmlns:a="http://schemas.openxmlformats.org/drawingml/2006/main">
            <a:pPr algn="l">
              <a:defRPr sz="1575" b="1">
                <a:solidFill>
                  <a:srgbClr val="54DEEF"/>
                </a:solidFill>
                <a:latin typeface="DejaVu Sans"/>
                <a:ea typeface="DejaVu Sans"/>
                <a:cs typeface="DejaVu Sans"/>
              </a:defRPr>
            </a:pPr>
            <a:r>
              <a:rPr sz="1575" b="1">
                <a:solidFill>
                  <a:srgbClr val="54DEEF"/>
                </a:solidFill>
                <a:latin typeface="DejaVu Sans"/>
                <a:ea typeface="DejaVu Sans"/>
                <a:cs typeface="DejaVu Sans"/>
              </a:rPr>
              <a:t>Aufbau eines VPN</a:t>
            </a:r>
          </a:p>
        </p:txBody>
      </p:sp>
      <p:sp>
        <p:nvSpPr>
          <p:cNvPr id="5" name="agenda-item">
            <a:extLst xmlns:a="http://schemas.openxmlformats.org/drawingml/2006/main">
              <a:ext uri="{FF2B5EF4-FFF2-40B4-BE49-F238E27FC236}">
                <a16:creationId xmlns:a16="http://schemas.microsoft.com/office/drawing/2014/main" id="{807C4E47-E6E7-466F-8167-B620B97B5169}"/>
              </a:ext>
            </a:extLst>
          </p:cNvPr>
          <p:cNvSpPr>
            <a:spLocks xmlns:a="http://schemas.openxmlformats.org/drawingml/2006/main" noGrp="1"/>
          </p:cNvSpPr>
          <p:nvPr/>
        </p:nvSpPr>
        <p:spPr>
          <a:xfrm xmlns:a="http://schemas.openxmlformats.org/drawingml/2006/main">
            <a:off x="400050" y="276225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Ausprägungen eines VPN Netzes</a:t>
            </a:r>
          </a:p>
        </p:txBody>
      </p:sp>
      <p:sp>
        <p:nvSpPr>
          <p:cNvPr id="6" name="agenda-item">
            <a:extLst xmlns:a="http://schemas.openxmlformats.org/drawingml/2006/main">
              <a:ext uri="{FF2B5EF4-FFF2-40B4-BE49-F238E27FC236}">
                <a16:creationId xmlns:a16="http://schemas.microsoft.com/office/drawing/2014/main" id="{3C8EF5F5-9680-4C63-BE89-DC159A2ED1B6}"/>
              </a:ext>
            </a:extLst>
          </p:cNvPr>
          <p:cNvSpPr>
            <a:spLocks xmlns:a="http://schemas.openxmlformats.org/drawingml/2006/main" noGrp="1"/>
          </p:cNvSpPr>
          <p:nvPr/>
        </p:nvSpPr>
        <p:spPr>
          <a:xfrm xmlns:a="http://schemas.openxmlformats.org/drawingml/2006/main">
            <a:off x="400050" y="371475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Tunneling Protokolle</a:t>
            </a:r>
          </a:p>
        </p:txBody>
      </p:sp>
      <p:sp>
        <p:nvSpPr>
          <p:cNvPr id="7" name="agenda-item">
            <a:extLst xmlns:a="http://schemas.openxmlformats.org/drawingml/2006/main">
              <a:ext uri="{FF2B5EF4-FFF2-40B4-BE49-F238E27FC236}">
                <a16:creationId xmlns:a16="http://schemas.microsoft.com/office/drawing/2014/main" id="{D49C029C-B9E5-4F65-9994-295CC10C4ADD}"/>
              </a:ext>
            </a:extLst>
          </p:cNvPr>
          <p:cNvSpPr>
            <a:spLocks xmlns:a="http://schemas.openxmlformats.org/drawingml/2006/main" noGrp="1"/>
          </p:cNvSpPr>
          <p:nvPr/>
        </p:nvSpPr>
        <p:spPr>
          <a:xfrm xmlns:a="http://schemas.openxmlformats.org/drawingml/2006/main">
            <a:off x="400050" y="4524375"/>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IPSec</a:t>
            </a:r>
          </a:p>
        </p:txBody>
      </p:sp>
      <p:sp>
        <p:nvSpPr>
          <p:cNvPr id="8" name="agenda-item">
            <a:extLst xmlns:a="http://schemas.openxmlformats.org/drawingml/2006/main">
              <a:ext uri="{FF2B5EF4-FFF2-40B4-BE49-F238E27FC236}">
                <a16:creationId xmlns:a16="http://schemas.microsoft.com/office/drawing/2014/main" id="{4EC64388-B344-4179-8E0E-C440B19B5CEA}"/>
              </a:ext>
            </a:extLst>
          </p:cNvPr>
          <p:cNvSpPr>
            <a:spLocks xmlns:a="http://schemas.openxmlformats.org/drawingml/2006/main" noGrp="1"/>
          </p:cNvSpPr>
          <p:nvPr/>
        </p:nvSpPr>
        <p:spPr>
          <a:xfrm xmlns:a="http://schemas.openxmlformats.org/drawingml/2006/main">
            <a:off x="400050" y="5191125"/>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VPN in Verbindung mit einer Firewall</a:t>
            </a:r>
          </a:p>
        </p:txBody>
      </p:sp>
      <p:sp>
        <p:nvSpPr>
          <p:cNvPr id="9" name="agenda-item">
            <a:extLst xmlns:a="http://schemas.openxmlformats.org/drawingml/2006/main">
              <a:ext uri="{FF2B5EF4-FFF2-40B4-BE49-F238E27FC236}">
                <a16:creationId xmlns:a16="http://schemas.microsoft.com/office/drawing/2014/main" id="{42DB0D59-E917-4AB9-9C3C-8C8122CA5ADC}"/>
              </a:ext>
            </a:extLst>
          </p:cNvPr>
          <p:cNvSpPr>
            <a:spLocks xmlns:a="http://schemas.openxmlformats.org/drawingml/2006/main" noGrp="1"/>
          </p:cNvSpPr>
          <p:nvPr/>
        </p:nvSpPr>
        <p:spPr>
          <a:xfrm xmlns:a="http://schemas.openxmlformats.org/drawingml/2006/main">
            <a:off x="400050" y="6334125"/>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Fazit</a:t>
            </a:r>
          </a:p>
        </p:txBody>
      </p:sp>
      <p:sp>
        <p:nvSpPr>
          <p:cNvPr id="10" name="title">
            <a:extLst xmlns:a="http://schemas.openxmlformats.org/drawingml/2006/main">
              <a:ext uri="{FF2B5EF4-FFF2-40B4-BE49-F238E27FC236}">
                <a16:creationId xmlns:a16="http://schemas.microsoft.com/office/drawing/2014/main" id="{617F7172-7D51-4260-92FB-E6C3D59F6A6D}"/>
              </a:ext>
            </a:extLst>
          </p:cNvPr>
          <p:cNvSpPr>
            <a:spLocks xmlns:a="http://schemas.openxmlformats.org/drawingml/2006/main" noGrp="1"/>
          </p:cNvSpPr>
          <p:nvPr/>
        </p:nvSpPr>
        <p:spPr>
          <a:xfrm xmlns:a="http://schemas.openxmlformats.org/drawingml/2006/main">
            <a:off x="3619500" y="590550"/>
            <a:ext cx="1085850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525" b="1">
                <a:solidFill>
                  <a:srgbClr val="F1F7FC"/>
                </a:solidFill>
                <a:latin typeface="DejaVu Sans"/>
                <a:ea typeface="DejaVu Sans"/>
                <a:cs typeface="DejaVu Sans"/>
              </a:defRPr>
            </a:defPPr>
            <a:lvl1pPr algn="l">
              <a:defRPr sz="3525" b="1">
                <a:solidFill>
                  <a:srgbClr val="F1F7FC"/>
                </a:solidFill>
                <a:latin typeface="DejaVu Sans"/>
                <a:ea typeface="DejaVu Sans"/>
                <a:cs typeface="DejaVu Sans"/>
              </a:defRPr>
            </a:lvl1pPr>
            <a:lvl2pPr algn="l">
              <a:defRPr sz="3525" b="1">
                <a:solidFill>
                  <a:srgbClr val="F1F7FC"/>
                </a:solidFill>
                <a:latin typeface="DejaVu Sans"/>
                <a:ea typeface="DejaVu Sans"/>
                <a:cs typeface="DejaVu Sans"/>
              </a:defRPr>
            </a:lvl2pPr>
            <a:lvl3pPr algn="l">
              <a:defRPr sz="3525" b="1">
                <a:solidFill>
                  <a:srgbClr val="F1F7FC"/>
                </a:solidFill>
                <a:latin typeface="DejaVu Sans"/>
                <a:ea typeface="DejaVu Sans"/>
                <a:cs typeface="DejaVu Sans"/>
              </a:defRPr>
            </a:lvl3pPr>
            <a:lvl4pPr algn="l">
              <a:defRPr sz="3525" b="1">
                <a:solidFill>
                  <a:srgbClr val="F1F7FC"/>
                </a:solidFill>
                <a:latin typeface="DejaVu Sans"/>
                <a:ea typeface="DejaVu Sans"/>
                <a:cs typeface="DejaVu Sans"/>
              </a:defRPr>
            </a:lvl4pPr>
            <a:lvl5pPr algn="l">
              <a:defRPr sz="3525" b="1">
                <a:solidFill>
                  <a:srgbClr val="F1F7FC"/>
                </a:solidFill>
                <a:latin typeface="DejaVu Sans"/>
                <a:ea typeface="DejaVu Sans"/>
                <a:cs typeface="DejaVu Sans"/>
              </a:defRPr>
            </a:lvl5pPr>
            <a:lvl6pPr algn="l">
              <a:defRPr sz="3525" b="1">
                <a:solidFill>
                  <a:srgbClr val="F1F7FC"/>
                </a:solidFill>
                <a:latin typeface="DejaVu Sans"/>
                <a:ea typeface="DejaVu Sans"/>
                <a:cs typeface="DejaVu Sans"/>
              </a:defRPr>
            </a:lvl6pPr>
            <a:lvl7pPr algn="l">
              <a:defRPr sz="3525" b="1">
                <a:solidFill>
                  <a:srgbClr val="F1F7FC"/>
                </a:solidFill>
                <a:latin typeface="DejaVu Sans"/>
                <a:ea typeface="DejaVu Sans"/>
                <a:cs typeface="DejaVu Sans"/>
              </a:defRPr>
            </a:lvl7pPr>
            <a:lvl8pPr algn="l">
              <a:defRPr sz="3525" b="1">
                <a:solidFill>
                  <a:srgbClr val="F1F7FC"/>
                </a:solidFill>
                <a:latin typeface="DejaVu Sans"/>
                <a:ea typeface="DejaVu Sans"/>
                <a:cs typeface="DejaVu Sans"/>
              </a:defRPr>
            </a:lvl8pPr>
            <a:lvl9pPr algn="l">
              <a:defRPr sz="3525" b="1">
                <a:solidFill>
                  <a:srgbClr val="F1F7FC"/>
                </a:solidFill>
                <a:latin typeface="DejaVu Sans"/>
                <a:ea typeface="DejaVu Sans"/>
                <a:cs typeface="DejaVu Sans"/>
              </a:defRPr>
            </a:lvl9pPr>
          </a:lstStyle>
          <a:p xmlns:a="http://schemas.openxmlformats.org/drawingml/2006/main">
            <a:pPr algn="l">
              <a:defRPr sz="3525" b="1">
                <a:solidFill>
                  <a:srgbClr val="F1F7FC"/>
                </a:solidFill>
                <a:latin typeface="DejaVu Sans"/>
                <a:ea typeface="DejaVu Sans"/>
                <a:cs typeface="DejaVu Sans"/>
              </a:defRPr>
            </a:pPr>
            <a:r>
              <a:rPr sz="3525" b="1">
                <a:solidFill>
                  <a:srgbClr val="F1F7FC"/>
                </a:solidFill>
                <a:latin typeface="DejaVu Sans"/>
                <a:ea typeface="DejaVu Sans"/>
                <a:cs typeface="DejaVu Sans"/>
              </a:rPr>
              <a:t>Aufbau eines VPN</a:t>
            </a:r>
          </a:p>
        </p:txBody>
      </p:sp>
      <p:sp>
        <p:nvSpPr>
          <p:cNvPr id="11" name="page-number">
            <a:extLst xmlns:a="http://schemas.openxmlformats.org/drawingml/2006/main">
              <a:ext uri="{FF2B5EF4-FFF2-40B4-BE49-F238E27FC236}">
                <a16:creationId xmlns:a16="http://schemas.microsoft.com/office/drawing/2014/main" id="{E220743A-7CD4-4F29-A2F7-5C0C67FBBC38}"/>
              </a:ext>
            </a:extLst>
          </p:cNvPr>
          <p:cNvSpPr>
            <a:spLocks xmlns:a="http://schemas.openxmlformats.org/drawingml/2006/main" noGrp="1"/>
          </p:cNvSpPr>
          <p:nvPr/>
        </p:nvSpPr>
        <p:spPr>
          <a:xfrm xmlns:a="http://schemas.openxmlformats.org/drawingml/2006/main">
            <a:off x="13477875" y="8020050"/>
            <a:ext cx="1285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AABFD1"/>
                </a:solidFill>
                <a:latin typeface="DejaVu Sans Mono"/>
                <a:ea typeface="DejaVu Sans Mono"/>
                <a:cs typeface="DejaVu Sans Mono"/>
              </a:defRPr>
            </a:defPPr>
            <a:lvl1pPr algn="r">
              <a:defRPr sz="1350" b="0">
                <a:solidFill>
                  <a:srgbClr val="AABFD1"/>
                </a:solidFill>
                <a:latin typeface="DejaVu Sans Mono"/>
                <a:ea typeface="DejaVu Sans Mono"/>
                <a:cs typeface="DejaVu Sans Mono"/>
              </a:defRPr>
            </a:lvl1pPr>
            <a:lvl2pPr algn="r">
              <a:defRPr sz="1350" b="0">
                <a:solidFill>
                  <a:srgbClr val="AABFD1"/>
                </a:solidFill>
                <a:latin typeface="DejaVu Sans Mono"/>
                <a:ea typeface="DejaVu Sans Mono"/>
                <a:cs typeface="DejaVu Sans Mono"/>
              </a:defRPr>
            </a:lvl2pPr>
            <a:lvl3pPr algn="r">
              <a:defRPr sz="1350" b="0">
                <a:solidFill>
                  <a:srgbClr val="AABFD1"/>
                </a:solidFill>
                <a:latin typeface="DejaVu Sans Mono"/>
                <a:ea typeface="DejaVu Sans Mono"/>
                <a:cs typeface="DejaVu Sans Mono"/>
              </a:defRPr>
            </a:lvl3pPr>
            <a:lvl4pPr algn="r">
              <a:defRPr sz="1350" b="0">
                <a:solidFill>
                  <a:srgbClr val="AABFD1"/>
                </a:solidFill>
                <a:latin typeface="DejaVu Sans Mono"/>
                <a:ea typeface="DejaVu Sans Mono"/>
                <a:cs typeface="DejaVu Sans Mono"/>
              </a:defRPr>
            </a:lvl4pPr>
            <a:lvl5pPr algn="r">
              <a:defRPr sz="1350" b="0">
                <a:solidFill>
                  <a:srgbClr val="AABFD1"/>
                </a:solidFill>
                <a:latin typeface="DejaVu Sans Mono"/>
                <a:ea typeface="DejaVu Sans Mono"/>
                <a:cs typeface="DejaVu Sans Mono"/>
              </a:defRPr>
            </a:lvl5pPr>
            <a:lvl6pPr algn="r">
              <a:defRPr sz="1350" b="0">
                <a:solidFill>
                  <a:srgbClr val="AABFD1"/>
                </a:solidFill>
                <a:latin typeface="DejaVu Sans Mono"/>
                <a:ea typeface="DejaVu Sans Mono"/>
                <a:cs typeface="DejaVu Sans Mono"/>
              </a:defRPr>
            </a:lvl6pPr>
            <a:lvl7pPr algn="r">
              <a:defRPr sz="1350" b="0">
                <a:solidFill>
                  <a:srgbClr val="AABFD1"/>
                </a:solidFill>
                <a:latin typeface="DejaVu Sans Mono"/>
                <a:ea typeface="DejaVu Sans Mono"/>
                <a:cs typeface="DejaVu Sans Mono"/>
              </a:defRPr>
            </a:lvl7pPr>
            <a:lvl8pPr algn="r">
              <a:defRPr sz="1350" b="0">
                <a:solidFill>
                  <a:srgbClr val="AABFD1"/>
                </a:solidFill>
                <a:latin typeface="DejaVu Sans Mono"/>
                <a:ea typeface="DejaVu Sans Mono"/>
                <a:cs typeface="DejaVu Sans Mono"/>
              </a:defRPr>
            </a:lvl8pPr>
            <a:lvl9pPr algn="r">
              <a:defRPr sz="1350" b="0">
                <a:solidFill>
                  <a:srgbClr val="AABFD1"/>
                </a:solidFill>
                <a:latin typeface="DejaVu Sans Mono"/>
                <a:ea typeface="DejaVu Sans Mono"/>
                <a:cs typeface="DejaVu Sans Mono"/>
              </a:defRPr>
            </a:lvl9pPr>
          </a:lstStyle>
          <a:p xmlns:a="http://schemas.openxmlformats.org/drawingml/2006/main">
            <a:pPr algn="r">
              <a:defRPr sz="1350" b="0">
                <a:solidFill>
                  <a:srgbClr val="AABFD1"/>
                </a:solidFill>
                <a:latin typeface="DejaVu Sans Mono"/>
                <a:ea typeface="DejaVu Sans Mono"/>
                <a:cs typeface="DejaVu Sans Mono"/>
              </a:defRPr>
            </a:pPr>
            <a:r>
              <a:rPr sz="1350" b="0">
                <a:solidFill>
                  <a:srgbClr val="AABFD1"/>
                </a:solidFill>
                <a:latin typeface="DejaVu Sans Mono"/>
                <a:ea typeface="DejaVu Sans Mono"/>
                <a:cs typeface="DejaVu Sans Mono"/>
              </a:rPr>
              <a:t>10 / 33</a:t>
            </a:r>
          </a:p>
        </p:txBody>
      </p:sp>
      <p:pic>
        <p:nvPicPr>
          <p:cNvPr id="12" name="">
            <a:extLst xmlns:a="http://schemas.openxmlformats.org/drawingml/2006/main">
              <a:ext uri="{FF2B5EF4-FFF2-40B4-BE49-F238E27FC236}">
                <a16:creationId xmlns:a16="http://schemas.microsoft.com/office/drawing/2014/main" id="{83BE5AD1-9D9A-44BE-B7B3-CBF62E5205F3}"/>
              </a:ext>
            </a:extLst>
          </p:cNvPr>
          <p:cNvPicPr>
            <a:picLocks xmlns:a="http://schemas.openxmlformats.org/drawingml/2006/main" noChangeAspect="1"/>
          </p:cNvPicPr>
          <p:nvPr/>
        </p:nvPicPr>
        <p:blipFill>
          <a:blip xmlns:r="http://schemas.openxmlformats.org/officeDocument/2006/relationships" xmlns:a="http://schemas.openxmlformats.org/drawingml/2006/main" r:embed="R231959fd79b74a1d"/>
          <a:stretch xmlns:a="http://schemas.openxmlformats.org/drawingml/2006/main"/>
        </p:blipFill>
        <p:spPr>
          <a:xfrm xmlns:a="http://schemas.openxmlformats.org/drawingml/2006/main">
            <a:off x="5525671" y="1952625"/>
            <a:ext cx="7046159" cy="5762625"/>
          </a:xfrm>
          <a:prstGeom xmlns:a="http://schemas.openxmlformats.org/drawingml/2006/main" prst="rect">
            <a:avLst/>
          </a:prstGeom>
        </p:spPr>
      </p:pic>
    </p:spTree>
    <p:extLst>
      <p:ext uri="{BB962C8B-B14F-4D97-AF65-F5344CB8AC3E}">
        <p14:creationId xmlns:p14="http://schemas.microsoft.com/office/powerpoint/2010/main" val="291429583"/>
      </p:ext>
    </p:extLst>
  </p:cSld>
</p:sld>
</file>

<file path=ppt/slides/slide11.xml><?xml version="1.0" encoding="utf-8"?>
<p:sld xmlns:p="http://schemas.openxmlformats.org/presentationml/2006/main">
  <p:cSld>
    <p:bg>
      <p:bgPr>
        <a:solidFill xmlns:a="http://schemas.openxmlformats.org/drawingml/2006/main">
          <a:srgbClr val="081522"/>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0814F248-9CCC-4213-B722-0D8BC041976F}"/>
              </a:ext>
            </a:extLst>
          </p:cNvPr>
          <p:cNvPicPr>
            <a:picLocks xmlns:a="http://schemas.openxmlformats.org/drawingml/2006/main" noChangeAspect="1"/>
          </p:cNvPicPr>
          <p:nvPr/>
        </p:nvPicPr>
        <p:blipFill>
          <a:blip xmlns:r="http://schemas.openxmlformats.org/officeDocument/2006/relationships" xmlns:a="http://schemas.openxmlformats.org/drawingml/2006/main" r:embed="R3479f493e68848a8"/>
          <a:srcRect xmlns:a="http://schemas.openxmlformats.org/drawingml/2006/main" l="0" t="27" r="0" b="27"/>
          <a:stretch xmlns:a="http://schemas.openxmlformats.org/drawingml/2006/main">
            <a:fillRect l="0" t="0" r="0" b="0"/>
          </a:stretch>
        </p:blipFill>
        <p:spPr>
          <a:xfrm xmlns:a="http://schemas.openxmlformats.org/drawingml/2006/main">
            <a:off x="0" y="0"/>
            <a:ext cx="15240000" cy="8572500"/>
          </a:xfrm>
          <a:prstGeom xmlns:a="http://schemas.openxmlformats.org/drawingml/2006/main" prst="rect">
            <a:avLst/>
          </a:prstGeom>
        </p:spPr>
      </p:pic>
      <p:sp>
        <p:nvSpPr>
          <p:cNvPr id="2" name="agenda-heading">
            <a:extLst xmlns:a="http://schemas.openxmlformats.org/drawingml/2006/main">
              <a:ext uri="{FF2B5EF4-FFF2-40B4-BE49-F238E27FC236}">
                <a16:creationId xmlns:a16="http://schemas.microsoft.com/office/drawing/2014/main" id="{FCBC41FD-F95A-402A-AF0D-071CD830EBBA}"/>
              </a:ext>
            </a:extLst>
          </p:cNvPr>
          <p:cNvSpPr>
            <a:spLocks xmlns:a="http://schemas.openxmlformats.org/drawingml/2006/main" noGrp="1"/>
          </p:cNvSpPr>
          <p:nvPr/>
        </p:nvSpPr>
        <p:spPr>
          <a:xfrm xmlns:a="http://schemas.openxmlformats.org/drawingml/2006/main">
            <a:off x="400050" y="638175"/>
            <a:ext cx="2333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54DEEF"/>
                </a:solidFill>
                <a:latin typeface="DejaVu Sans Mono"/>
                <a:ea typeface="DejaVu Sans Mono"/>
                <a:cs typeface="DejaVu Sans Mono"/>
              </a:defRPr>
            </a:defPPr>
            <a:lvl1pPr algn="l">
              <a:defRPr sz="1875" b="1">
                <a:solidFill>
                  <a:srgbClr val="54DEEF"/>
                </a:solidFill>
                <a:latin typeface="DejaVu Sans Mono"/>
                <a:ea typeface="DejaVu Sans Mono"/>
                <a:cs typeface="DejaVu Sans Mono"/>
              </a:defRPr>
            </a:lvl1pPr>
            <a:lvl2pPr algn="l">
              <a:defRPr sz="1875" b="1">
                <a:solidFill>
                  <a:srgbClr val="54DEEF"/>
                </a:solidFill>
                <a:latin typeface="DejaVu Sans Mono"/>
                <a:ea typeface="DejaVu Sans Mono"/>
                <a:cs typeface="DejaVu Sans Mono"/>
              </a:defRPr>
            </a:lvl2pPr>
            <a:lvl3pPr algn="l">
              <a:defRPr sz="1875" b="1">
                <a:solidFill>
                  <a:srgbClr val="54DEEF"/>
                </a:solidFill>
                <a:latin typeface="DejaVu Sans Mono"/>
                <a:ea typeface="DejaVu Sans Mono"/>
                <a:cs typeface="DejaVu Sans Mono"/>
              </a:defRPr>
            </a:lvl3pPr>
            <a:lvl4pPr algn="l">
              <a:defRPr sz="1875" b="1">
                <a:solidFill>
                  <a:srgbClr val="54DEEF"/>
                </a:solidFill>
                <a:latin typeface="DejaVu Sans Mono"/>
                <a:ea typeface="DejaVu Sans Mono"/>
                <a:cs typeface="DejaVu Sans Mono"/>
              </a:defRPr>
            </a:lvl4pPr>
            <a:lvl5pPr algn="l">
              <a:defRPr sz="1875" b="1">
                <a:solidFill>
                  <a:srgbClr val="54DEEF"/>
                </a:solidFill>
                <a:latin typeface="DejaVu Sans Mono"/>
                <a:ea typeface="DejaVu Sans Mono"/>
                <a:cs typeface="DejaVu Sans Mono"/>
              </a:defRPr>
            </a:lvl5pPr>
            <a:lvl6pPr algn="l">
              <a:defRPr sz="1875" b="1">
                <a:solidFill>
                  <a:srgbClr val="54DEEF"/>
                </a:solidFill>
                <a:latin typeface="DejaVu Sans Mono"/>
                <a:ea typeface="DejaVu Sans Mono"/>
                <a:cs typeface="DejaVu Sans Mono"/>
              </a:defRPr>
            </a:lvl6pPr>
            <a:lvl7pPr algn="l">
              <a:defRPr sz="1875" b="1">
                <a:solidFill>
                  <a:srgbClr val="54DEEF"/>
                </a:solidFill>
                <a:latin typeface="DejaVu Sans Mono"/>
                <a:ea typeface="DejaVu Sans Mono"/>
                <a:cs typeface="DejaVu Sans Mono"/>
              </a:defRPr>
            </a:lvl7pPr>
            <a:lvl8pPr algn="l">
              <a:defRPr sz="1875" b="1">
                <a:solidFill>
                  <a:srgbClr val="54DEEF"/>
                </a:solidFill>
                <a:latin typeface="DejaVu Sans Mono"/>
                <a:ea typeface="DejaVu Sans Mono"/>
                <a:cs typeface="DejaVu Sans Mono"/>
              </a:defRPr>
            </a:lvl8pPr>
            <a:lvl9pPr algn="l">
              <a:defRPr sz="1875" b="1">
                <a:solidFill>
                  <a:srgbClr val="54DEEF"/>
                </a:solidFill>
                <a:latin typeface="DejaVu Sans Mono"/>
                <a:ea typeface="DejaVu Sans Mono"/>
                <a:cs typeface="DejaVu Sans Mono"/>
              </a:defRPr>
            </a:lvl9pPr>
          </a:lstStyle>
          <a:p xmlns:a="http://schemas.openxmlformats.org/drawingml/2006/main">
            <a:pPr algn="l">
              <a:defRPr sz="1875" b="1">
                <a:solidFill>
                  <a:srgbClr val="54DEEF"/>
                </a:solidFill>
                <a:latin typeface="DejaVu Sans Mono"/>
                <a:ea typeface="DejaVu Sans Mono"/>
                <a:cs typeface="DejaVu Sans Mono"/>
              </a:defRPr>
            </a:pPr>
            <a:r>
              <a:rPr sz="1875" b="1">
                <a:solidFill>
                  <a:srgbClr val="54DEEF"/>
                </a:solidFill>
                <a:latin typeface="DejaVu Sans Mono"/>
                <a:ea typeface="DejaVu Sans Mono"/>
                <a:cs typeface="DejaVu Sans Mono"/>
              </a:rPr>
              <a:t>Agenda:</a:t>
            </a:r>
          </a:p>
        </p:txBody>
      </p:sp>
      <p:sp>
        <p:nvSpPr>
          <p:cNvPr id="3" name="agenda-item">
            <a:extLst xmlns:a="http://schemas.openxmlformats.org/drawingml/2006/main">
              <a:ext uri="{FF2B5EF4-FFF2-40B4-BE49-F238E27FC236}">
                <a16:creationId xmlns:a16="http://schemas.microsoft.com/office/drawing/2014/main" id="{6A8E1F96-C17F-4BEB-99EA-78B0E23B97EC}"/>
              </a:ext>
            </a:extLst>
          </p:cNvPr>
          <p:cNvSpPr>
            <a:spLocks xmlns:a="http://schemas.openxmlformats.org/drawingml/2006/main" noGrp="1"/>
          </p:cNvSpPr>
          <p:nvPr/>
        </p:nvSpPr>
        <p:spPr>
          <a:xfrm xmlns:a="http://schemas.openxmlformats.org/drawingml/2006/main">
            <a:off x="400050" y="142875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Was ist ein VPN?</a:t>
            </a:r>
          </a:p>
        </p:txBody>
      </p:sp>
      <p:sp>
        <p:nvSpPr>
          <p:cNvPr id="4" name="agenda-item">
            <a:extLst xmlns:a="http://schemas.openxmlformats.org/drawingml/2006/main">
              <a:ext uri="{FF2B5EF4-FFF2-40B4-BE49-F238E27FC236}">
                <a16:creationId xmlns:a16="http://schemas.microsoft.com/office/drawing/2014/main" id="{8EBC9940-19A7-4C70-9D0C-7EB1F5EDC4C8}"/>
              </a:ext>
            </a:extLst>
          </p:cNvPr>
          <p:cNvSpPr>
            <a:spLocks xmlns:a="http://schemas.openxmlformats.org/drawingml/2006/main" noGrp="1"/>
          </p:cNvSpPr>
          <p:nvPr/>
        </p:nvSpPr>
        <p:spPr>
          <a:xfrm xmlns:a="http://schemas.openxmlformats.org/drawingml/2006/main">
            <a:off x="400050" y="209550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54DEEF"/>
                </a:solidFill>
                <a:latin typeface="DejaVu Sans"/>
                <a:ea typeface="DejaVu Sans"/>
                <a:cs typeface="DejaVu Sans"/>
              </a:defRPr>
            </a:defPPr>
            <a:lvl1pPr algn="l">
              <a:defRPr sz="1575" b="1">
                <a:solidFill>
                  <a:srgbClr val="54DEEF"/>
                </a:solidFill>
                <a:latin typeface="DejaVu Sans"/>
                <a:ea typeface="DejaVu Sans"/>
                <a:cs typeface="DejaVu Sans"/>
              </a:defRPr>
            </a:lvl1pPr>
            <a:lvl2pPr algn="l">
              <a:defRPr sz="1575" b="1">
                <a:solidFill>
                  <a:srgbClr val="54DEEF"/>
                </a:solidFill>
                <a:latin typeface="DejaVu Sans"/>
                <a:ea typeface="DejaVu Sans"/>
                <a:cs typeface="DejaVu Sans"/>
              </a:defRPr>
            </a:lvl2pPr>
            <a:lvl3pPr algn="l">
              <a:defRPr sz="1575" b="1">
                <a:solidFill>
                  <a:srgbClr val="54DEEF"/>
                </a:solidFill>
                <a:latin typeface="DejaVu Sans"/>
                <a:ea typeface="DejaVu Sans"/>
                <a:cs typeface="DejaVu Sans"/>
              </a:defRPr>
            </a:lvl3pPr>
            <a:lvl4pPr algn="l">
              <a:defRPr sz="1575" b="1">
                <a:solidFill>
                  <a:srgbClr val="54DEEF"/>
                </a:solidFill>
                <a:latin typeface="DejaVu Sans"/>
                <a:ea typeface="DejaVu Sans"/>
                <a:cs typeface="DejaVu Sans"/>
              </a:defRPr>
            </a:lvl4pPr>
            <a:lvl5pPr algn="l">
              <a:defRPr sz="1575" b="1">
                <a:solidFill>
                  <a:srgbClr val="54DEEF"/>
                </a:solidFill>
                <a:latin typeface="DejaVu Sans"/>
                <a:ea typeface="DejaVu Sans"/>
                <a:cs typeface="DejaVu Sans"/>
              </a:defRPr>
            </a:lvl5pPr>
            <a:lvl6pPr algn="l">
              <a:defRPr sz="1575" b="1">
                <a:solidFill>
                  <a:srgbClr val="54DEEF"/>
                </a:solidFill>
                <a:latin typeface="DejaVu Sans"/>
                <a:ea typeface="DejaVu Sans"/>
                <a:cs typeface="DejaVu Sans"/>
              </a:defRPr>
            </a:lvl6pPr>
            <a:lvl7pPr algn="l">
              <a:defRPr sz="1575" b="1">
                <a:solidFill>
                  <a:srgbClr val="54DEEF"/>
                </a:solidFill>
                <a:latin typeface="DejaVu Sans"/>
                <a:ea typeface="DejaVu Sans"/>
                <a:cs typeface="DejaVu Sans"/>
              </a:defRPr>
            </a:lvl7pPr>
            <a:lvl8pPr algn="l">
              <a:defRPr sz="1575" b="1">
                <a:solidFill>
                  <a:srgbClr val="54DEEF"/>
                </a:solidFill>
                <a:latin typeface="DejaVu Sans"/>
                <a:ea typeface="DejaVu Sans"/>
                <a:cs typeface="DejaVu Sans"/>
              </a:defRPr>
            </a:lvl8pPr>
            <a:lvl9pPr algn="l">
              <a:defRPr sz="1575" b="1">
                <a:solidFill>
                  <a:srgbClr val="54DEEF"/>
                </a:solidFill>
                <a:latin typeface="DejaVu Sans"/>
                <a:ea typeface="DejaVu Sans"/>
                <a:cs typeface="DejaVu Sans"/>
              </a:defRPr>
            </a:lvl9pPr>
          </a:lstStyle>
          <a:p xmlns:a="http://schemas.openxmlformats.org/drawingml/2006/main">
            <a:pPr algn="l">
              <a:defRPr sz="1575" b="1">
                <a:solidFill>
                  <a:srgbClr val="54DEEF"/>
                </a:solidFill>
                <a:latin typeface="DejaVu Sans"/>
                <a:ea typeface="DejaVu Sans"/>
                <a:cs typeface="DejaVu Sans"/>
              </a:defRPr>
            </a:pPr>
            <a:r>
              <a:rPr sz="1575" b="1">
                <a:solidFill>
                  <a:srgbClr val="54DEEF"/>
                </a:solidFill>
                <a:latin typeface="DejaVu Sans"/>
                <a:ea typeface="DejaVu Sans"/>
                <a:cs typeface="DejaVu Sans"/>
              </a:rPr>
              <a:t>Aufbau eines VPN</a:t>
            </a:r>
          </a:p>
        </p:txBody>
      </p:sp>
      <p:sp>
        <p:nvSpPr>
          <p:cNvPr id="5" name="agenda-item">
            <a:extLst xmlns:a="http://schemas.openxmlformats.org/drawingml/2006/main">
              <a:ext uri="{FF2B5EF4-FFF2-40B4-BE49-F238E27FC236}">
                <a16:creationId xmlns:a16="http://schemas.microsoft.com/office/drawing/2014/main" id="{57C48BE8-97CC-4980-B45A-D8099ADDE7B2}"/>
              </a:ext>
            </a:extLst>
          </p:cNvPr>
          <p:cNvSpPr>
            <a:spLocks xmlns:a="http://schemas.openxmlformats.org/drawingml/2006/main" noGrp="1"/>
          </p:cNvSpPr>
          <p:nvPr/>
        </p:nvSpPr>
        <p:spPr>
          <a:xfrm xmlns:a="http://schemas.openxmlformats.org/drawingml/2006/main">
            <a:off x="400050" y="276225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Ausprägungen eines VPN Netzes</a:t>
            </a:r>
          </a:p>
        </p:txBody>
      </p:sp>
      <p:sp>
        <p:nvSpPr>
          <p:cNvPr id="6" name="agenda-item">
            <a:extLst xmlns:a="http://schemas.openxmlformats.org/drawingml/2006/main">
              <a:ext uri="{FF2B5EF4-FFF2-40B4-BE49-F238E27FC236}">
                <a16:creationId xmlns:a16="http://schemas.microsoft.com/office/drawing/2014/main" id="{19A64330-6CE9-447E-B599-DE366DE6032B}"/>
              </a:ext>
            </a:extLst>
          </p:cNvPr>
          <p:cNvSpPr>
            <a:spLocks xmlns:a="http://schemas.openxmlformats.org/drawingml/2006/main" noGrp="1"/>
          </p:cNvSpPr>
          <p:nvPr/>
        </p:nvSpPr>
        <p:spPr>
          <a:xfrm xmlns:a="http://schemas.openxmlformats.org/drawingml/2006/main">
            <a:off x="400050" y="371475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Tunneling Protokolle</a:t>
            </a:r>
          </a:p>
        </p:txBody>
      </p:sp>
      <p:sp>
        <p:nvSpPr>
          <p:cNvPr id="7" name="agenda-item">
            <a:extLst xmlns:a="http://schemas.openxmlformats.org/drawingml/2006/main">
              <a:ext uri="{FF2B5EF4-FFF2-40B4-BE49-F238E27FC236}">
                <a16:creationId xmlns:a16="http://schemas.microsoft.com/office/drawing/2014/main" id="{9B0232AE-9600-40D1-AEB0-27F001C355FB}"/>
              </a:ext>
            </a:extLst>
          </p:cNvPr>
          <p:cNvSpPr>
            <a:spLocks xmlns:a="http://schemas.openxmlformats.org/drawingml/2006/main" noGrp="1"/>
          </p:cNvSpPr>
          <p:nvPr/>
        </p:nvSpPr>
        <p:spPr>
          <a:xfrm xmlns:a="http://schemas.openxmlformats.org/drawingml/2006/main">
            <a:off x="400050" y="4524375"/>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IPSec</a:t>
            </a:r>
          </a:p>
        </p:txBody>
      </p:sp>
      <p:sp>
        <p:nvSpPr>
          <p:cNvPr id="8" name="agenda-item">
            <a:extLst xmlns:a="http://schemas.openxmlformats.org/drawingml/2006/main">
              <a:ext uri="{FF2B5EF4-FFF2-40B4-BE49-F238E27FC236}">
                <a16:creationId xmlns:a16="http://schemas.microsoft.com/office/drawing/2014/main" id="{BC7F8497-9D9B-41B8-99CE-6FF31F2455BD}"/>
              </a:ext>
            </a:extLst>
          </p:cNvPr>
          <p:cNvSpPr>
            <a:spLocks xmlns:a="http://schemas.openxmlformats.org/drawingml/2006/main" noGrp="1"/>
          </p:cNvSpPr>
          <p:nvPr/>
        </p:nvSpPr>
        <p:spPr>
          <a:xfrm xmlns:a="http://schemas.openxmlformats.org/drawingml/2006/main">
            <a:off x="400050" y="5191125"/>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VPN in Verbindung mit einer Firewall</a:t>
            </a:r>
          </a:p>
        </p:txBody>
      </p:sp>
      <p:sp>
        <p:nvSpPr>
          <p:cNvPr id="9" name="agenda-item">
            <a:extLst xmlns:a="http://schemas.openxmlformats.org/drawingml/2006/main">
              <a:ext uri="{FF2B5EF4-FFF2-40B4-BE49-F238E27FC236}">
                <a16:creationId xmlns:a16="http://schemas.microsoft.com/office/drawing/2014/main" id="{04A4DF00-A02F-4DAA-9F68-D7CF3A7EED52}"/>
              </a:ext>
            </a:extLst>
          </p:cNvPr>
          <p:cNvSpPr>
            <a:spLocks xmlns:a="http://schemas.openxmlformats.org/drawingml/2006/main" noGrp="1"/>
          </p:cNvSpPr>
          <p:nvPr/>
        </p:nvSpPr>
        <p:spPr>
          <a:xfrm xmlns:a="http://schemas.openxmlformats.org/drawingml/2006/main">
            <a:off x="400050" y="6334125"/>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Fazit</a:t>
            </a:r>
          </a:p>
        </p:txBody>
      </p:sp>
      <p:sp>
        <p:nvSpPr>
          <p:cNvPr id="10" name="title">
            <a:extLst xmlns:a="http://schemas.openxmlformats.org/drawingml/2006/main">
              <a:ext uri="{FF2B5EF4-FFF2-40B4-BE49-F238E27FC236}">
                <a16:creationId xmlns:a16="http://schemas.microsoft.com/office/drawing/2014/main" id="{6F3B5262-4511-4136-A56C-020D8E34D4C0}"/>
              </a:ext>
            </a:extLst>
          </p:cNvPr>
          <p:cNvSpPr>
            <a:spLocks xmlns:a="http://schemas.openxmlformats.org/drawingml/2006/main" noGrp="1"/>
          </p:cNvSpPr>
          <p:nvPr/>
        </p:nvSpPr>
        <p:spPr>
          <a:xfrm xmlns:a="http://schemas.openxmlformats.org/drawingml/2006/main">
            <a:off x="3619500" y="590550"/>
            <a:ext cx="1085850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525" b="1">
                <a:solidFill>
                  <a:srgbClr val="F1F7FC"/>
                </a:solidFill>
                <a:latin typeface="DejaVu Sans"/>
                <a:ea typeface="DejaVu Sans"/>
                <a:cs typeface="DejaVu Sans"/>
              </a:defRPr>
            </a:defPPr>
            <a:lvl1pPr algn="l">
              <a:defRPr sz="3525" b="1">
                <a:solidFill>
                  <a:srgbClr val="F1F7FC"/>
                </a:solidFill>
                <a:latin typeface="DejaVu Sans"/>
                <a:ea typeface="DejaVu Sans"/>
                <a:cs typeface="DejaVu Sans"/>
              </a:defRPr>
            </a:lvl1pPr>
            <a:lvl2pPr algn="l">
              <a:defRPr sz="3525" b="1">
                <a:solidFill>
                  <a:srgbClr val="F1F7FC"/>
                </a:solidFill>
                <a:latin typeface="DejaVu Sans"/>
                <a:ea typeface="DejaVu Sans"/>
                <a:cs typeface="DejaVu Sans"/>
              </a:defRPr>
            </a:lvl2pPr>
            <a:lvl3pPr algn="l">
              <a:defRPr sz="3525" b="1">
                <a:solidFill>
                  <a:srgbClr val="F1F7FC"/>
                </a:solidFill>
                <a:latin typeface="DejaVu Sans"/>
                <a:ea typeface="DejaVu Sans"/>
                <a:cs typeface="DejaVu Sans"/>
              </a:defRPr>
            </a:lvl3pPr>
            <a:lvl4pPr algn="l">
              <a:defRPr sz="3525" b="1">
                <a:solidFill>
                  <a:srgbClr val="F1F7FC"/>
                </a:solidFill>
                <a:latin typeface="DejaVu Sans"/>
                <a:ea typeface="DejaVu Sans"/>
                <a:cs typeface="DejaVu Sans"/>
              </a:defRPr>
            </a:lvl4pPr>
            <a:lvl5pPr algn="l">
              <a:defRPr sz="3525" b="1">
                <a:solidFill>
                  <a:srgbClr val="F1F7FC"/>
                </a:solidFill>
                <a:latin typeface="DejaVu Sans"/>
                <a:ea typeface="DejaVu Sans"/>
                <a:cs typeface="DejaVu Sans"/>
              </a:defRPr>
            </a:lvl5pPr>
            <a:lvl6pPr algn="l">
              <a:defRPr sz="3525" b="1">
                <a:solidFill>
                  <a:srgbClr val="F1F7FC"/>
                </a:solidFill>
                <a:latin typeface="DejaVu Sans"/>
                <a:ea typeface="DejaVu Sans"/>
                <a:cs typeface="DejaVu Sans"/>
              </a:defRPr>
            </a:lvl6pPr>
            <a:lvl7pPr algn="l">
              <a:defRPr sz="3525" b="1">
                <a:solidFill>
                  <a:srgbClr val="F1F7FC"/>
                </a:solidFill>
                <a:latin typeface="DejaVu Sans"/>
                <a:ea typeface="DejaVu Sans"/>
                <a:cs typeface="DejaVu Sans"/>
              </a:defRPr>
            </a:lvl7pPr>
            <a:lvl8pPr algn="l">
              <a:defRPr sz="3525" b="1">
                <a:solidFill>
                  <a:srgbClr val="F1F7FC"/>
                </a:solidFill>
                <a:latin typeface="DejaVu Sans"/>
                <a:ea typeface="DejaVu Sans"/>
                <a:cs typeface="DejaVu Sans"/>
              </a:defRPr>
            </a:lvl8pPr>
            <a:lvl9pPr algn="l">
              <a:defRPr sz="3525" b="1">
                <a:solidFill>
                  <a:srgbClr val="F1F7FC"/>
                </a:solidFill>
                <a:latin typeface="DejaVu Sans"/>
                <a:ea typeface="DejaVu Sans"/>
                <a:cs typeface="DejaVu Sans"/>
              </a:defRPr>
            </a:lvl9pPr>
          </a:lstStyle>
          <a:p xmlns:a="http://schemas.openxmlformats.org/drawingml/2006/main">
            <a:pPr algn="l">
              <a:defRPr sz="3525" b="1">
                <a:solidFill>
                  <a:srgbClr val="F1F7FC"/>
                </a:solidFill>
                <a:latin typeface="DejaVu Sans"/>
                <a:ea typeface="DejaVu Sans"/>
                <a:cs typeface="DejaVu Sans"/>
              </a:defRPr>
            </a:pPr>
            <a:r>
              <a:rPr sz="3525" b="1">
                <a:solidFill>
                  <a:srgbClr val="F1F7FC"/>
                </a:solidFill>
                <a:latin typeface="DejaVu Sans"/>
                <a:ea typeface="DejaVu Sans"/>
                <a:cs typeface="DejaVu Sans"/>
              </a:rPr>
              <a:t>Aufbau eines VPN</a:t>
            </a:r>
          </a:p>
        </p:txBody>
      </p:sp>
      <p:sp>
        <p:nvSpPr>
          <p:cNvPr id="11" name="page-number">
            <a:extLst xmlns:a="http://schemas.openxmlformats.org/drawingml/2006/main">
              <a:ext uri="{FF2B5EF4-FFF2-40B4-BE49-F238E27FC236}">
                <a16:creationId xmlns:a16="http://schemas.microsoft.com/office/drawing/2014/main" id="{B29CDB2A-54F7-448C-AC5E-CE953579B9B7}"/>
              </a:ext>
            </a:extLst>
          </p:cNvPr>
          <p:cNvSpPr>
            <a:spLocks xmlns:a="http://schemas.openxmlformats.org/drawingml/2006/main" noGrp="1"/>
          </p:cNvSpPr>
          <p:nvPr/>
        </p:nvSpPr>
        <p:spPr>
          <a:xfrm xmlns:a="http://schemas.openxmlformats.org/drawingml/2006/main">
            <a:off x="13477875" y="8020050"/>
            <a:ext cx="1285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AABFD1"/>
                </a:solidFill>
                <a:latin typeface="DejaVu Sans Mono"/>
                <a:ea typeface="DejaVu Sans Mono"/>
                <a:cs typeface="DejaVu Sans Mono"/>
              </a:defRPr>
            </a:defPPr>
            <a:lvl1pPr algn="r">
              <a:defRPr sz="1350" b="0">
                <a:solidFill>
                  <a:srgbClr val="AABFD1"/>
                </a:solidFill>
                <a:latin typeface="DejaVu Sans Mono"/>
                <a:ea typeface="DejaVu Sans Mono"/>
                <a:cs typeface="DejaVu Sans Mono"/>
              </a:defRPr>
            </a:lvl1pPr>
            <a:lvl2pPr algn="r">
              <a:defRPr sz="1350" b="0">
                <a:solidFill>
                  <a:srgbClr val="AABFD1"/>
                </a:solidFill>
                <a:latin typeface="DejaVu Sans Mono"/>
                <a:ea typeface="DejaVu Sans Mono"/>
                <a:cs typeface="DejaVu Sans Mono"/>
              </a:defRPr>
            </a:lvl2pPr>
            <a:lvl3pPr algn="r">
              <a:defRPr sz="1350" b="0">
                <a:solidFill>
                  <a:srgbClr val="AABFD1"/>
                </a:solidFill>
                <a:latin typeface="DejaVu Sans Mono"/>
                <a:ea typeface="DejaVu Sans Mono"/>
                <a:cs typeface="DejaVu Sans Mono"/>
              </a:defRPr>
            </a:lvl3pPr>
            <a:lvl4pPr algn="r">
              <a:defRPr sz="1350" b="0">
                <a:solidFill>
                  <a:srgbClr val="AABFD1"/>
                </a:solidFill>
                <a:latin typeface="DejaVu Sans Mono"/>
                <a:ea typeface="DejaVu Sans Mono"/>
                <a:cs typeface="DejaVu Sans Mono"/>
              </a:defRPr>
            </a:lvl4pPr>
            <a:lvl5pPr algn="r">
              <a:defRPr sz="1350" b="0">
                <a:solidFill>
                  <a:srgbClr val="AABFD1"/>
                </a:solidFill>
                <a:latin typeface="DejaVu Sans Mono"/>
                <a:ea typeface="DejaVu Sans Mono"/>
                <a:cs typeface="DejaVu Sans Mono"/>
              </a:defRPr>
            </a:lvl5pPr>
            <a:lvl6pPr algn="r">
              <a:defRPr sz="1350" b="0">
                <a:solidFill>
                  <a:srgbClr val="AABFD1"/>
                </a:solidFill>
                <a:latin typeface="DejaVu Sans Mono"/>
                <a:ea typeface="DejaVu Sans Mono"/>
                <a:cs typeface="DejaVu Sans Mono"/>
              </a:defRPr>
            </a:lvl6pPr>
            <a:lvl7pPr algn="r">
              <a:defRPr sz="1350" b="0">
                <a:solidFill>
                  <a:srgbClr val="AABFD1"/>
                </a:solidFill>
                <a:latin typeface="DejaVu Sans Mono"/>
                <a:ea typeface="DejaVu Sans Mono"/>
                <a:cs typeface="DejaVu Sans Mono"/>
              </a:defRPr>
            </a:lvl7pPr>
            <a:lvl8pPr algn="r">
              <a:defRPr sz="1350" b="0">
                <a:solidFill>
                  <a:srgbClr val="AABFD1"/>
                </a:solidFill>
                <a:latin typeface="DejaVu Sans Mono"/>
                <a:ea typeface="DejaVu Sans Mono"/>
                <a:cs typeface="DejaVu Sans Mono"/>
              </a:defRPr>
            </a:lvl8pPr>
            <a:lvl9pPr algn="r">
              <a:defRPr sz="1350" b="0">
                <a:solidFill>
                  <a:srgbClr val="AABFD1"/>
                </a:solidFill>
                <a:latin typeface="DejaVu Sans Mono"/>
                <a:ea typeface="DejaVu Sans Mono"/>
                <a:cs typeface="DejaVu Sans Mono"/>
              </a:defRPr>
            </a:lvl9pPr>
          </a:lstStyle>
          <a:p xmlns:a="http://schemas.openxmlformats.org/drawingml/2006/main">
            <a:pPr algn="r">
              <a:defRPr sz="1350" b="0">
                <a:solidFill>
                  <a:srgbClr val="AABFD1"/>
                </a:solidFill>
                <a:latin typeface="DejaVu Sans Mono"/>
                <a:ea typeface="DejaVu Sans Mono"/>
                <a:cs typeface="DejaVu Sans Mono"/>
              </a:defRPr>
            </a:pPr>
            <a:r>
              <a:rPr sz="1350" b="0">
                <a:solidFill>
                  <a:srgbClr val="AABFD1"/>
                </a:solidFill>
                <a:latin typeface="DejaVu Sans Mono"/>
                <a:ea typeface="DejaVu Sans Mono"/>
                <a:cs typeface="DejaVu Sans Mono"/>
              </a:rPr>
              <a:t>11 / 33</a:t>
            </a:r>
          </a:p>
        </p:txBody>
      </p:sp>
      <p:sp>
        <p:nvSpPr>
          <p:cNvPr id="12" name="subheading">
            <a:extLst xmlns:a="http://schemas.openxmlformats.org/drawingml/2006/main">
              <a:ext uri="{FF2B5EF4-FFF2-40B4-BE49-F238E27FC236}">
                <a16:creationId xmlns:a16="http://schemas.microsoft.com/office/drawing/2014/main" id="{C12B928A-6C85-4F66-AEB3-80125AF06198}"/>
              </a:ext>
            </a:extLst>
          </p:cNvPr>
          <p:cNvSpPr>
            <a:spLocks xmlns:a="http://schemas.openxmlformats.org/drawingml/2006/main" noGrp="1"/>
          </p:cNvSpPr>
          <p:nvPr/>
        </p:nvSpPr>
        <p:spPr>
          <a:xfrm xmlns:a="http://schemas.openxmlformats.org/drawingml/2006/main">
            <a:off x="3619500" y="2047875"/>
            <a:ext cx="10858500" cy="5227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54DEEF"/>
                </a:solidFill>
                <a:latin typeface="DejaVu Sans"/>
                <a:ea typeface="DejaVu Sans"/>
                <a:cs typeface="DejaVu Sans"/>
              </a:defRPr>
            </a:defPPr>
            <a:lvl1pPr algn="l">
              <a:defRPr sz="2550" b="1">
                <a:solidFill>
                  <a:srgbClr val="54DEEF"/>
                </a:solidFill>
                <a:latin typeface="DejaVu Sans"/>
                <a:ea typeface="DejaVu Sans"/>
                <a:cs typeface="DejaVu Sans"/>
              </a:defRPr>
            </a:lvl1pPr>
            <a:lvl2pPr algn="l">
              <a:defRPr sz="2550" b="1">
                <a:solidFill>
                  <a:srgbClr val="54DEEF"/>
                </a:solidFill>
                <a:latin typeface="DejaVu Sans"/>
                <a:ea typeface="DejaVu Sans"/>
                <a:cs typeface="DejaVu Sans"/>
              </a:defRPr>
            </a:lvl2pPr>
            <a:lvl3pPr algn="l">
              <a:defRPr sz="2550" b="1">
                <a:solidFill>
                  <a:srgbClr val="54DEEF"/>
                </a:solidFill>
                <a:latin typeface="DejaVu Sans"/>
                <a:ea typeface="DejaVu Sans"/>
                <a:cs typeface="DejaVu Sans"/>
              </a:defRPr>
            </a:lvl3pPr>
            <a:lvl4pPr algn="l">
              <a:defRPr sz="2550" b="1">
                <a:solidFill>
                  <a:srgbClr val="54DEEF"/>
                </a:solidFill>
                <a:latin typeface="DejaVu Sans"/>
                <a:ea typeface="DejaVu Sans"/>
                <a:cs typeface="DejaVu Sans"/>
              </a:defRPr>
            </a:lvl4pPr>
            <a:lvl5pPr algn="l">
              <a:defRPr sz="2550" b="1">
                <a:solidFill>
                  <a:srgbClr val="54DEEF"/>
                </a:solidFill>
                <a:latin typeface="DejaVu Sans"/>
                <a:ea typeface="DejaVu Sans"/>
                <a:cs typeface="DejaVu Sans"/>
              </a:defRPr>
            </a:lvl5pPr>
            <a:lvl6pPr algn="l">
              <a:defRPr sz="2550" b="1">
                <a:solidFill>
                  <a:srgbClr val="54DEEF"/>
                </a:solidFill>
                <a:latin typeface="DejaVu Sans"/>
                <a:ea typeface="DejaVu Sans"/>
                <a:cs typeface="DejaVu Sans"/>
              </a:defRPr>
            </a:lvl6pPr>
            <a:lvl7pPr algn="l">
              <a:defRPr sz="2550" b="1">
                <a:solidFill>
                  <a:srgbClr val="54DEEF"/>
                </a:solidFill>
                <a:latin typeface="DejaVu Sans"/>
                <a:ea typeface="DejaVu Sans"/>
                <a:cs typeface="DejaVu Sans"/>
              </a:defRPr>
            </a:lvl7pPr>
            <a:lvl8pPr algn="l">
              <a:defRPr sz="2550" b="1">
                <a:solidFill>
                  <a:srgbClr val="54DEEF"/>
                </a:solidFill>
                <a:latin typeface="DejaVu Sans"/>
                <a:ea typeface="DejaVu Sans"/>
                <a:cs typeface="DejaVu Sans"/>
              </a:defRPr>
            </a:lvl8pPr>
            <a:lvl9pPr algn="l">
              <a:defRPr sz="2550" b="1">
                <a:solidFill>
                  <a:srgbClr val="54DEEF"/>
                </a:solidFill>
                <a:latin typeface="DejaVu Sans"/>
                <a:ea typeface="DejaVu Sans"/>
                <a:cs typeface="DejaVu Sans"/>
              </a:defRPr>
            </a:lvl9pPr>
          </a:lstStyle>
          <a:p xmlns:a="http://schemas.openxmlformats.org/drawingml/2006/main">
            <a:pPr algn="l">
              <a:defRPr sz="2550" b="1">
                <a:solidFill>
                  <a:srgbClr val="54DEEF"/>
                </a:solidFill>
                <a:latin typeface="DejaVu Sans"/>
                <a:ea typeface="DejaVu Sans"/>
                <a:cs typeface="DejaVu Sans"/>
              </a:defRPr>
            </a:pPr>
            <a:r>
              <a:rPr sz="2550" b="1">
                <a:solidFill>
                  <a:srgbClr val="54DEEF"/>
                </a:solidFill>
                <a:latin typeface="DejaVu Sans"/>
                <a:ea typeface="DejaVu Sans"/>
                <a:cs typeface="DejaVu Sans"/>
              </a:rPr>
              <a:t>Tunneltypen</a:t>
            </a:r>
          </a:p>
        </p:txBody>
      </p:sp>
      <p:sp>
        <p:nvSpPr>
          <p:cNvPr id="13" name="content">
            <a:extLst xmlns:a="http://schemas.openxmlformats.org/drawingml/2006/main">
              <a:ext uri="{FF2B5EF4-FFF2-40B4-BE49-F238E27FC236}">
                <a16:creationId xmlns:a16="http://schemas.microsoft.com/office/drawing/2014/main" id="{28DE9B18-35DC-48C1-97F3-822B300AE1E2}"/>
              </a:ext>
            </a:extLst>
          </p:cNvPr>
          <p:cNvSpPr>
            <a:spLocks xmlns:a="http://schemas.openxmlformats.org/drawingml/2006/main" noGrp="1"/>
          </p:cNvSpPr>
          <p:nvPr/>
        </p:nvSpPr>
        <p:spPr>
          <a:xfrm xmlns:a="http://schemas.openxmlformats.org/drawingml/2006/main">
            <a:off x="3619500" y="2780157"/>
            <a:ext cx="10858500" cy="4850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0">
                <a:solidFill>
                  <a:srgbClr val="E0EAF4"/>
                </a:solidFill>
                <a:latin typeface="DejaVu Sans"/>
                <a:ea typeface="DejaVu Sans"/>
                <a:cs typeface="DejaVu Sans"/>
              </a:defRPr>
            </a:defPPr>
            <a:lvl1pPr algn="l">
              <a:defRPr sz="2325" b="0">
                <a:solidFill>
                  <a:srgbClr val="E0EAF4"/>
                </a:solidFill>
                <a:latin typeface="DejaVu Sans"/>
                <a:ea typeface="DejaVu Sans"/>
                <a:cs typeface="DejaVu Sans"/>
              </a:defRPr>
            </a:lvl1pPr>
            <a:lvl2pPr algn="l">
              <a:defRPr sz="2325" b="0">
                <a:solidFill>
                  <a:srgbClr val="E0EAF4"/>
                </a:solidFill>
                <a:latin typeface="DejaVu Sans"/>
                <a:ea typeface="DejaVu Sans"/>
                <a:cs typeface="DejaVu Sans"/>
              </a:defRPr>
            </a:lvl2pPr>
            <a:lvl3pPr algn="l">
              <a:defRPr sz="2325" b="0">
                <a:solidFill>
                  <a:srgbClr val="E0EAF4"/>
                </a:solidFill>
                <a:latin typeface="DejaVu Sans"/>
                <a:ea typeface="DejaVu Sans"/>
                <a:cs typeface="DejaVu Sans"/>
              </a:defRPr>
            </a:lvl3pPr>
            <a:lvl4pPr algn="l">
              <a:defRPr sz="2325" b="0">
                <a:solidFill>
                  <a:srgbClr val="E0EAF4"/>
                </a:solidFill>
                <a:latin typeface="DejaVu Sans"/>
                <a:ea typeface="DejaVu Sans"/>
                <a:cs typeface="DejaVu Sans"/>
              </a:defRPr>
            </a:lvl4pPr>
            <a:lvl5pPr algn="l">
              <a:defRPr sz="2325" b="0">
                <a:solidFill>
                  <a:srgbClr val="E0EAF4"/>
                </a:solidFill>
                <a:latin typeface="DejaVu Sans"/>
                <a:ea typeface="DejaVu Sans"/>
                <a:cs typeface="DejaVu Sans"/>
              </a:defRPr>
            </a:lvl5pPr>
            <a:lvl6pPr algn="l">
              <a:defRPr sz="2325" b="0">
                <a:solidFill>
                  <a:srgbClr val="E0EAF4"/>
                </a:solidFill>
                <a:latin typeface="DejaVu Sans"/>
                <a:ea typeface="DejaVu Sans"/>
                <a:cs typeface="DejaVu Sans"/>
              </a:defRPr>
            </a:lvl6pPr>
            <a:lvl7pPr algn="l">
              <a:defRPr sz="2325" b="0">
                <a:solidFill>
                  <a:srgbClr val="E0EAF4"/>
                </a:solidFill>
                <a:latin typeface="DejaVu Sans"/>
                <a:ea typeface="DejaVu Sans"/>
                <a:cs typeface="DejaVu Sans"/>
              </a:defRPr>
            </a:lvl7pPr>
            <a:lvl8pPr algn="l">
              <a:defRPr sz="2325" b="0">
                <a:solidFill>
                  <a:srgbClr val="E0EAF4"/>
                </a:solidFill>
                <a:latin typeface="DejaVu Sans"/>
                <a:ea typeface="DejaVu Sans"/>
                <a:cs typeface="DejaVu Sans"/>
              </a:defRPr>
            </a:lvl8pPr>
            <a:lvl9pPr algn="l">
              <a:defRPr sz="2325" b="0">
                <a:solidFill>
                  <a:srgbClr val="E0EAF4"/>
                </a:solidFill>
                <a:latin typeface="DejaVu Sans"/>
                <a:ea typeface="DejaVu Sans"/>
                <a:cs typeface="DejaVu Sans"/>
              </a:defRPr>
            </a:lvl9pPr>
          </a:lstStyle>
          <a:p xmlns:a="http://schemas.openxmlformats.org/drawingml/2006/main">
            <a:pPr marL="355600" indent="-292100" algn="l">
              <a:spcAft>
                <a:spcPts val="0"/>
              </a:spcAft>
              <a:buChar char="•"/>
              <a:defRPr sz="2325" b="0">
                <a:solidFill>
                  <a:srgbClr val="E0EAF4"/>
                </a:solidFill>
                <a:latin typeface="DejaVu Sans"/>
                <a:ea typeface="DejaVu Sans"/>
                <a:cs typeface="DejaVu Sans"/>
              </a:defRPr>
            </a:pPr>
            <a:r>
              <a:rPr b="1">
                <a:latin typeface="DejaVu Sans"/>
                <a:ea typeface="DejaVu Sans"/>
                <a:cs typeface="DejaVu Sans"/>
              </a:rPr>
              <a:t>Freiwillige Tunnel</a:t>
            </a:r>
          </a:p>
        </p:txBody>
      </p:sp>
      <p:sp>
        <p:nvSpPr>
          <p:cNvPr id="14" name="content">
            <a:extLst xmlns:a="http://schemas.openxmlformats.org/drawingml/2006/main">
              <a:ext uri="{FF2B5EF4-FFF2-40B4-BE49-F238E27FC236}">
                <a16:creationId xmlns:a16="http://schemas.microsoft.com/office/drawing/2014/main" id="{A13E4EDF-9C57-4A39-A47C-5ADF94B89EA7}"/>
              </a:ext>
            </a:extLst>
          </p:cNvPr>
          <p:cNvSpPr>
            <a:spLocks xmlns:a="http://schemas.openxmlformats.org/drawingml/2006/main" noGrp="1"/>
          </p:cNvSpPr>
          <p:nvPr/>
        </p:nvSpPr>
        <p:spPr>
          <a:xfrm xmlns:a="http://schemas.openxmlformats.org/drawingml/2006/main">
            <a:off x="3619500" y="3474720"/>
            <a:ext cx="10858500" cy="87477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0">
                <a:solidFill>
                  <a:srgbClr val="E0EAF4"/>
                </a:solidFill>
                <a:latin typeface="DejaVu Sans"/>
                <a:ea typeface="DejaVu Sans"/>
                <a:cs typeface="DejaVu Sans"/>
              </a:defRPr>
            </a:defPPr>
            <a:lvl1pPr algn="l">
              <a:defRPr sz="2325" b="0">
                <a:solidFill>
                  <a:srgbClr val="E0EAF4"/>
                </a:solidFill>
                <a:latin typeface="DejaVu Sans"/>
                <a:ea typeface="DejaVu Sans"/>
                <a:cs typeface="DejaVu Sans"/>
              </a:defRPr>
            </a:lvl1pPr>
            <a:lvl2pPr algn="l">
              <a:defRPr sz="2325" b="0">
                <a:solidFill>
                  <a:srgbClr val="E0EAF4"/>
                </a:solidFill>
                <a:latin typeface="DejaVu Sans"/>
                <a:ea typeface="DejaVu Sans"/>
                <a:cs typeface="DejaVu Sans"/>
              </a:defRPr>
            </a:lvl2pPr>
            <a:lvl3pPr algn="l">
              <a:defRPr sz="2325" b="0">
                <a:solidFill>
                  <a:srgbClr val="E0EAF4"/>
                </a:solidFill>
                <a:latin typeface="DejaVu Sans"/>
                <a:ea typeface="DejaVu Sans"/>
                <a:cs typeface="DejaVu Sans"/>
              </a:defRPr>
            </a:lvl3pPr>
            <a:lvl4pPr algn="l">
              <a:defRPr sz="2325" b="0">
                <a:solidFill>
                  <a:srgbClr val="E0EAF4"/>
                </a:solidFill>
                <a:latin typeface="DejaVu Sans"/>
                <a:ea typeface="DejaVu Sans"/>
                <a:cs typeface="DejaVu Sans"/>
              </a:defRPr>
            </a:lvl4pPr>
            <a:lvl5pPr algn="l">
              <a:defRPr sz="2325" b="0">
                <a:solidFill>
                  <a:srgbClr val="E0EAF4"/>
                </a:solidFill>
                <a:latin typeface="DejaVu Sans"/>
                <a:ea typeface="DejaVu Sans"/>
                <a:cs typeface="DejaVu Sans"/>
              </a:defRPr>
            </a:lvl5pPr>
            <a:lvl6pPr algn="l">
              <a:defRPr sz="2325" b="0">
                <a:solidFill>
                  <a:srgbClr val="E0EAF4"/>
                </a:solidFill>
                <a:latin typeface="DejaVu Sans"/>
                <a:ea typeface="DejaVu Sans"/>
                <a:cs typeface="DejaVu Sans"/>
              </a:defRPr>
            </a:lvl6pPr>
            <a:lvl7pPr algn="l">
              <a:defRPr sz="2325" b="0">
                <a:solidFill>
                  <a:srgbClr val="E0EAF4"/>
                </a:solidFill>
                <a:latin typeface="DejaVu Sans"/>
                <a:ea typeface="DejaVu Sans"/>
                <a:cs typeface="DejaVu Sans"/>
              </a:defRPr>
            </a:lvl7pPr>
            <a:lvl8pPr algn="l">
              <a:defRPr sz="2325" b="0">
                <a:solidFill>
                  <a:srgbClr val="E0EAF4"/>
                </a:solidFill>
                <a:latin typeface="DejaVu Sans"/>
                <a:ea typeface="DejaVu Sans"/>
                <a:cs typeface="DejaVu Sans"/>
              </a:defRPr>
            </a:lvl8pPr>
            <a:lvl9pPr algn="l">
              <a:defRPr sz="2325" b="0">
                <a:solidFill>
                  <a:srgbClr val="E0EAF4"/>
                </a:solidFill>
                <a:latin typeface="DejaVu Sans"/>
                <a:ea typeface="DejaVu Sans"/>
                <a:cs typeface="DejaVu Sans"/>
              </a:defRPr>
            </a:lvl9pPr>
          </a:lstStyle>
          <a:p xmlns:a="http://schemas.openxmlformats.org/drawingml/2006/main">
            <a:pPr algn="l">
              <a:defRPr sz="2325" b="0">
                <a:solidFill>
                  <a:srgbClr val="E0EAF4"/>
                </a:solidFill>
                <a:latin typeface="DejaVu Sans"/>
                <a:ea typeface="DejaVu Sans"/>
                <a:cs typeface="DejaVu Sans"/>
              </a:defRPr>
            </a:pPr>
            <a:r>
              <a:rPr b="0">
                <a:latin typeface="DejaVu Sans"/>
                <a:ea typeface="DejaVu Sans"/>
                <a:cs typeface="DejaVu Sans"/>
              </a:rPr>
              <a:t/>
            </a:r>
            <a:r>
              <a:rPr b="0">
                <a:latin typeface="DejaVu Sans"/>
                <a:ea typeface="DejaVu Sans"/>
                <a:cs typeface="DejaVu Sans"/>
              </a:rPr>
              <a:t>Ein Benutzer oder Clientcomputer kann eine VPN-Anforderung </a:t>
            </a:r>
            <a:r>
              <a:rPr b="0">
                <a:latin typeface="DejaVu Sans"/>
                <a:ea typeface="DejaVu Sans"/>
                <a:cs typeface="DejaVu Sans"/>
              </a:rPr>
              <a:t>absetzen, um einen freiwilligen Tunnel zu erstellen</a:t>
            </a:r>
          </a:p>
        </p:txBody>
      </p:sp>
      <p:sp>
        <p:nvSpPr>
          <p:cNvPr id="15" name="content">
            <a:extLst xmlns:a="http://schemas.openxmlformats.org/drawingml/2006/main">
              <a:ext uri="{FF2B5EF4-FFF2-40B4-BE49-F238E27FC236}">
                <a16:creationId xmlns:a16="http://schemas.microsoft.com/office/drawing/2014/main" id="{14B47795-11D6-4F82-904C-1EDE83B03DD1}"/>
              </a:ext>
            </a:extLst>
          </p:cNvPr>
          <p:cNvSpPr>
            <a:spLocks xmlns:a="http://schemas.openxmlformats.org/drawingml/2006/main" noGrp="1"/>
          </p:cNvSpPr>
          <p:nvPr/>
        </p:nvSpPr>
        <p:spPr>
          <a:xfrm xmlns:a="http://schemas.openxmlformats.org/drawingml/2006/main">
            <a:off x="3619500" y="4559046"/>
            <a:ext cx="10858500" cy="4850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0">
                <a:solidFill>
                  <a:srgbClr val="E0EAF4"/>
                </a:solidFill>
                <a:latin typeface="DejaVu Sans"/>
                <a:ea typeface="DejaVu Sans"/>
                <a:cs typeface="DejaVu Sans"/>
              </a:defRPr>
            </a:defPPr>
            <a:lvl1pPr algn="l">
              <a:defRPr sz="2325" b="0">
                <a:solidFill>
                  <a:srgbClr val="E0EAF4"/>
                </a:solidFill>
                <a:latin typeface="DejaVu Sans"/>
                <a:ea typeface="DejaVu Sans"/>
                <a:cs typeface="DejaVu Sans"/>
              </a:defRPr>
            </a:lvl1pPr>
            <a:lvl2pPr algn="l">
              <a:defRPr sz="2325" b="0">
                <a:solidFill>
                  <a:srgbClr val="E0EAF4"/>
                </a:solidFill>
                <a:latin typeface="DejaVu Sans"/>
                <a:ea typeface="DejaVu Sans"/>
                <a:cs typeface="DejaVu Sans"/>
              </a:defRPr>
            </a:lvl2pPr>
            <a:lvl3pPr algn="l">
              <a:defRPr sz="2325" b="0">
                <a:solidFill>
                  <a:srgbClr val="E0EAF4"/>
                </a:solidFill>
                <a:latin typeface="DejaVu Sans"/>
                <a:ea typeface="DejaVu Sans"/>
                <a:cs typeface="DejaVu Sans"/>
              </a:defRPr>
            </a:lvl3pPr>
            <a:lvl4pPr algn="l">
              <a:defRPr sz="2325" b="0">
                <a:solidFill>
                  <a:srgbClr val="E0EAF4"/>
                </a:solidFill>
                <a:latin typeface="DejaVu Sans"/>
                <a:ea typeface="DejaVu Sans"/>
                <a:cs typeface="DejaVu Sans"/>
              </a:defRPr>
            </a:lvl4pPr>
            <a:lvl5pPr algn="l">
              <a:defRPr sz="2325" b="0">
                <a:solidFill>
                  <a:srgbClr val="E0EAF4"/>
                </a:solidFill>
                <a:latin typeface="DejaVu Sans"/>
                <a:ea typeface="DejaVu Sans"/>
                <a:cs typeface="DejaVu Sans"/>
              </a:defRPr>
            </a:lvl5pPr>
            <a:lvl6pPr algn="l">
              <a:defRPr sz="2325" b="0">
                <a:solidFill>
                  <a:srgbClr val="E0EAF4"/>
                </a:solidFill>
                <a:latin typeface="DejaVu Sans"/>
                <a:ea typeface="DejaVu Sans"/>
                <a:cs typeface="DejaVu Sans"/>
              </a:defRPr>
            </a:lvl6pPr>
            <a:lvl7pPr algn="l">
              <a:defRPr sz="2325" b="0">
                <a:solidFill>
                  <a:srgbClr val="E0EAF4"/>
                </a:solidFill>
                <a:latin typeface="DejaVu Sans"/>
                <a:ea typeface="DejaVu Sans"/>
                <a:cs typeface="DejaVu Sans"/>
              </a:defRPr>
            </a:lvl7pPr>
            <a:lvl8pPr algn="l">
              <a:defRPr sz="2325" b="0">
                <a:solidFill>
                  <a:srgbClr val="E0EAF4"/>
                </a:solidFill>
                <a:latin typeface="DejaVu Sans"/>
                <a:ea typeface="DejaVu Sans"/>
                <a:cs typeface="DejaVu Sans"/>
              </a:defRPr>
            </a:lvl8pPr>
            <a:lvl9pPr algn="l">
              <a:defRPr sz="2325" b="0">
                <a:solidFill>
                  <a:srgbClr val="E0EAF4"/>
                </a:solidFill>
                <a:latin typeface="DejaVu Sans"/>
                <a:ea typeface="DejaVu Sans"/>
                <a:cs typeface="DejaVu Sans"/>
              </a:defRPr>
            </a:lvl9pPr>
          </a:lstStyle>
          <a:p xmlns:a="http://schemas.openxmlformats.org/drawingml/2006/main">
            <a:pPr marL="355600" indent="-292100" algn="l">
              <a:spcAft>
                <a:spcPts val="0"/>
              </a:spcAft>
              <a:buChar char="•"/>
              <a:defRPr sz="2325" b="0">
                <a:solidFill>
                  <a:srgbClr val="E0EAF4"/>
                </a:solidFill>
                <a:latin typeface="DejaVu Sans"/>
                <a:ea typeface="DejaVu Sans"/>
                <a:cs typeface="DejaVu Sans"/>
              </a:defRPr>
            </a:pPr>
            <a:r>
              <a:rPr b="1">
                <a:latin typeface="DejaVu Sans"/>
                <a:ea typeface="DejaVu Sans"/>
                <a:cs typeface="DejaVu Sans"/>
              </a:rPr>
              <a:t>Erzwungene Tunnel</a:t>
            </a:r>
          </a:p>
        </p:txBody>
      </p:sp>
      <p:sp>
        <p:nvSpPr>
          <p:cNvPr id="16" name="content">
            <a:extLst xmlns:a="http://schemas.openxmlformats.org/drawingml/2006/main">
              <a:ext uri="{FF2B5EF4-FFF2-40B4-BE49-F238E27FC236}">
                <a16:creationId xmlns:a16="http://schemas.microsoft.com/office/drawing/2014/main" id="{E346A107-9584-49F5-9731-D3CC13525C86}"/>
              </a:ext>
            </a:extLst>
          </p:cNvPr>
          <p:cNvSpPr>
            <a:spLocks xmlns:a="http://schemas.openxmlformats.org/drawingml/2006/main" noGrp="1"/>
          </p:cNvSpPr>
          <p:nvPr/>
        </p:nvSpPr>
        <p:spPr>
          <a:xfrm xmlns:a="http://schemas.openxmlformats.org/drawingml/2006/main">
            <a:off x="3619500" y="5253609"/>
            <a:ext cx="10858500" cy="87477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0">
                <a:solidFill>
                  <a:srgbClr val="E0EAF4"/>
                </a:solidFill>
                <a:latin typeface="DejaVu Sans"/>
                <a:ea typeface="DejaVu Sans"/>
                <a:cs typeface="DejaVu Sans"/>
              </a:defRPr>
            </a:defPPr>
            <a:lvl1pPr algn="l">
              <a:defRPr sz="2325" b="0">
                <a:solidFill>
                  <a:srgbClr val="E0EAF4"/>
                </a:solidFill>
                <a:latin typeface="DejaVu Sans"/>
                <a:ea typeface="DejaVu Sans"/>
                <a:cs typeface="DejaVu Sans"/>
              </a:defRPr>
            </a:lvl1pPr>
            <a:lvl2pPr algn="l">
              <a:defRPr sz="2325" b="0">
                <a:solidFill>
                  <a:srgbClr val="E0EAF4"/>
                </a:solidFill>
                <a:latin typeface="DejaVu Sans"/>
                <a:ea typeface="DejaVu Sans"/>
                <a:cs typeface="DejaVu Sans"/>
              </a:defRPr>
            </a:lvl2pPr>
            <a:lvl3pPr algn="l">
              <a:defRPr sz="2325" b="0">
                <a:solidFill>
                  <a:srgbClr val="E0EAF4"/>
                </a:solidFill>
                <a:latin typeface="DejaVu Sans"/>
                <a:ea typeface="DejaVu Sans"/>
                <a:cs typeface="DejaVu Sans"/>
              </a:defRPr>
            </a:lvl3pPr>
            <a:lvl4pPr algn="l">
              <a:defRPr sz="2325" b="0">
                <a:solidFill>
                  <a:srgbClr val="E0EAF4"/>
                </a:solidFill>
                <a:latin typeface="DejaVu Sans"/>
                <a:ea typeface="DejaVu Sans"/>
                <a:cs typeface="DejaVu Sans"/>
              </a:defRPr>
            </a:lvl4pPr>
            <a:lvl5pPr algn="l">
              <a:defRPr sz="2325" b="0">
                <a:solidFill>
                  <a:srgbClr val="E0EAF4"/>
                </a:solidFill>
                <a:latin typeface="DejaVu Sans"/>
                <a:ea typeface="DejaVu Sans"/>
                <a:cs typeface="DejaVu Sans"/>
              </a:defRPr>
            </a:lvl5pPr>
            <a:lvl6pPr algn="l">
              <a:defRPr sz="2325" b="0">
                <a:solidFill>
                  <a:srgbClr val="E0EAF4"/>
                </a:solidFill>
                <a:latin typeface="DejaVu Sans"/>
                <a:ea typeface="DejaVu Sans"/>
                <a:cs typeface="DejaVu Sans"/>
              </a:defRPr>
            </a:lvl6pPr>
            <a:lvl7pPr algn="l">
              <a:defRPr sz="2325" b="0">
                <a:solidFill>
                  <a:srgbClr val="E0EAF4"/>
                </a:solidFill>
                <a:latin typeface="DejaVu Sans"/>
                <a:ea typeface="DejaVu Sans"/>
                <a:cs typeface="DejaVu Sans"/>
              </a:defRPr>
            </a:lvl7pPr>
            <a:lvl8pPr algn="l">
              <a:defRPr sz="2325" b="0">
                <a:solidFill>
                  <a:srgbClr val="E0EAF4"/>
                </a:solidFill>
                <a:latin typeface="DejaVu Sans"/>
                <a:ea typeface="DejaVu Sans"/>
                <a:cs typeface="DejaVu Sans"/>
              </a:defRPr>
            </a:lvl8pPr>
            <a:lvl9pPr algn="l">
              <a:defRPr sz="2325" b="0">
                <a:solidFill>
                  <a:srgbClr val="E0EAF4"/>
                </a:solidFill>
                <a:latin typeface="DejaVu Sans"/>
                <a:ea typeface="DejaVu Sans"/>
                <a:cs typeface="DejaVu Sans"/>
              </a:defRPr>
            </a:lvl9pPr>
          </a:lstStyle>
          <a:p xmlns:a="http://schemas.openxmlformats.org/drawingml/2006/main">
            <a:pPr algn="l">
              <a:defRPr sz="2325" b="0">
                <a:solidFill>
                  <a:srgbClr val="E0EAF4"/>
                </a:solidFill>
                <a:latin typeface="DejaVu Sans"/>
                <a:ea typeface="DejaVu Sans"/>
                <a:cs typeface="DejaVu Sans"/>
              </a:defRPr>
            </a:pPr>
            <a:r>
              <a:rPr b="0">
                <a:latin typeface="DejaVu Sans"/>
                <a:ea typeface="DejaVu Sans"/>
                <a:cs typeface="DejaVu Sans"/>
              </a:rPr>
              <a:t/>
            </a:r>
            <a:r>
              <a:rPr b="0">
                <a:latin typeface="DejaVu Sans"/>
                <a:ea typeface="DejaVu Sans"/>
                <a:cs typeface="DejaVu Sans"/>
              </a:rPr>
              <a:t>Ein VPN-fähiger Server für den DFÜ-Zugriff konfiguriert </a:t>
            </a:r>
            <a:r>
              <a:rPr b="0">
                <a:latin typeface="DejaVu Sans"/>
                <a:ea typeface="DejaVu Sans"/>
                <a:cs typeface="DejaVu Sans"/>
              </a:rPr>
              <a:t>und erstellt einen erzwungenen Tunnel</a:t>
            </a:r>
          </a:p>
        </p:txBody>
      </p:sp>
    </p:spTree>
    <p:extLst>
      <p:ext uri="{BB962C8B-B14F-4D97-AF65-F5344CB8AC3E}">
        <p14:creationId xmlns:p14="http://schemas.microsoft.com/office/powerpoint/2010/main" val="78454034"/>
      </p:ext>
    </p:extLst>
  </p:cSld>
</p:sld>
</file>

<file path=ppt/slides/slide12.xml><?xml version="1.0" encoding="utf-8"?>
<p:sld xmlns:p="http://schemas.openxmlformats.org/presentationml/2006/main">
  <p:cSld>
    <p:bg>
      <p:bgPr>
        <a:solidFill xmlns:a="http://schemas.openxmlformats.org/drawingml/2006/main">
          <a:srgbClr val="081522"/>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D7FDD310-F5DA-4CD7-9CC8-F8D9B1BE4F00}"/>
              </a:ext>
            </a:extLst>
          </p:cNvPr>
          <p:cNvPicPr>
            <a:picLocks xmlns:a="http://schemas.openxmlformats.org/drawingml/2006/main" noChangeAspect="1"/>
          </p:cNvPicPr>
          <p:nvPr/>
        </p:nvPicPr>
        <p:blipFill>
          <a:blip xmlns:r="http://schemas.openxmlformats.org/officeDocument/2006/relationships" xmlns:a="http://schemas.openxmlformats.org/drawingml/2006/main" r:embed="R6b0be4900e8e4395"/>
          <a:srcRect xmlns:a="http://schemas.openxmlformats.org/drawingml/2006/main" l="0" t="27" r="0" b="27"/>
          <a:stretch xmlns:a="http://schemas.openxmlformats.org/drawingml/2006/main">
            <a:fillRect l="0" t="0" r="0" b="0"/>
          </a:stretch>
        </p:blipFill>
        <p:spPr>
          <a:xfrm xmlns:a="http://schemas.openxmlformats.org/drawingml/2006/main">
            <a:off x="0" y="0"/>
            <a:ext cx="15240000" cy="8572500"/>
          </a:xfrm>
          <a:prstGeom xmlns:a="http://schemas.openxmlformats.org/drawingml/2006/main" prst="rect">
            <a:avLst/>
          </a:prstGeom>
        </p:spPr>
      </p:pic>
      <p:sp>
        <p:nvSpPr>
          <p:cNvPr id="2" name="agenda-heading">
            <a:extLst xmlns:a="http://schemas.openxmlformats.org/drawingml/2006/main">
              <a:ext uri="{FF2B5EF4-FFF2-40B4-BE49-F238E27FC236}">
                <a16:creationId xmlns:a16="http://schemas.microsoft.com/office/drawing/2014/main" id="{C669CF90-B8EC-48E2-86E5-6A5761152EFF}"/>
              </a:ext>
            </a:extLst>
          </p:cNvPr>
          <p:cNvSpPr>
            <a:spLocks xmlns:a="http://schemas.openxmlformats.org/drawingml/2006/main" noGrp="1"/>
          </p:cNvSpPr>
          <p:nvPr/>
        </p:nvSpPr>
        <p:spPr>
          <a:xfrm xmlns:a="http://schemas.openxmlformats.org/drawingml/2006/main">
            <a:off x="400050" y="638175"/>
            <a:ext cx="2333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54DEEF"/>
                </a:solidFill>
                <a:latin typeface="DejaVu Sans Mono"/>
                <a:ea typeface="DejaVu Sans Mono"/>
                <a:cs typeface="DejaVu Sans Mono"/>
              </a:defRPr>
            </a:defPPr>
            <a:lvl1pPr algn="l">
              <a:defRPr sz="1875" b="1">
                <a:solidFill>
                  <a:srgbClr val="54DEEF"/>
                </a:solidFill>
                <a:latin typeface="DejaVu Sans Mono"/>
                <a:ea typeface="DejaVu Sans Mono"/>
                <a:cs typeface="DejaVu Sans Mono"/>
              </a:defRPr>
            </a:lvl1pPr>
            <a:lvl2pPr algn="l">
              <a:defRPr sz="1875" b="1">
                <a:solidFill>
                  <a:srgbClr val="54DEEF"/>
                </a:solidFill>
                <a:latin typeface="DejaVu Sans Mono"/>
                <a:ea typeface="DejaVu Sans Mono"/>
                <a:cs typeface="DejaVu Sans Mono"/>
              </a:defRPr>
            </a:lvl2pPr>
            <a:lvl3pPr algn="l">
              <a:defRPr sz="1875" b="1">
                <a:solidFill>
                  <a:srgbClr val="54DEEF"/>
                </a:solidFill>
                <a:latin typeface="DejaVu Sans Mono"/>
                <a:ea typeface="DejaVu Sans Mono"/>
                <a:cs typeface="DejaVu Sans Mono"/>
              </a:defRPr>
            </a:lvl3pPr>
            <a:lvl4pPr algn="l">
              <a:defRPr sz="1875" b="1">
                <a:solidFill>
                  <a:srgbClr val="54DEEF"/>
                </a:solidFill>
                <a:latin typeface="DejaVu Sans Mono"/>
                <a:ea typeface="DejaVu Sans Mono"/>
                <a:cs typeface="DejaVu Sans Mono"/>
              </a:defRPr>
            </a:lvl4pPr>
            <a:lvl5pPr algn="l">
              <a:defRPr sz="1875" b="1">
                <a:solidFill>
                  <a:srgbClr val="54DEEF"/>
                </a:solidFill>
                <a:latin typeface="DejaVu Sans Mono"/>
                <a:ea typeface="DejaVu Sans Mono"/>
                <a:cs typeface="DejaVu Sans Mono"/>
              </a:defRPr>
            </a:lvl5pPr>
            <a:lvl6pPr algn="l">
              <a:defRPr sz="1875" b="1">
                <a:solidFill>
                  <a:srgbClr val="54DEEF"/>
                </a:solidFill>
                <a:latin typeface="DejaVu Sans Mono"/>
                <a:ea typeface="DejaVu Sans Mono"/>
                <a:cs typeface="DejaVu Sans Mono"/>
              </a:defRPr>
            </a:lvl6pPr>
            <a:lvl7pPr algn="l">
              <a:defRPr sz="1875" b="1">
                <a:solidFill>
                  <a:srgbClr val="54DEEF"/>
                </a:solidFill>
                <a:latin typeface="DejaVu Sans Mono"/>
                <a:ea typeface="DejaVu Sans Mono"/>
                <a:cs typeface="DejaVu Sans Mono"/>
              </a:defRPr>
            </a:lvl7pPr>
            <a:lvl8pPr algn="l">
              <a:defRPr sz="1875" b="1">
                <a:solidFill>
                  <a:srgbClr val="54DEEF"/>
                </a:solidFill>
                <a:latin typeface="DejaVu Sans Mono"/>
                <a:ea typeface="DejaVu Sans Mono"/>
                <a:cs typeface="DejaVu Sans Mono"/>
              </a:defRPr>
            </a:lvl8pPr>
            <a:lvl9pPr algn="l">
              <a:defRPr sz="1875" b="1">
                <a:solidFill>
                  <a:srgbClr val="54DEEF"/>
                </a:solidFill>
                <a:latin typeface="DejaVu Sans Mono"/>
                <a:ea typeface="DejaVu Sans Mono"/>
                <a:cs typeface="DejaVu Sans Mono"/>
              </a:defRPr>
            </a:lvl9pPr>
          </a:lstStyle>
          <a:p xmlns:a="http://schemas.openxmlformats.org/drawingml/2006/main">
            <a:pPr algn="l">
              <a:defRPr sz="1875" b="1">
                <a:solidFill>
                  <a:srgbClr val="54DEEF"/>
                </a:solidFill>
                <a:latin typeface="DejaVu Sans Mono"/>
                <a:ea typeface="DejaVu Sans Mono"/>
                <a:cs typeface="DejaVu Sans Mono"/>
              </a:defRPr>
            </a:pPr>
            <a:r>
              <a:rPr sz="1875" b="1">
                <a:solidFill>
                  <a:srgbClr val="54DEEF"/>
                </a:solidFill>
                <a:latin typeface="DejaVu Sans Mono"/>
                <a:ea typeface="DejaVu Sans Mono"/>
                <a:cs typeface="DejaVu Sans Mono"/>
              </a:rPr>
              <a:t>Agenda:</a:t>
            </a:r>
          </a:p>
        </p:txBody>
      </p:sp>
      <p:sp>
        <p:nvSpPr>
          <p:cNvPr id="3" name="agenda-item">
            <a:extLst xmlns:a="http://schemas.openxmlformats.org/drawingml/2006/main">
              <a:ext uri="{FF2B5EF4-FFF2-40B4-BE49-F238E27FC236}">
                <a16:creationId xmlns:a16="http://schemas.microsoft.com/office/drawing/2014/main" id="{9F59472B-F721-4D02-8F5F-71EEC7D111E7}"/>
              </a:ext>
            </a:extLst>
          </p:cNvPr>
          <p:cNvSpPr>
            <a:spLocks xmlns:a="http://schemas.openxmlformats.org/drawingml/2006/main" noGrp="1"/>
          </p:cNvSpPr>
          <p:nvPr/>
        </p:nvSpPr>
        <p:spPr>
          <a:xfrm xmlns:a="http://schemas.openxmlformats.org/drawingml/2006/main">
            <a:off x="400050" y="142875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Was ist ein VPN?</a:t>
            </a:r>
          </a:p>
        </p:txBody>
      </p:sp>
      <p:sp>
        <p:nvSpPr>
          <p:cNvPr id="4" name="agenda-item">
            <a:extLst xmlns:a="http://schemas.openxmlformats.org/drawingml/2006/main">
              <a:ext uri="{FF2B5EF4-FFF2-40B4-BE49-F238E27FC236}">
                <a16:creationId xmlns:a16="http://schemas.microsoft.com/office/drawing/2014/main" id="{16B938CD-2885-4636-87E3-FE7EEE362142}"/>
              </a:ext>
            </a:extLst>
          </p:cNvPr>
          <p:cNvSpPr>
            <a:spLocks xmlns:a="http://schemas.openxmlformats.org/drawingml/2006/main" noGrp="1"/>
          </p:cNvSpPr>
          <p:nvPr/>
        </p:nvSpPr>
        <p:spPr>
          <a:xfrm xmlns:a="http://schemas.openxmlformats.org/drawingml/2006/main">
            <a:off x="400050" y="209550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Aufbau eines VPN</a:t>
            </a:r>
          </a:p>
        </p:txBody>
      </p:sp>
      <p:sp>
        <p:nvSpPr>
          <p:cNvPr id="5" name="agenda-item">
            <a:extLst xmlns:a="http://schemas.openxmlformats.org/drawingml/2006/main">
              <a:ext uri="{FF2B5EF4-FFF2-40B4-BE49-F238E27FC236}">
                <a16:creationId xmlns:a16="http://schemas.microsoft.com/office/drawing/2014/main" id="{860E0082-C411-433C-AE95-86D71FB28933}"/>
              </a:ext>
            </a:extLst>
          </p:cNvPr>
          <p:cNvSpPr>
            <a:spLocks xmlns:a="http://schemas.openxmlformats.org/drawingml/2006/main" noGrp="1"/>
          </p:cNvSpPr>
          <p:nvPr/>
        </p:nvSpPr>
        <p:spPr>
          <a:xfrm xmlns:a="http://schemas.openxmlformats.org/drawingml/2006/main">
            <a:off x="400050" y="276225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54DEEF"/>
                </a:solidFill>
                <a:latin typeface="DejaVu Sans"/>
                <a:ea typeface="DejaVu Sans"/>
                <a:cs typeface="DejaVu Sans"/>
              </a:defRPr>
            </a:defPPr>
            <a:lvl1pPr algn="l">
              <a:defRPr sz="1575" b="1">
                <a:solidFill>
                  <a:srgbClr val="54DEEF"/>
                </a:solidFill>
                <a:latin typeface="DejaVu Sans"/>
                <a:ea typeface="DejaVu Sans"/>
                <a:cs typeface="DejaVu Sans"/>
              </a:defRPr>
            </a:lvl1pPr>
            <a:lvl2pPr algn="l">
              <a:defRPr sz="1575" b="1">
                <a:solidFill>
                  <a:srgbClr val="54DEEF"/>
                </a:solidFill>
                <a:latin typeface="DejaVu Sans"/>
                <a:ea typeface="DejaVu Sans"/>
                <a:cs typeface="DejaVu Sans"/>
              </a:defRPr>
            </a:lvl2pPr>
            <a:lvl3pPr algn="l">
              <a:defRPr sz="1575" b="1">
                <a:solidFill>
                  <a:srgbClr val="54DEEF"/>
                </a:solidFill>
                <a:latin typeface="DejaVu Sans"/>
                <a:ea typeface="DejaVu Sans"/>
                <a:cs typeface="DejaVu Sans"/>
              </a:defRPr>
            </a:lvl3pPr>
            <a:lvl4pPr algn="l">
              <a:defRPr sz="1575" b="1">
                <a:solidFill>
                  <a:srgbClr val="54DEEF"/>
                </a:solidFill>
                <a:latin typeface="DejaVu Sans"/>
                <a:ea typeface="DejaVu Sans"/>
                <a:cs typeface="DejaVu Sans"/>
              </a:defRPr>
            </a:lvl4pPr>
            <a:lvl5pPr algn="l">
              <a:defRPr sz="1575" b="1">
                <a:solidFill>
                  <a:srgbClr val="54DEEF"/>
                </a:solidFill>
                <a:latin typeface="DejaVu Sans"/>
                <a:ea typeface="DejaVu Sans"/>
                <a:cs typeface="DejaVu Sans"/>
              </a:defRPr>
            </a:lvl5pPr>
            <a:lvl6pPr algn="l">
              <a:defRPr sz="1575" b="1">
                <a:solidFill>
                  <a:srgbClr val="54DEEF"/>
                </a:solidFill>
                <a:latin typeface="DejaVu Sans"/>
                <a:ea typeface="DejaVu Sans"/>
                <a:cs typeface="DejaVu Sans"/>
              </a:defRPr>
            </a:lvl6pPr>
            <a:lvl7pPr algn="l">
              <a:defRPr sz="1575" b="1">
                <a:solidFill>
                  <a:srgbClr val="54DEEF"/>
                </a:solidFill>
                <a:latin typeface="DejaVu Sans"/>
                <a:ea typeface="DejaVu Sans"/>
                <a:cs typeface="DejaVu Sans"/>
              </a:defRPr>
            </a:lvl7pPr>
            <a:lvl8pPr algn="l">
              <a:defRPr sz="1575" b="1">
                <a:solidFill>
                  <a:srgbClr val="54DEEF"/>
                </a:solidFill>
                <a:latin typeface="DejaVu Sans"/>
                <a:ea typeface="DejaVu Sans"/>
                <a:cs typeface="DejaVu Sans"/>
              </a:defRPr>
            </a:lvl8pPr>
            <a:lvl9pPr algn="l">
              <a:defRPr sz="1575" b="1">
                <a:solidFill>
                  <a:srgbClr val="54DEEF"/>
                </a:solidFill>
                <a:latin typeface="DejaVu Sans"/>
                <a:ea typeface="DejaVu Sans"/>
                <a:cs typeface="DejaVu Sans"/>
              </a:defRPr>
            </a:lvl9pPr>
          </a:lstStyle>
          <a:p xmlns:a="http://schemas.openxmlformats.org/drawingml/2006/main">
            <a:pPr algn="l">
              <a:defRPr sz="1575" b="1">
                <a:solidFill>
                  <a:srgbClr val="54DEEF"/>
                </a:solidFill>
                <a:latin typeface="DejaVu Sans"/>
                <a:ea typeface="DejaVu Sans"/>
                <a:cs typeface="DejaVu Sans"/>
              </a:defRPr>
            </a:pPr>
            <a:r>
              <a:rPr sz="1575" b="1">
                <a:solidFill>
                  <a:srgbClr val="54DEEF"/>
                </a:solidFill>
                <a:latin typeface="DejaVu Sans"/>
                <a:ea typeface="DejaVu Sans"/>
                <a:cs typeface="DejaVu Sans"/>
              </a:rPr>
              <a:t>Ausprägungen eines VPN Netzes</a:t>
            </a:r>
          </a:p>
        </p:txBody>
      </p:sp>
      <p:sp>
        <p:nvSpPr>
          <p:cNvPr id="6" name="agenda-item">
            <a:extLst xmlns:a="http://schemas.openxmlformats.org/drawingml/2006/main">
              <a:ext uri="{FF2B5EF4-FFF2-40B4-BE49-F238E27FC236}">
                <a16:creationId xmlns:a16="http://schemas.microsoft.com/office/drawing/2014/main" id="{560F8F9E-66C2-4965-965A-8A88521D95A8}"/>
              </a:ext>
            </a:extLst>
          </p:cNvPr>
          <p:cNvSpPr>
            <a:spLocks xmlns:a="http://schemas.openxmlformats.org/drawingml/2006/main" noGrp="1"/>
          </p:cNvSpPr>
          <p:nvPr/>
        </p:nvSpPr>
        <p:spPr>
          <a:xfrm xmlns:a="http://schemas.openxmlformats.org/drawingml/2006/main">
            <a:off x="400050" y="371475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Tunneling Protokolle</a:t>
            </a:r>
          </a:p>
        </p:txBody>
      </p:sp>
      <p:sp>
        <p:nvSpPr>
          <p:cNvPr id="7" name="agenda-item">
            <a:extLst xmlns:a="http://schemas.openxmlformats.org/drawingml/2006/main">
              <a:ext uri="{FF2B5EF4-FFF2-40B4-BE49-F238E27FC236}">
                <a16:creationId xmlns:a16="http://schemas.microsoft.com/office/drawing/2014/main" id="{02ED1D3A-90F8-480E-836F-9B4ED3FEE104}"/>
              </a:ext>
            </a:extLst>
          </p:cNvPr>
          <p:cNvSpPr>
            <a:spLocks xmlns:a="http://schemas.openxmlformats.org/drawingml/2006/main" noGrp="1"/>
          </p:cNvSpPr>
          <p:nvPr/>
        </p:nvSpPr>
        <p:spPr>
          <a:xfrm xmlns:a="http://schemas.openxmlformats.org/drawingml/2006/main">
            <a:off x="400050" y="4524375"/>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IPSec</a:t>
            </a:r>
          </a:p>
        </p:txBody>
      </p:sp>
      <p:sp>
        <p:nvSpPr>
          <p:cNvPr id="8" name="agenda-item">
            <a:extLst xmlns:a="http://schemas.openxmlformats.org/drawingml/2006/main">
              <a:ext uri="{FF2B5EF4-FFF2-40B4-BE49-F238E27FC236}">
                <a16:creationId xmlns:a16="http://schemas.microsoft.com/office/drawing/2014/main" id="{5A9647AC-D11C-471A-94CE-086859E81583}"/>
              </a:ext>
            </a:extLst>
          </p:cNvPr>
          <p:cNvSpPr>
            <a:spLocks xmlns:a="http://schemas.openxmlformats.org/drawingml/2006/main" noGrp="1"/>
          </p:cNvSpPr>
          <p:nvPr/>
        </p:nvSpPr>
        <p:spPr>
          <a:xfrm xmlns:a="http://schemas.openxmlformats.org/drawingml/2006/main">
            <a:off x="400050" y="5191125"/>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VPN in Verbindung mit einer Firewall</a:t>
            </a:r>
          </a:p>
        </p:txBody>
      </p:sp>
      <p:sp>
        <p:nvSpPr>
          <p:cNvPr id="9" name="agenda-item">
            <a:extLst xmlns:a="http://schemas.openxmlformats.org/drawingml/2006/main">
              <a:ext uri="{FF2B5EF4-FFF2-40B4-BE49-F238E27FC236}">
                <a16:creationId xmlns:a16="http://schemas.microsoft.com/office/drawing/2014/main" id="{6E8EF0A5-1FBB-4A67-908B-A05BC20DFEC6}"/>
              </a:ext>
            </a:extLst>
          </p:cNvPr>
          <p:cNvSpPr>
            <a:spLocks xmlns:a="http://schemas.openxmlformats.org/drawingml/2006/main" noGrp="1"/>
          </p:cNvSpPr>
          <p:nvPr/>
        </p:nvSpPr>
        <p:spPr>
          <a:xfrm xmlns:a="http://schemas.openxmlformats.org/drawingml/2006/main">
            <a:off x="400050" y="6334125"/>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Fazit</a:t>
            </a:r>
          </a:p>
        </p:txBody>
      </p:sp>
      <p:sp>
        <p:nvSpPr>
          <p:cNvPr id="10" name="title">
            <a:extLst xmlns:a="http://schemas.openxmlformats.org/drawingml/2006/main">
              <a:ext uri="{FF2B5EF4-FFF2-40B4-BE49-F238E27FC236}">
                <a16:creationId xmlns:a16="http://schemas.microsoft.com/office/drawing/2014/main" id="{446080D5-DB01-4743-B944-94DCD2B867F8}"/>
              </a:ext>
            </a:extLst>
          </p:cNvPr>
          <p:cNvSpPr>
            <a:spLocks xmlns:a="http://schemas.openxmlformats.org/drawingml/2006/main" noGrp="1"/>
          </p:cNvSpPr>
          <p:nvPr/>
        </p:nvSpPr>
        <p:spPr>
          <a:xfrm xmlns:a="http://schemas.openxmlformats.org/drawingml/2006/main">
            <a:off x="3619500" y="590550"/>
            <a:ext cx="1085850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525" b="1">
                <a:solidFill>
                  <a:srgbClr val="F1F7FC"/>
                </a:solidFill>
                <a:latin typeface="DejaVu Sans"/>
                <a:ea typeface="DejaVu Sans"/>
                <a:cs typeface="DejaVu Sans"/>
              </a:defRPr>
            </a:defPPr>
            <a:lvl1pPr algn="l">
              <a:defRPr sz="3525" b="1">
                <a:solidFill>
                  <a:srgbClr val="F1F7FC"/>
                </a:solidFill>
                <a:latin typeface="DejaVu Sans"/>
                <a:ea typeface="DejaVu Sans"/>
                <a:cs typeface="DejaVu Sans"/>
              </a:defRPr>
            </a:lvl1pPr>
            <a:lvl2pPr algn="l">
              <a:defRPr sz="3525" b="1">
                <a:solidFill>
                  <a:srgbClr val="F1F7FC"/>
                </a:solidFill>
                <a:latin typeface="DejaVu Sans"/>
                <a:ea typeface="DejaVu Sans"/>
                <a:cs typeface="DejaVu Sans"/>
              </a:defRPr>
            </a:lvl2pPr>
            <a:lvl3pPr algn="l">
              <a:defRPr sz="3525" b="1">
                <a:solidFill>
                  <a:srgbClr val="F1F7FC"/>
                </a:solidFill>
                <a:latin typeface="DejaVu Sans"/>
                <a:ea typeface="DejaVu Sans"/>
                <a:cs typeface="DejaVu Sans"/>
              </a:defRPr>
            </a:lvl3pPr>
            <a:lvl4pPr algn="l">
              <a:defRPr sz="3525" b="1">
                <a:solidFill>
                  <a:srgbClr val="F1F7FC"/>
                </a:solidFill>
                <a:latin typeface="DejaVu Sans"/>
                <a:ea typeface="DejaVu Sans"/>
                <a:cs typeface="DejaVu Sans"/>
              </a:defRPr>
            </a:lvl4pPr>
            <a:lvl5pPr algn="l">
              <a:defRPr sz="3525" b="1">
                <a:solidFill>
                  <a:srgbClr val="F1F7FC"/>
                </a:solidFill>
                <a:latin typeface="DejaVu Sans"/>
                <a:ea typeface="DejaVu Sans"/>
                <a:cs typeface="DejaVu Sans"/>
              </a:defRPr>
            </a:lvl5pPr>
            <a:lvl6pPr algn="l">
              <a:defRPr sz="3525" b="1">
                <a:solidFill>
                  <a:srgbClr val="F1F7FC"/>
                </a:solidFill>
                <a:latin typeface="DejaVu Sans"/>
                <a:ea typeface="DejaVu Sans"/>
                <a:cs typeface="DejaVu Sans"/>
              </a:defRPr>
            </a:lvl6pPr>
            <a:lvl7pPr algn="l">
              <a:defRPr sz="3525" b="1">
                <a:solidFill>
                  <a:srgbClr val="F1F7FC"/>
                </a:solidFill>
                <a:latin typeface="DejaVu Sans"/>
                <a:ea typeface="DejaVu Sans"/>
                <a:cs typeface="DejaVu Sans"/>
              </a:defRPr>
            </a:lvl7pPr>
            <a:lvl8pPr algn="l">
              <a:defRPr sz="3525" b="1">
                <a:solidFill>
                  <a:srgbClr val="F1F7FC"/>
                </a:solidFill>
                <a:latin typeface="DejaVu Sans"/>
                <a:ea typeface="DejaVu Sans"/>
                <a:cs typeface="DejaVu Sans"/>
              </a:defRPr>
            </a:lvl8pPr>
            <a:lvl9pPr algn="l">
              <a:defRPr sz="3525" b="1">
                <a:solidFill>
                  <a:srgbClr val="F1F7FC"/>
                </a:solidFill>
                <a:latin typeface="DejaVu Sans"/>
                <a:ea typeface="DejaVu Sans"/>
                <a:cs typeface="DejaVu Sans"/>
              </a:defRPr>
            </a:lvl9pPr>
          </a:lstStyle>
          <a:p xmlns:a="http://schemas.openxmlformats.org/drawingml/2006/main">
            <a:pPr algn="l">
              <a:defRPr sz="3525" b="1">
                <a:solidFill>
                  <a:srgbClr val="F1F7FC"/>
                </a:solidFill>
                <a:latin typeface="DejaVu Sans"/>
                <a:ea typeface="DejaVu Sans"/>
                <a:cs typeface="DejaVu Sans"/>
              </a:defRPr>
            </a:pPr>
            <a:r>
              <a:rPr sz="3525" b="1">
                <a:solidFill>
                  <a:srgbClr val="F1F7FC"/>
                </a:solidFill>
                <a:latin typeface="DejaVu Sans"/>
                <a:ea typeface="DejaVu Sans"/>
                <a:cs typeface="DejaVu Sans"/>
              </a:rPr>
              <a:t>Ausprägungen eines VPN Netzes</a:t>
            </a:r>
          </a:p>
        </p:txBody>
      </p:sp>
      <p:sp>
        <p:nvSpPr>
          <p:cNvPr id="11" name="page-number">
            <a:extLst xmlns:a="http://schemas.openxmlformats.org/drawingml/2006/main">
              <a:ext uri="{FF2B5EF4-FFF2-40B4-BE49-F238E27FC236}">
                <a16:creationId xmlns:a16="http://schemas.microsoft.com/office/drawing/2014/main" id="{1AA65ABA-C6BB-4C10-A8AB-D958D2AB6DD9}"/>
              </a:ext>
            </a:extLst>
          </p:cNvPr>
          <p:cNvSpPr>
            <a:spLocks xmlns:a="http://schemas.openxmlformats.org/drawingml/2006/main" noGrp="1"/>
          </p:cNvSpPr>
          <p:nvPr/>
        </p:nvSpPr>
        <p:spPr>
          <a:xfrm xmlns:a="http://schemas.openxmlformats.org/drawingml/2006/main">
            <a:off x="13477875" y="8020050"/>
            <a:ext cx="1285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AABFD1"/>
                </a:solidFill>
                <a:latin typeface="DejaVu Sans Mono"/>
                <a:ea typeface="DejaVu Sans Mono"/>
                <a:cs typeface="DejaVu Sans Mono"/>
              </a:defRPr>
            </a:defPPr>
            <a:lvl1pPr algn="r">
              <a:defRPr sz="1350" b="0">
                <a:solidFill>
                  <a:srgbClr val="AABFD1"/>
                </a:solidFill>
                <a:latin typeface="DejaVu Sans Mono"/>
                <a:ea typeface="DejaVu Sans Mono"/>
                <a:cs typeface="DejaVu Sans Mono"/>
              </a:defRPr>
            </a:lvl1pPr>
            <a:lvl2pPr algn="r">
              <a:defRPr sz="1350" b="0">
                <a:solidFill>
                  <a:srgbClr val="AABFD1"/>
                </a:solidFill>
                <a:latin typeface="DejaVu Sans Mono"/>
                <a:ea typeface="DejaVu Sans Mono"/>
                <a:cs typeface="DejaVu Sans Mono"/>
              </a:defRPr>
            </a:lvl2pPr>
            <a:lvl3pPr algn="r">
              <a:defRPr sz="1350" b="0">
                <a:solidFill>
                  <a:srgbClr val="AABFD1"/>
                </a:solidFill>
                <a:latin typeface="DejaVu Sans Mono"/>
                <a:ea typeface="DejaVu Sans Mono"/>
                <a:cs typeface="DejaVu Sans Mono"/>
              </a:defRPr>
            </a:lvl3pPr>
            <a:lvl4pPr algn="r">
              <a:defRPr sz="1350" b="0">
                <a:solidFill>
                  <a:srgbClr val="AABFD1"/>
                </a:solidFill>
                <a:latin typeface="DejaVu Sans Mono"/>
                <a:ea typeface="DejaVu Sans Mono"/>
                <a:cs typeface="DejaVu Sans Mono"/>
              </a:defRPr>
            </a:lvl4pPr>
            <a:lvl5pPr algn="r">
              <a:defRPr sz="1350" b="0">
                <a:solidFill>
                  <a:srgbClr val="AABFD1"/>
                </a:solidFill>
                <a:latin typeface="DejaVu Sans Mono"/>
                <a:ea typeface="DejaVu Sans Mono"/>
                <a:cs typeface="DejaVu Sans Mono"/>
              </a:defRPr>
            </a:lvl5pPr>
            <a:lvl6pPr algn="r">
              <a:defRPr sz="1350" b="0">
                <a:solidFill>
                  <a:srgbClr val="AABFD1"/>
                </a:solidFill>
                <a:latin typeface="DejaVu Sans Mono"/>
                <a:ea typeface="DejaVu Sans Mono"/>
                <a:cs typeface="DejaVu Sans Mono"/>
              </a:defRPr>
            </a:lvl6pPr>
            <a:lvl7pPr algn="r">
              <a:defRPr sz="1350" b="0">
                <a:solidFill>
                  <a:srgbClr val="AABFD1"/>
                </a:solidFill>
                <a:latin typeface="DejaVu Sans Mono"/>
                <a:ea typeface="DejaVu Sans Mono"/>
                <a:cs typeface="DejaVu Sans Mono"/>
              </a:defRPr>
            </a:lvl7pPr>
            <a:lvl8pPr algn="r">
              <a:defRPr sz="1350" b="0">
                <a:solidFill>
                  <a:srgbClr val="AABFD1"/>
                </a:solidFill>
                <a:latin typeface="DejaVu Sans Mono"/>
                <a:ea typeface="DejaVu Sans Mono"/>
                <a:cs typeface="DejaVu Sans Mono"/>
              </a:defRPr>
            </a:lvl8pPr>
            <a:lvl9pPr algn="r">
              <a:defRPr sz="1350" b="0">
                <a:solidFill>
                  <a:srgbClr val="AABFD1"/>
                </a:solidFill>
                <a:latin typeface="DejaVu Sans Mono"/>
                <a:ea typeface="DejaVu Sans Mono"/>
                <a:cs typeface="DejaVu Sans Mono"/>
              </a:defRPr>
            </a:lvl9pPr>
          </a:lstStyle>
          <a:p xmlns:a="http://schemas.openxmlformats.org/drawingml/2006/main">
            <a:pPr algn="r">
              <a:defRPr sz="1350" b="0">
                <a:solidFill>
                  <a:srgbClr val="AABFD1"/>
                </a:solidFill>
                <a:latin typeface="DejaVu Sans Mono"/>
                <a:ea typeface="DejaVu Sans Mono"/>
                <a:cs typeface="DejaVu Sans Mono"/>
              </a:defRPr>
            </a:pPr>
            <a:r>
              <a:rPr sz="1350" b="0">
                <a:solidFill>
                  <a:srgbClr val="AABFD1"/>
                </a:solidFill>
                <a:latin typeface="DejaVu Sans Mono"/>
                <a:ea typeface="DejaVu Sans Mono"/>
                <a:cs typeface="DejaVu Sans Mono"/>
              </a:rPr>
              <a:t>12 / 33</a:t>
            </a:r>
          </a:p>
        </p:txBody>
      </p:sp>
      <p:sp>
        <p:nvSpPr>
          <p:cNvPr id="12" name="subheading">
            <a:extLst xmlns:a="http://schemas.openxmlformats.org/drawingml/2006/main">
              <a:ext uri="{FF2B5EF4-FFF2-40B4-BE49-F238E27FC236}">
                <a16:creationId xmlns:a16="http://schemas.microsoft.com/office/drawing/2014/main" id="{71AF5808-52A1-44BC-826E-48880D77B271}"/>
              </a:ext>
            </a:extLst>
          </p:cNvPr>
          <p:cNvSpPr>
            <a:spLocks xmlns:a="http://schemas.openxmlformats.org/drawingml/2006/main" noGrp="1"/>
          </p:cNvSpPr>
          <p:nvPr/>
        </p:nvSpPr>
        <p:spPr>
          <a:xfrm xmlns:a="http://schemas.openxmlformats.org/drawingml/2006/main">
            <a:off x="3619500" y="20383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54DEEF"/>
                </a:solidFill>
                <a:latin typeface="DejaVu Sans"/>
                <a:ea typeface="DejaVu Sans"/>
                <a:cs typeface="DejaVu Sans"/>
              </a:defRPr>
            </a:defPPr>
            <a:lvl1pPr algn="l">
              <a:defRPr sz="2550" b="1">
                <a:solidFill>
                  <a:srgbClr val="54DEEF"/>
                </a:solidFill>
                <a:latin typeface="DejaVu Sans"/>
                <a:ea typeface="DejaVu Sans"/>
                <a:cs typeface="DejaVu Sans"/>
              </a:defRPr>
            </a:lvl1pPr>
            <a:lvl2pPr algn="l">
              <a:defRPr sz="2550" b="1">
                <a:solidFill>
                  <a:srgbClr val="54DEEF"/>
                </a:solidFill>
                <a:latin typeface="DejaVu Sans"/>
                <a:ea typeface="DejaVu Sans"/>
                <a:cs typeface="DejaVu Sans"/>
              </a:defRPr>
            </a:lvl2pPr>
            <a:lvl3pPr algn="l">
              <a:defRPr sz="2550" b="1">
                <a:solidFill>
                  <a:srgbClr val="54DEEF"/>
                </a:solidFill>
                <a:latin typeface="DejaVu Sans"/>
                <a:ea typeface="DejaVu Sans"/>
                <a:cs typeface="DejaVu Sans"/>
              </a:defRPr>
            </a:lvl3pPr>
            <a:lvl4pPr algn="l">
              <a:defRPr sz="2550" b="1">
                <a:solidFill>
                  <a:srgbClr val="54DEEF"/>
                </a:solidFill>
                <a:latin typeface="DejaVu Sans"/>
                <a:ea typeface="DejaVu Sans"/>
                <a:cs typeface="DejaVu Sans"/>
              </a:defRPr>
            </a:lvl4pPr>
            <a:lvl5pPr algn="l">
              <a:defRPr sz="2550" b="1">
                <a:solidFill>
                  <a:srgbClr val="54DEEF"/>
                </a:solidFill>
                <a:latin typeface="DejaVu Sans"/>
                <a:ea typeface="DejaVu Sans"/>
                <a:cs typeface="DejaVu Sans"/>
              </a:defRPr>
            </a:lvl5pPr>
            <a:lvl6pPr algn="l">
              <a:defRPr sz="2550" b="1">
                <a:solidFill>
                  <a:srgbClr val="54DEEF"/>
                </a:solidFill>
                <a:latin typeface="DejaVu Sans"/>
                <a:ea typeface="DejaVu Sans"/>
                <a:cs typeface="DejaVu Sans"/>
              </a:defRPr>
            </a:lvl6pPr>
            <a:lvl7pPr algn="l">
              <a:defRPr sz="2550" b="1">
                <a:solidFill>
                  <a:srgbClr val="54DEEF"/>
                </a:solidFill>
                <a:latin typeface="DejaVu Sans"/>
                <a:ea typeface="DejaVu Sans"/>
                <a:cs typeface="DejaVu Sans"/>
              </a:defRPr>
            </a:lvl7pPr>
            <a:lvl8pPr algn="l">
              <a:defRPr sz="2550" b="1">
                <a:solidFill>
                  <a:srgbClr val="54DEEF"/>
                </a:solidFill>
                <a:latin typeface="DejaVu Sans"/>
                <a:ea typeface="DejaVu Sans"/>
                <a:cs typeface="DejaVu Sans"/>
              </a:defRPr>
            </a:lvl8pPr>
            <a:lvl9pPr algn="l">
              <a:defRPr sz="2550" b="1">
                <a:solidFill>
                  <a:srgbClr val="54DEEF"/>
                </a:solidFill>
                <a:latin typeface="DejaVu Sans"/>
                <a:ea typeface="DejaVu Sans"/>
                <a:cs typeface="DejaVu Sans"/>
              </a:defRPr>
            </a:lvl9pPr>
          </a:lstStyle>
          <a:p xmlns:a="http://schemas.openxmlformats.org/drawingml/2006/main">
            <a:pPr algn="l">
              <a:defRPr sz="2550" b="1">
                <a:solidFill>
                  <a:srgbClr val="54DEEF"/>
                </a:solidFill>
                <a:latin typeface="DejaVu Sans"/>
                <a:ea typeface="DejaVu Sans"/>
                <a:cs typeface="DejaVu Sans"/>
              </a:defRPr>
            </a:pPr>
            <a:r>
              <a:rPr sz="2550" b="1">
                <a:solidFill>
                  <a:srgbClr val="54DEEF"/>
                </a:solidFill>
                <a:latin typeface="DejaVu Sans"/>
                <a:ea typeface="DejaVu Sans"/>
                <a:cs typeface="DejaVu Sans"/>
              </a:rPr>
              <a:t>End – to – End:</a:t>
            </a:r>
          </a:p>
        </p:txBody>
      </p:sp>
      <p:pic>
        <p:nvPicPr>
          <p:cNvPr id="13" name="">
            <a:extLst xmlns:a="http://schemas.openxmlformats.org/drawingml/2006/main">
              <a:ext uri="{FF2B5EF4-FFF2-40B4-BE49-F238E27FC236}">
                <a16:creationId xmlns:a16="http://schemas.microsoft.com/office/drawing/2014/main" id="{29CA83D1-42D8-49E4-B263-479A569E3E1B}"/>
              </a:ext>
            </a:extLst>
          </p:cNvPr>
          <p:cNvPicPr>
            <a:picLocks xmlns:a="http://schemas.openxmlformats.org/drawingml/2006/main" noChangeAspect="1"/>
          </p:cNvPicPr>
          <p:nvPr/>
        </p:nvPicPr>
        <p:blipFill>
          <a:blip xmlns:r="http://schemas.openxmlformats.org/officeDocument/2006/relationships" xmlns:a="http://schemas.openxmlformats.org/drawingml/2006/main" r:embed="R9749729cb3d14899"/>
          <a:stretch xmlns:a="http://schemas.openxmlformats.org/drawingml/2006/main"/>
        </p:blipFill>
        <p:spPr>
          <a:xfrm xmlns:a="http://schemas.openxmlformats.org/drawingml/2006/main">
            <a:off x="3928250" y="2857500"/>
            <a:ext cx="10241000" cy="4667250"/>
          </a:xfrm>
          <a:prstGeom xmlns:a="http://schemas.openxmlformats.org/drawingml/2006/main" prst="rect">
            <a:avLst/>
          </a:prstGeom>
        </p:spPr>
      </p:pic>
    </p:spTree>
    <p:extLst>
      <p:ext uri="{BB962C8B-B14F-4D97-AF65-F5344CB8AC3E}">
        <p14:creationId xmlns:p14="http://schemas.microsoft.com/office/powerpoint/2010/main" val="714282110"/>
      </p:ext>
    </p:extLst>
  </p:cSld>
</p:sld>
</file>

<file path=ppt/slides/slide13.xml><?xml version="1.0" encoding="utf-8"?>
<p:sld xmlns:p="http://schemas.openxmlformats.org/presentationml/2006/main">
  <p:cSld>
    <p:bg>
      <p:bgPr>
        <a:solidFill xmlns:a="http://schemas.openxmlformats.org/drawingml/2006/main">
          <a:srgbClr val="081522"/>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84C073C5-82DA-42E4-B59A-309D6D560E74}"/>
              </a:ext>
            </a:extLst>
          </p:cNvPr>
          <p:cNvPicPr>
            <a:picLocks xmlns:a="http://schemas.openxmlformats.org/drawingml/2006/main" noChangeAspect="1"/>
          </p:cNvPicPr>
          <p:nvPr/>
        </p:nvPicPr>
        <p:blipFill>
          <a:blip xmlns:r="http://schemas.openxmlformats.org/officeDocument/2006/relationships" xmlns:a="http://schemas.openxmlformats.org/drawingml/2006/main" r:embed="R58b483b8fa764d28"/>
          <a:srcRect xmlns:a="http://schemas.openxmlformats.org/drawingml/2006/main" l="0" t="27" r="0" b="27"/>
          <a:stretch xmlns:a="http://schemas.openxmlformats.org/drawingml/2006/main">
            <a:fillRect l="0" t="0" r="0" b="0"/>
          </a:stretch>
        </p:blipFill>
        <p:spPr>
          <a:xfrm xmlns:a="http://schemas.openxmlformats.org/drawingml/2006/main">
            <a:off x="0" y="0"/>
            <a:ext cx="15240000" cy="8572500"/>
          </a:xfrm>
          <a:prstGeom xmlns:a="http://schemas.openxmlformats.org/drawingml/2006/main" prst="rect">
            <a:avLst/>
          </a:prstGeom>
        </p:spPr>
      </p:pic>
      <p:sp>
        <p:nvSpPr>
          <p:cNvPr id="2" name="agenda-heading">
            <a:extLst xmlns:a="http://schemas.openxmlformats.org/drawingml/2006/main">
              <a:ext uri="{FF2B5EF4-FFF2-40B4-BE49-F238E27FC236}">
                <a16:creationId xmlns:a16="http://schemas.microsoft.com/office/drawing/2014/main" id="{52F73AAA-25F7-4A79-B991-D7778C70DDEE}"/>
              </a:ext>
            </a:extLst>
          </p:cNvPr>
          <p:cNvSpPr>
            <a:spLocks xmlns:a="http://schemas.openxmlformats.org/drawingml/2006/main" noGrp="1"/>
          </p:cNvSpPr>
          <p:nvPr/>
        </p:nvSpPr>
        <p:spPr>
          <a:xfrm xmlns:a="http://schemas.openxmlformats.org/drawingml/2006/main">
            <a:off x="400050" y="638175"/>
            <a:ext cx="2333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54DEEF"/>
                </a:solidFill>
                <a:latin typeface="DejaVu Sans Mono"/>
                <a:ea typeface="DejaVu Sans Mono"/>
                <a:cs typeface="DejaVu Sans Mono"/>
              </a:defRPr>
            </a:defPPr>
            <a:lvl1pPr algn="l">
              <a:defRPr sz="1875" b="1">
                <a:solidFill>
                  <a:srgbClr val="54DEEF"/>
                </a:solidFill>
                <a:latin typeface="DejaVu Sans Mono"/>
                <a:ea typeface="DejaVu Sans Mono"/>
                <a:cs typeface="DejaVu Sans Mono"/>
              </a:defRPr>
            </a:lvl1pPr>
            <a:lvl2pPr algn="l">
              <a:defRPr sz="1875" b="1">
                <a:solidFill>
                  <a:srgbClr val="54DEEF"/>
                </a:solidFill>
                <a:latin typeface="DejaVu Sans Mono"/>
                <a:ea typeface="DejaVu Sans Mono"/>
                <a:cs typeface="DejaVu Sans Mono"/>
              </a:defRPr>
            </a:lvl2pPr>
            <a:lvl3pPr algn="l">
              <a:defRPr sz="1875" b="1">
                <a:solidFill>
                  <a:srgbClr val="54DEEF"/>
                </a:solidFill>
                <a:latin typeface="DejaVu Sans Mono"/>
                <a:ea typeface="DejaVu Sans Mono"/>
                <a:cs typeface="DejaVu Sans Mono"/>
              </a:defRPr>
            </a:lvl3pPr>
            <a:lvl4pPr algn="l">
              <a:defRPr sz="1875" b="1">
                <a:solidFill>
                  <a:srgbClr val="54DEEF"/>
                </a:solidFill>
                <a:latin typeface="DejaVu Sans Mono"/>
                <a:ea typeface="DejaVu Sans Mono"/>
                <a:cs typeface="DejaVu Sans Mono"/>
              </a:defRPr>
            </a:lvl4pPr>
            <a:lvl5pPr algn="l">
              <a:defRPr sz="1875" b="1">
                <a:solidFill>
                  <a:srgbClr val="54DEEF"/>
                </a:solidFill>
                <a:latin typeface="DejaVu Sans Mono"/>
                <a:ea typeface="DejaVu Sans Mono"/>
                <a:cs typeface="DejaVu Sans Mono"/>
              </a:defRPr>
            </a:lvl5pPr>
            <a:lvl6pPr algn="l">
              <a:defRPr sz="1875" b="1">
                <a:solidFill>
                  <a:srgbClr val="54DEEF"/>
                </a:solidFill>
                <a:latin typeface="DejaVu Sans Mono"/>
                <a:ea typeface="DejaVu Sans Mono"/>
                <a:cs typeface="DejaVu Sans Mono"/>
              </a:defRPr>
            </a:lvl6pPr>
            <a:lvl7pPr algn="l">
              <a:defRPr sz="1875" b="1">
                <a:solidFill>
                  <a:srgbClr val="54DEEF"/>
                </a:solidFill>
                <a:latin typeface="DejaVu Sans Mono"/>
                <a:ea typeface="DejaVu Sans Mono"/>
                <a:cs typeface="DejaVu Sans Mono"/>
              </a:defRPr>
            </a:lvl7pPr>
            <a:lvl8pPr algn="l">
              <a:defRPr sz="1875" b="1">
                <a:solidFill>
                  <a:srgbClr val="54DEEF"/>
                </a:solidFill>
                <a:latin typeface="DejaVu Sans Mono"/>
                <a:ea typeface="DejaVu Sans Mono"/>
                <a:cs typeface="DejaVu Sans Mono"/>
              </a:defRPr>
            </a:lvl8pPr>
            <a:lvl9pPr algn="l">
              <a:defRPr sz="1875" b="1">
                <a:solidFill>
                  <a:srgbClr val="54DEEF"/>
                </a:solidFill>
                <a:latin typeface="DejaVu Sans Mono"/>
                <a:ea typeface="DejaVu Sans Mono"/>
                <a:cs typeface="DejaVu Sans Mono"/>
              </a:defRPr>
            </a:lvl9pPr>
          </a:lstStyle>
          <a:p xmlns:a="http://schemas.openxmlformats.org/drawingml/2006/main">
            <a:pPr algn="l">
              <a:defRPr sz="1875" b="1">
                <a:solidFill>
                  <a:srgbClr val="54DEEF"/>
                </a:solidFill>
                <a:latin typeface="DejaVu Sans Mono"/>
                <a:ea typeface="DejaVu Sans Mono"/>
                <a:cs typeface="DejaVu Sans Mono"/>
              </a:defRPr>
            </a:pPr>
            <a:r>
              <a:rPr sz="1875" b="1">
                <a:solidFill>
                  <a:srgbClr val="54DEEF"/>
                </a:solidFill>
                <a:latin typeface="DejaVu Sans Mono"/>
                <a:ea typeface="DejaVu Sans Mono"/>
                <a:cs typeface="DejaVu Sans Mono"/>
              </a:rPr>
              <a:t>Agenda:</a:t>
            </a:r>
          </a:p>
        </p:txBody>
      </p:sp>
      <p:sp>
        <p:nvSpPr>
          <p:cNvPr id="3" name="agenda-item">
            <a:extLst xmlns:a="http://schemas.openxmlformats.org/drawingml/2006/main">
              <a:ext uri="{FF2B5EF4-FFF2-40B4-BE49-F238E27FC236}">
                <a16:creationId xmlns:a16="http://schemas.microsoft.com/office/drawing/2014/main" id="{9F629671-3EBA-4120-A933-C62585661DAC}"/>
              </a:ext>
            </a:extLst>
          </p:cNvPr>
          <p:cNvSpPr>
            <a:spLocks xmlns:a="http://schemas.openxmlformats.org/drawingml/2006/main" noGrp="1"/>
          </p:cNvSpPr>
          <p:nvPr/>
        </p:nvSpPr>
        <p:spPr>
          <a:xfrm xmlns:a="http://schemas.openxmlformats.org/drawingml/2006/main">
            <a:off x="400050" y="142875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Was ist ein VPN?</a:t>
            </a:r>
          </a:p>
        </p:txBody>
      </p:sp>
      <p:sp>
        <p:nvSpPr>
          <p:cNvPr id="4" name="agenda-item">
            <a:extLst xmlns:a="http://schemas.openxmlformats.org/drawingml/2006/main">
              <a:ext uri="{FF2B5EF4-FFF2-40B4-BE49-F238E27FC236}">
                <a16:creationId xmlns:a16="http://schemas.microsoft.com/office/drawing/2014/main" id="{A6CCBB87-8B88-495C-AF02-44C69C1E27E1}"/>
              </a:ext>
            </a:extLst>
          </p:cNvPr>
          <p:cNvSpPr>
            <a:spLocks xmlns:a="http://schemas.openxmlformats.org/drawingml/2006/main" noGrp="1"/>
          </p:cNvSpPr>
          <p:nvPr/>
        </p:nvSpPr>
        <p:spPr>
          <a:xfrm xmlns:a="http://schemas.openxmlformats.org/drawingml/2006/main">
            <a:off x="400050" y="209550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Aufbau eines VPN</a:t>
            </a:r>
          </a:p>
        </p:txBody>
      </p:sp>
      <p:sp>
        <p:nvSpPr>
          <p:cNvPr id="5" name="agenda-item">
            <a:extLst xmlns:a="http://schemas.openxmlformats.org/drawingml/2006/main">
              <a:ext uri="{FF2B5EF4-FFF2-40B4-BE49-F238E27FC236}">
                <a16:creationId xmlns:a16="http://schemas.microsoft.com/office/drawing/2014/main" id="{95569B15-16A8-412D-8641-F40EAD9208FA}"/>
              </a:ext>
            </a:extLst>
          </p:cNvPr>
          <p:cNvSpPr>
            <a:spLocks xmlns:a="http://schemas.openxmlformats.org/drawingml/2006/main" noGrp="1"/>
          </p:cNvSpPr>
          <p:nvPr/>
        </p:nvSpPr>
        <p:spPr>
          <a:xfrm xmlns:a="http://schemas.openxmlformats.org/drawingml/2006/main">
            <a:off x="400050" y="276225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54DEEF"/>
                </a:solidFill>
                <a:latin typeface="DejaVu Sans"/>
                <a:ea typeface="DejaVu Sans"/>
                <a:cs typeface="DejaVu Sans"/>
              </a:defRPr>
            </a:defPPr>
            <a:lvl1pPr algn="l">
              <a:defRPr sz="1575" b="1">
                <a:solidFill>
                  <a:srgbClr val="54DEEF"/>
                </a:solidFill>
                <a:latin typeface="DejaVu Sans"/>
                <a:ea typeface="DejaVu Sans"/>
                <a:cs typeface="DejaVu Sans"/>
              </a:defRPr>
            </a:lvl1pPr>
            <a:lvl2pPr algn="l">
              <a:defRPr sz="1575" b="1">
                <a:solidFill>
                  <a:srgbClr val="54DEEF"/>
                </a:solidFill>
                <a:latin typeface="DejaVu Sans"/>
                <a:ea typeface="DejaVu Sans"/>
                <a:cs typeface="DejaVu Sans"/>
              </a:defRPr>
            </a:lvl2pPr>
            <a:lvl3pPr algn="l">
              <a:defRPr sz="1575" b="1">
                <a:solidFill>
                  <a:srgbClr val="54DEEF"/>
                </a:solidFill>
                <a:latin typeface="DejaVu Sans"/>
                <a:ea typeface="DejaVu Sans"/>
                <a:cs typeface="DejaVu Sans"/>
              </a:defRPr>
            </a:lvl3pPr>
            <a:lvl4pPr algn="l">
              <a:defRPr sz="1575" b="1">
                <a:solidFill>
                  <a:srgbClr val="54DEEF"/>
                </a:solidFill>
                <a:latin typeface="DejaVu Sans"/>
                <a:ea typeface="DejaVu Sans"/>
                <a:cs typeface="DejaVu Sans"/>
              </a:defRPr>
            </a:lvl4pPr>
            <a:lvl5pPr algn="l">
              <a:defRPr sz="1575" b="1">
                <a:solidFill>
                  <a:srgbClr val="54DEEF"/>
                </a:solidFill>
                <a:latin typeface="DejaVu Sans"/>
                <a:ea typeface="DejaVu Sans"/>
                <a:cs typeface="DejaVu Sans"/>
              </a:defRPr>
            </a:lvl5pPr>
            <a:lvl6pPr algn="l">
              <a:defRPr sz="1575" b="1">
                <a:solidFill>
                  <a:srgbClr val="54DEEF"/>
                </a:solidFill>
                <a:latin typeface="DejaVu Sans"/>
                <a:ea typeface="DejaVu Sans"/>
                <a:cs typeface="DejaVu Sans"/>
              </a:defRPr>
            </a:lvl6pPr>
            <a:lvl7pPr algn="l">
              <a:defRPr sz="1575" b="1">
                <a:solidFill>
                  <a:srgbClr val="54DEEF"/>
                </a:solidFill>
                <a:latin typeface="DejaVu Sans"/>
                <a:ea typeface="DejaVu Sans"/>
                <a:cs typeface="DejaVu Sans"/>
              </a:defRPr>
            </a:lvl7pPr>
            <a:lvl8pPr algn="l">
              <a:defRPr sz="1575" b="1">
                <a:solidFill>
                  <a:srgbClr val="54DEEF"/>
                </a:solidFill>
                <a:latin typeface="DejaVu Sans"/>
                <a:ea typeface="DejaVu Sans"/>
                <a:cs typeface="DejaVu Sans"/>
              </a:defRPr>
            </a:lvl8pPr>
            <a:lvl9pPr algn="l">
              <a:defRPr sz="1575" b="1">
                <a:solidFill>
                  <a:srgbClr val="54DEEF"/>
                </a:solidFill>
                <a:latin typeface="DejaVu Sans"/>
                <a:ea typeface="DejaVu Sans"/>
                <a:cs typeface="DejaVu Sans"/>
              </a:defRPr>
            </a:lvl9pPr>
          </a:lstStyle>
          <a:p xmlns:a="http://schemas.openxmlformats.org/drawingml/2006/main">
            <a:pPr algn="l">
              <a:defRPr sz="1575" b="1">
                <a:solidFill>
                  <a:srgbClr val="54DEEF"/>
                </a:solidFill>
                <a:latin typeface="DejaVu Sans"/>
                <a:ea typeface="DejaVu Sans"/>
                <a:cs typeface="DejaVu Sans"/>
              </a:defRPr>
            </a:pPr>
            <a:r>
              <a:rPr sz="1575" b="1">
                <a:solidFill>
                  <a:srgbClr val="54DEEF"/>
                </a:solidFill>
                <a:latin typeface="DejaVu Sans"/>
                <a:ea typeface="DejaVu Sans"/>
                <a:cs typeface="DejaVu Sans"/>
              </a:rPr>
              <a:t>Ausprägungen eines VPN Netzes</a:t>
            </a:r>
          </a:p>
        </p:txBody>
      </p:sp>
      <p:sp>
        <p:nvSpPr>
          <p:cNvPr id="6" name="agenda-item">
            <a:extLst xmlns:a="http://schemas.openxmlformats.org/drawingml/2006/main">
              <a:ext uri="{FF2B5EF4-FFF2-40B4-BE49-F238E27FC236}">
                <a16:creationId xmlns:a16="http://schemas.microsoft.com/office/drawing/2014/main" id="{31886AD7-E551-48BB-A8D0-B739BC754DA3}"/>
              </a:ext>
            </a:extLst>
          </p:cNvPr>
          <p:cNvSpPr>
            <a:spLocks xmlns:a="http://schemas.openxmlformats.org/drawingml/2006/main" noGrp="1"/>
          </p:cNvSpPr>
          <p:nvPr/>
        </p:nvSpPr>
        <p:spPr>
          <a:xfrm xmlns:a="http://schemas.openxmlformats.org/drawingml/2006/main">
            <a:off x="400050" y="371475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Tunneling Protokolle</a:t>
            </a:r>
          </a:p>
        </p:txBody>
      </p:sp>
      <p:sp>
        <p:nvSpPr>
          <p:cNvPr id="7" name="agenda-item">
            <a:extLst xmlns:a="http://schemas.openxmlformats.org/drawingml/2006/main">
              <a:ext uri="{FF2B5EF4-FFF2-40B4-BE49-F238E27FC236}">
                <a16:creationId xmlns:a16="http://schemas.microsoft.com/office/drawing/2014/main" id="{20CBA7BD-225E-4B58-A617-DFE5620FC519}"/>
              </a:ext>
            </a:extLst>
          </p:cNvPr>
          <p:cNvSpPr>
            <a:spLocks xmlns:a="http://schemas.openxmlformats.org/drawingml/2006/main" noGrp="1"/>
          </p:cNvSpPr>
          <p:nvPr/>
        </p:nvSpPr>
        <p:spPr>
          <a:xfrm xmlns:a="http://schemas.openxmlformats.org/drawingml/2006/main">
            <a:off x="400050" y="4524375"/>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IPSec</a:t>
            </a:r>
          </a:p>
        </p:txBody>
      </p:sp>
      <p:sp>
        <p:nvSpPr>
          <p:cNvPr id="8" name="agenda-item">
            <a:extLst xmlns:a="http://schemas.openxmlformats.org/drawingml/2006/main">
              <a:ext uri="{FF2B5EF4-FFF2-40B4-BE49-F238E27FC236}">
                <a16:creationId xmlns:a16="http://schemas.microsoft.com/office/drawing/2014/main" id="{B8096FEB-B185-4D22-B443-6CF53192BF52}"/>
              </a:ext>
            </a:extLst>
          </p:cNvPr>
          <p:cNvSpPr>
            <a:spLocks xmlns:a="http://schemas.openxmlformats.org/drawingml/2006/main" noGrp="1"/>
          </p:cNvSpPr>
          <p:nvPr/>
        </p:nvSpPr>
        <p:spPr>
          <a:xfrm xmlns:a="http://schemas.openxmlformats.org/drawingml/2006/main">
            <a:off x="400050" y="5191125"/>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VPN in Verbindung mit einer Firewall</a:t>
            </a:r>
          </a:p>
        </p:txBody>
      </p:sp>
      <p:sp>
        <p:nvSpPr>
          <p:cNvPr id="9" name="agenda-item">
            <a:extLst xmlns:a="http://schemas.openxmlformats.org/drawingml/2006/main">
              <a:ext uri="{FF2B5EF4-FFF2-40B4-BE49-F238E27FC236}">
                <a16:creationId xmlns:a16="http://schemas.microsoft.com/office/drawing/2014/main" id="{9682BBED-BDAB-45C8-9559-9E802A77903F}"/>
              </a:ext>
            </a:extLst>
          </p:cNvPr>
          <p:cNvSpPr>
            <a:spLocks xmlns:a="http://schemas.openxmlformats.org/drawingml/2006/main" noGrp="1"/>
          </p:cNvSpPr>
          <p:nvPr/>
        </p:nvSpPr>
        <p:spPr>
          <a:xfrm xmlns:a="http://schemas.openxmlformats.org/drawingml/2006/main">
            <a:off x="400050" y="6334125"/>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Fazit</a:t>
            </a:r>
          </a:p>
        </p:txBody>
      </p:sp>
      <p:sp>
        <p:nvSpPr>
          <p:cNvPr id="10" name="title">
            <a:extLst xmlns:a="http://schemas.openxmlformats.org/drawingml/2006/main">
              <a:ext uri="{FF2B5EF4-FFF2-40B4-BE49-F238E27FC236}">
                <a16:creationId xmlns:a16="http://schemas.microsoft.com/office/drawing/2014/main" id="{DEA96A1A-D2D2-4B52-9469-9DB354E4EBAD}"/>
              </a:ext>
            </a:extLst>
          </p:cNvPr>
          <p:cNvSpPr>
            <a:spLocks xmlns:a="http://schemas.openxmlformats.org/drawingml/2006/main" noGrp="1"/>
          </p:cNvSpPr>
          <p:nvPr/>
        </p:nvSpPr>
        <p:spPr>
          <a:xfrm xmlns:a="http://schemas.openxmlformats.org/drawingml/2006/main">
            <a:off x="3619500" y="590550"/>
            <a:ext cx="1085850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525" b="1">
                <a:solidFill>
                  <a:srgbClr val="F1F7FC"/>
                </a:solidFill>
                <a:latin typeface="DejaVu Sans"/>
                <a:ea typeface="DejaVu Sans"/>
                <a:cs typeface="DejaVu Sans"/>
              </a:defRPr>
            </a:defPPr>
            <a:lvl1pPr algn="l">
              <a:defRPr sz="3525" b="1">
                <a:solidFill>
                  <a:srgbClr val="F1F7FC"/>
                </a:solidFill>
                <a:latin typeface="DejaVu Sans"/>
                <a:ea typeface="DejaVu Sans"/>
                <a:cs typeface="DejaVu Sans"/>
              </a:defRPr>
            </a:lvl1pPr>
            <a:lvl2pPr algn="l">
              <a:defRPr sz="3525" b="1">
                <a:solidFill>
                  <a:srgbClr val="F1F7FC"/>
                </a:solidFill>
                <a:latin typeface="DejaVu Sans"/>
                <a:ea typeface="DejaVu Sans"/>
                <a:cs typeface="DejaVu Sans"/>
              </a:defRPr>
            </a:lvl2pPr>
            <a:lvl3pPr algn="l">
              <a:defRPr sz="3525" b="1">
                <a:solidFill>
                  <a:srgbClr val="F1F7FC"/>
                </a:solidFill>
                <a:latin typeface="DejaVu Sans"/>
                <a:ea typeface="DejaVu Sans"/>
                <a:cs typeface="DejaVu Sans"/>
              </a:defRPr>
            </a:lvl3pPr>
            <a:lvl4pPr algn="l">
              <a:defRPr sz="3525" b="1">
                <a:solidFill>
                  <a:srgbClr val="F1F7FC"/>
                </a:solidFill>
                <a:latin typeface="DejaVu Sans"/>
                <a:ea typeface="DejaVu Sans"/>
                <a:cs typeface="DejaVu Sans"/>
              </a:defRPr>
            </a:lvl4pPr>
            <a:lvl5pPr algn="l">
              <a:defRPr sz="3525" b="1">
                <a:solidFill>
                  <a:srgbClr val="F1F7FC"/>
                </a:solidFill>
                <a:latin typeface="DejaVu Sans"/>
                <a:ea typeface="DejaVu Sans"/>
                <a:cs typeface="DejaVu Sans"/>
              </a:defRPr>
            </a:lvl5pPr>
            <a:lvl6pPr algn="l">
              <a:defRPr sz="3525" b="1">
                <a:solidFill>
                  <a:srgbClr val="F1F7FC"/>
                </a:solidFill>
                <a:latin typeface="DejaVu Sans"/>
                <a:ea typeface="DejaVu Sans"/>
                <a:cs typeface="DejaVu Sans"/>
              </a:defRPr>
            </a:lvl6pPr>
            <a:lvl7pPr algn="l">
              <a:defRPr sz="3525" b="1">
                <a:solidFill>
                  <a:srgbClr val="F1F7FC"/>
                </a:solidFill>
                <a:latin typeface="DejaVu Sans"/>
                <a:ea typeface="DejaVu Sans"/>
                <a:cs typeface="DejaVu Sans"/>
              </a:defRPr>
            </a:lvl7pPr>
            <a:lvl8pPr algn="l">
              <a:defRPr sz="3525" b="1">
                <a:solidFill>
                  <a:srgbClr val="F1F7FC"/>
                </a:solidFill>
                <a:latin typeface="DejaVu Sans"/>
                <a:ea typeface="DejaVu Sans"/>
                <a:cs typeface="DejaVu Sans"/>
              </a:defRPr>
            </a:lvl8pPr>
            <a:lvl9pPr algn="l">
              <a:defRPr sz="3525" b="1">
                <a:solidFill>
                  <a:srgbClr val="F1F7FC"/>
                </a:solidFill>
                <a:latin typeface="DejaVu Sans"/>
                <a:ea typeface="DejaVu Sans"/>
                <a:cs typeface="DejaVu Sans"/>
              </a:defRPr>
            </a:lvl9pPr>
          </a:lstStyle>
          <a:p xmlns:a="http://schemas.openxmlformats.org/drawingml/2006/main">
            <a:pPr algn="l">
              <a:defRPr sz="3525" b="1">
                <a:solidFill>
                  <a:srgbClr val="F1F7FC"/>
                </a:solidFill>
                <a:latin typeface="DejaVu Sans"/>
                <a:ea typeface="DejaVu Sans"/>
                <a:cs typeface="DejaVu Sans"/>
              </a:defRPr>
            </a:pPr>
            <a:r>
              <a:rPr sz="3525" b="1">
                <a:solidFill>
                  <a:srgbClr val="F1F7FC"/>
                </a:solidFill>
                <a:latin typeface="DejaVu Sans"/>
                <a:ea typeface="DejaVu Sans"/>
                <a:cs typeface="DejaVu Sans"/>
              </a:rPr>
              <a:t>Ausprägungen eines VPN Netzes</a:t>
            </a:r>
          </a:p>
        </p:txBody>
      </p:sp>
      <p:sp>
        <p:nvSpPr>
          <p:cNvPr id="11" name="page-number">
            <a:extLst xmlns:a="http://schemas.openxmlformats.org/drawingml/2006/main">
              <a:ext uri="{FF2B5EF4-FFF2-40B4-BE49-F238E27FC236}">
                <a16:creationId xmlns:a16="http://schemas.microsoft.com/office/drawing/2014/main" id="{9921F8A6-674A-4297-AA2F-B15EF4FFBE13}"/>
              </a:ext>
            </a:extLst>
          </p:cNvPr>
          <p:cNvSpPr>
            <a:spLocks xmlns:a="http://schemas.openxmlformats.org/drawingml/2006/main" noGrp="1"/>
          </p:cNvSpPr>
          <p:nvPr/>
        </p:nvSpPr>
        <p:spPr>
          <a:xfrm xmlns:a="http://schemas.openxmlformats.org/drawingml/2006/main">
            <a:off x="13477875" y="8020050"/>
            <a:ext cx="1285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AABFD1"/>
                </a:solidFill>
                <a:latin typeface="DejaVu Sans Mono"/>
                <a:ea typeface="DejaVu Sans Mono"/>
                <a:cs typeface="DejaVu Sans Mono"/>
              </a:defRPr>
            </a:defPPr>
            <a:lvl1pPr algn="r">
              <a:defRPr sz="1350" b="0">
                <a:solidFill>
                  <a:srgbClr val="AABFD1"/>
                </a:solidFill>
                <a:latin typeface="DejaVu Sans Mono"/>
                <a:ea typeface="DejaVu Sans Mono"/>
                <a:cs typeface="DejaVu Sans Mono"/>
              </a:defRPr>
            </a:lvl1pPr>
            <a:lvl2pPr algn="r">
              <a:defRPr sz="1350" b="0">
                <a:solidFill>
                  <a:srgbClr val="AABFD1"/>
                </a:solidFill>
                <a:latin typeface="DejaVu Sans Mono"/>
                <a:ea typeface="DejaVu Sans Mono"/>
                <a:cs typeface="DejaVu Sans Mono"/>
              </a:defRPr>
            </a:lvl2pPr>
            <a:lvl3pPr algn="r">
              <a:defRPr sz="1350" b="0">
                <a:solidFill>
                  <a:srgbClr val="AABFD1"/>
                </a:solidFill>
                <a:latin typeface="DejaVu Sans Mono"/>
                <a:ea typeface="DejaVu Sans Mono"/>
                <a:cs typeface="DejaVu Sans Mono"/>
              </a:defRPr>
            </a:lvl3pPr>
            <a:lvl4pPr algn="r">
              <a:defRPr sz="1350" b="0">
                <a:solidFill>
                  <a:srgbClr val="AABFD1"/>
                </a:solidFill>
                <a:latin typeface="DejaVu Sans Mono"/>
                <a:ea typeface="DejaVu Sans Mono"/>
                <a:cs typeface="DejaVu Sans Mono"/>
              </a:defRPr>
            </a:lvl4pPr>
            <a:lvl5pPr algn="r">
              <a:defRPr sz="1350" b="0">
                <a:solidFill>
                  <a:srgbClr val="AABFD1"/>
                </a:solidFill>
                <a:latin typeface="DejaVu Sans Mono"/>
                <a:ea typeface="DejaVu Sans Mono"/>
                <a:cs typeface="DejaVu Sans Mono"/>
              </a:defRPr>
            </a:lvl5pPr>
            <a:lvl6pPr algn="r">
              <a:defRPr sz="1350" b="0">
                <a:solidFill>
                  <a:srgbClr val="AABFD1"/>
                </a:solidFill>
                <a:latin typeface="DejaVu Sans Mono"/>
                <a:ea typeface="DejaVu Sans Mono"/>
                <a:cs typeface="DejaVu Sans Mono"/>
              </a:defRPr>
            </a:lvl6pPr>
            <a:lvl7pPr algn="r">
              <a:defRPr sz="1350" b="0">
                <a:solidFill>
                  <a:srgbClr val="AABFD1"/>
                </a:solidFill>
                <a:latin typeface="DejaVu Sans Mono"/>
                <a:ea typeface="DejaVu Sans Mono"/>
                <a:cs typeface="DejaVu Sans Mono"/>
              </a:defRPr>
            </a:lvl7pPr>
            <a:lvl8pPr algn="r">
              <a:defRPr sz="1350" b="0">
                <a:solidFill>
                  <a:srgbClr val="AABFD1"/>
                </a:solidFill>
                <a:latin typeface="DejaVu Sans Mono"/>
                <a:ea typeface="DejaVu Sans Mono"/>
                <a:cs typeface="DejaVu Sans Mono"/>
              </a:defRPr>
            </a:lvl8pPr>
            <a:lvl9pPr algn="r">
              <a:defRPr sz="1350" b="0">
                <a:solidFill>
                  <a:srgbClr val="AABFD1"/>
                </a:solidFill>
                <a:latin typeface="DejaVu Sans Mono"/>
                <a:ea typeface="DejaVu Sans Mono"/>
                <a:cs typeface="DejaVu Sans Mono"/>
              </a:defRPr>
            </a:lvl9pPr>
          </a:lstStyle>
          <a:p xmlns:a="http://schemas.openxmlformats.org/drawingml/2006/main">
            <a:pPr algn="r">
              <a:defRPr sz="1350" b="0">
                <a:solidFill>
                  <a:srgbClr val="AABFD1"/>
                </a:solidFill>
                <a:latin typeface="DejaVu Sans Mono"/>
                <a:ea typeface="DejaVu Sans Mono"/>
                <a:cs typeface="DejaVu Sans Mono"/>
              </a:defRPr>
            </a:pPr>
            <a:r>
              <a:rPr sz="1350" b="0">
                <a:solidFill>
                  <a:srgbClr val="AABFD1"/>
                </a:solidFill>
                <a:latin typeface="DejaVu Sans Mono"/>
                <a:ea typeface="DejaVu Sans Mono"/>
                <a:cs typeface="DejaVu Sans Mono"/>
              </a:rPr>
              <a:t>13 / 33</a:t>
            </a:r>
          </a:p>
        </p:txBody>
      </p:sp>
      <p:sp>
        <p:nvSpPr>
          <p:cNvPr id="12" name="subheading">
            <a:extLst xmlns:a="http://schemas.openxmlformats.org/drawingml/2006/main">
              <a:ext uri="{FF2B5EF4-FFF2-40B4-BE49-F238E27FC236}">
                <a16:creationId xmlns:a16="http://schemas.microsoft.com/office/drawing/2014/main" id="{6CB35AF8-6979-4A97-8624-8936D63210F1}"/>
              </a:ext>
            </a:extLst>
          </p:cNvPr>
          <p:cNvSpPr>
            <a:spLocks xmlns:a="http://schemas.openxmlformats.org/drawingml/2006/main" noGrp="1"/>
          </p:cNvSpPr>
          <p:nvPr/>
        </p:nvSpPr>
        <p:spPr>
          <a:xfrm xmlns:a="http://schemas.openxmlformats.org/drawingml/2006/main">
            <a:off x="3619500" y="20383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54DEEF"/>
                </a:solidFill>
                <a:latin typeface="DejaVu Sans"/>
                <a:ea typeface="DejaVu Sans"/>
                <a:cs typeface="DejaVu Sans"/>
              </a:defRPr>
            </a:defPPr>
            <a:lvl1pPr algn="l">
              <a:defRPr sz="2550" b="1">
                <a:solidFill>
                  <a:srgbClr val="54DEEF"/>
                </a:solidFill>
                <a:latin typeface="DejaVu Sans"/>
                <a:ea typeface="DejaVu Sans"/>
                <a:cs typeface="DejaVu Sans"/>
              </a:defRPr>
            </a:lvl1pPr>
            <a:lvl2pPr algn="l">
              <a:defRPr sz="2550" b="1">
                <a:solidFill>
                  <a:srgbClr val="54DEEF"/>
                </a:solidFill>
                <a:latin typeface="DejaVu Sans"/>
                <a:ea typeface="DejaVu Sans"/>
                <a:cs typeface="DejaVu Sans"/>
              </a:defRPr>
            </a:lvl2pPr>
            <a:lvl3pPr algn="l">
              <a:defRPr sz="2550" b="1">
                <a:solidFill>
                  <a:srgbClr val="54DEEF"/>
                </a:solidFill>
                <a:latin typeface="DejaVu Sans"/>
                <a:ea typeface="DejaVu Sans"/>
                <a:cs typeface="DejaVu Sans"/>
              </a:defRPr>
            </a:lvl3pPr>
            <a:lvl4pPr algn="l">
              <a:defRPr sz="2550" b="1">
                <a:solidFill>
                  <a:srgbClr val="54DEEF"/>
                </a:solidFill>
                <a:latin typeface="DejaVu Sans"/>
                <a:ea typeface="DejaVu Sans"/>
                <a:cs typeface="DejaVu Sans"/>
              </a:defRPr>
            </a:lvl4pPr>
            <a:lvl5pPr algn="l">
              <a:defRPr sz="2550" b="1">
                <a:solidFill>
                  <a:srgbClr val="54DEEF"/>
                </a:solidFill>
                <a:latin typeface="DejaVu Sans"/>
                <a:ea typeface="DejaVu Sans"/>
                <a:cs typeface="DejaVu Sans"/>
              </a:defRPr>
            </a:lvl5pPr>
            <a:lvl6pPr algn="l">
              <a:defRPr sz="2550" b="1">
                <a:solidFill>
                  <a:srgbClr val="54DEEF"/>
                </a:solidFill>
                <a:latin typeface="DejaVu Sans"/>
                <a:ea typeface="DejaVu Sans"/>
                <a:cs typeface="DejaVu Sans"/>
              </a:defRPr>
            </a:lvl6pPr>
            <a:lvl7pPr algn="l">
              <a:defRPr sz="2550" b="1">
                <a:solidFill>
                  <a:srgbClr val="54DEEF"/>
                </a:solidFill>
                <a:latin typeface="DejaVu Sans"/>
                <a:ea typeface="DejaVu Sans"/>
                <a:cs typeface="DejaVu Sans"/>
              </a:defRPr>
            </a:lvl7pPr>
            <a:lvl8pPr algn="l">
              <a:defRPr sz="2550" b="1">
                <a:solidFill>
                  <a:srgbClr val="54DEEF"/>
                </a:solidFill>
                <a:latin typeface="DejaVu Sans"/>
                <a:ea typeface="DejaVu Sans"/>
                <a:cs typeface="DejaVu Sans"/>
              </a:defRPr>
            </a:lvl8pPr>
            <a:lvl9pPr algn="l">
              <a:defRPr sz="2550" b="1">
                <a:solidFill>
                  <a:srgbClr val="54DEEF"/>
                </a:solidFill>
                <a:latin typeface="DejaVu Sans"/>
                <a:ea typeface="DejaVu Sans"/>
                <a:cs typeface="DejaVu Sans"/>
              </a:defRPr>
            </a:lvl9pPr>
          </a:lstStyle>
          <a:p xmlns:a="http://schemas.openxmlformats.org/drawingml/2006/main">
            <a:pPr algn="l">
              <a:defRPr sz="2550" b="1">
                <a:solidFill>
                  <a:srgbClr val="54DEEF"/>
                </a:solidFill>
                <a:latin typeface="DejaVu Sans"/>
                <a:ea typeface="DejaVu Sans"/>
                <a:cs typeface="DejaVu Sans"/>
              </a:defRPr>
            </a:pPr>
            <a:r>
              <a:rPr sz="2550" b="1">
                <a:solidFill>
                  <a:srgbClr val="54DEEF"/>
                </a:solidFill>
                <a:latin typeface="DejaVu Sans"/>
                <a:ea typeface="DejaVu Sans"/>
                <a:cs typeface="DejaVu Sans"/>
              </a:rPr>
              <a:t>Site – to – Site:</a:t>
            </a:r>
          </a:p>
        </p:txBody>
      </p:sp>
      <p:pic>
        <p:nvPicPr>
          <p:cNvPr id="13" name="">
            <a:extLst xmlns:a="http://schemas.openxmlformats.org/drawingml/2006/main">
              <a:ext uri="{FF2B5EF4-FFF2-40B4-BE49-F238E27FC236}">
                <a16:creationId xmlns:a16="http://schemas.microsoft.com/office/drawing/2014/main" id="{83EFBE61-F772-4E2E-978B-57FA228119A6}"/>
              </a:ext>
            </a:extLst>
          </p:cNvPr>
          <p:cNvPicPr>
            <a:picLocks xmlns:a="http://schemas.openxmlformats.org/drawingml/2006/main" noChangeAspect="1"/>
          </p:cNvPicPr>
          <p:nvPr/>
        </p:nvPicPr>
        <p:blipFill>
          <a:blip xmlns:r="http://schemas.openxmlformats.org/officeDocument/2006/relationships" xmlns:a="http://schemas.openxmlformats.org/drawingml/2006/main" r:embed="R1c582a7159984334"/>
          <a:stretch xmlns:a="http://schemas.openxmlformats.org/drawingml/2006/main"/>
        </p:blipFill>
        <p:spPr>
          <a:xfrm xmlns:a="http://schemas.openxmlformats.org/drawingml/2006/main">
            <a:off x="4328463" y="2857500"/>
            <a:ext cx="9440574" cy="4667250"/>
          </a:xfrm>
          <a:prstGeom xmlns:a="http://schemas.openxmlformats.org/drawingml/2006/main" prst="rect">
            <a:avLst/>
          </a:prstGeom>
        </p:spPr>
      </p:pic>
    </p:spTree>
    <p:extLst>
      <p:ext uri="{BB962C8B-B14F-4D97-AF65-F5344CB8AC3E}">
        <p14:creationId xmlns:p14="http://schemas.microsoft.com/office/powerpoint/2010/main" val="374569840"/>
      </p:ext>
    </p:extLst>
  </p:cSld>
</p:sld>
</file>

<file path=ppt/slides/slide14.xml><?xml version="1.0" encoding="utf-8"?>
<p:sld xmlns:p="http://schemas.openxmlformats.org/presentationml/2006/main">
  <p:cSld>
    <p:bg>
      <p:bgPr>
        <a:solidFill xmlns:a="http://schemas.openxmlformats.org/drawingml/2006/main">
          <a:srgbClr val="081522"/>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A6AF17EE-3F61-4E51-AF28-6A01465ADD83}"/>
              </a:ext>
            </a:extLst>
          </p:cNvPr>
          <p:cNvPicPr>
            <a:picLocks xmlns:a="http://schemas.openxmlformats.org/drawingml/2006/main" noChangeAspect="1"/>
          </p:cNvPicPr>
          <p:nvPr/>
        </p:nvPicPr>
        <p:blipFill>
          <a:blip xmlns:r="http://schemas.openxmlformats.org/officeDocument/2006/relationships" xmlns:a="http://schemas.openxmlformats.org/drawingml/2006/main" r:embed="R31b763dd4b4e4a41"/>
          <a:srcRect xmlns:a="http://schemas.openxmlformats.org/drawingml/2006/main" l="0" t="27" r="0" b="27"/>
          <a:stretch xmlns:a="http://schemas.openxmlformats.org/drawingml/2006/main">
            <a:fillRect l="0" t="0" r="0" b="0"/>
          </a:stretch>
        </p:blipFill>
        <p:spPr>
          <a:xfrm xmlns:a="http://schemas.openxmlformats.org/drawingml/2006/main">
            <a:off x="0" y="0"/>
            <a:ext cx="15240000" cy="8572500"/>
          </a:xfrm>
          <a:prstGeom xmlns:a="http://schemas.openxmlformats.org/drawingml/2006/main" prst="rect">
            <a:avLst/>
          </a:prstGeom>
        </p:spPr>
      </p:pic>
      <p:sp>
        <p:nvSpPr>
          <p:cNvPr id="2" name="agenda-heading">
            <a:extLst xmlns:a="http://schemas.openxmlformats.org/drawingml/2006/main">
              <a:ext uri="{FF2B5EF4-FFF2-40B4-BE49-F238E27FC236}">
                <a16:creationId xmlns:a16="http://schemas.microsoft.com/office/drawing/2014/main" id="{92F85454-9461-41BD-8809-6BA758FA9DD6}"/>
              </a:ext>
            </a:extLst>
          </p:cNvPr>
          <p:cNvSpPr>
            <a:spLocks xmlns:a="http://schemas.openxmlformats.org/drawingml/2006/main" noGrp="1"/>
          </p:cNvSpPr>
          <p:nvPr/>
        </p:nvSpPr>
        <p:spPr>
          <a:xfrm xmlns:a="http://schemas.openxmlformats.org/drawingml/2006/main">
            <a:off x="400050" y="638175"/>
            <a:ext cx="2333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54DEEF"/>
                </a:solidFill>
                <a:latin typeface="DejaVu Sans Mono"/>
                <a:ea typeface="DejaVu Sans Mono"/>
                <a:cs typeface="DejaVu Sans Mono"/>
              </a:defRPr>
            </a:defPPr>
            <a:lvl1pPr algn="l">
              <a:defRPr sz="1875" b="1">
                <a:solidFill>
                  <a:srgbClr val="54DEEF"/>
                </a:solidFill>
                <a:latin typeface="DejaVu Sans Mono"/>
                <a:ea typeface="DejaVu Sans Mono"/>
                <a:cs typeface="DejaVu Sans Mono"/>
              </a:defRPr>
            </a:lvl1pPr>
            <a:lvl2pPr algn="l">
              <a:defRPr sz="1875" b="1">
                <a:solidFill>
                  <a:srgbClr val="54DEEF"/>
                </a:solidFill>
                <a:latin typeface="DejaVu Sans Mono"/>
                <a:ea typeface="DejaVu Sans Mono"/>
                <a:cs typeface="DejaVu Sans Mono"/>
              </a:defRPr>
            </a:lvl2pPr>
            <a:lvl3pPr algn="l">
              <a:defRPr sz="1875" b="1">
                <a:solidFill>
                  <a:srgbClr val="54DEEF"/>
                </a:solidFill>
                <a:latin typeface="DejaVu Sans Mono"/>
                <a:ea typeface="DejaVu Sans Mono"/>
                <a:cs typeface="DejaVu Sans Mono"/>
              </a:defRPr>
            </a:lvl3pPr>
            <a:lvl4pPr algn="l">
              <a:defRPr sz="1875" b="1">
                <a:solidFill>
                  <a:srgbClr val="54DEEF"/>
                </a:solidFill>
                <a:latin typeface="DejaVu Sans Mono"/>
                <a:ea typeface="DejaVu Sans Mono"/>
                <a:cs typeface="DejaVu Sans Mono"/>
              </a:defRPr>
            </a:lvl4pPr>
            <a:lvl5pPr algn="l">
              <a:defRPr sz="1875" b="1">
                <a:solidFill>
                  <a:srgbClr val="54DEEF"/>
                </a:solidFill>
                <a:latin typeface="DejaVu Sans Mono"/>
                <a:ea typeface="DejaVu Sans Mono"/>
                <a:cs typeface="DejaVu Sans Mono"/>
              </a:defRPr>
            </a:lvl5pPr>
            <a:lvl6pPr algn="l">
              <a:defRPr sz="1875" b="1">
                <a:solidFill>
                  <a:srgbClr val="54DEEF"/>
                </a:solidFill>
                <a:latin typeface="DejaVu Sans Mono"/>
                <a:ea typeface="DejaVu Sans Mono"/>
                <a:cs typeface="DejaVu Sans Mono"/>
              </a:defRPr>
            </a:lvl6pPr>
            <a:lvl7pPr algn="l">
              <a:defRPr sz="1875" b="1">
                <a:solidFill>
                  <a:srgbClr val="54DEEF"/>
                </a:solidFill>
                <a:latin typeface="DejaVu Sans Mono"/>
                <a:ea typeface="DejaVu Sans Mono"/>
                <a:cs typeface="DejaVu Sans Mono"/>
              </a:defRPr>
            </a:lvl7pPr>
            <a:lvl8pPr algn="l">
              <a:defRPr sz="1875" b="1">
                <a:solidFill>
                  <a:srgbClr val="54DEEF"/>
                </a:solidFill>
                <a:latin typeface="DejaVu Sans Mono"/>
                <a:ea typeface="DejaVu Sans Mono"/>
                <a:cs typeface="DejaVu Sans Mono"/>
              </a:defRPr>
            </a:lvl8pPr>
            <a:lvl9pPr algn="l">
              <a:defRPr sz="1875" b="1">
                <a:solidFill>
                  <a:srgbClr val="54DEEF"/>
                </a:solidFill>
                <a:latin typeface="DejaVu Sans Mono"/>
                <a:ea typeface="DejaVu Sans Mono"/>
                <a:cs typeface="DejaVu Sans Mono"/>
              </a:defRPr>
            </a:lvl9pPr>
          </a:lstStyle>
          <a:p xmlns:a="http://schemas.openxmlformats.org/drawingml/2006/main">
            <a:pPr algn="l">
              <a:defRPr sz="1875" b="1">
                <a:solidFill>
                  <a:srgbClr val="54DEEF"/>
                </a:solidFill>
                <a:latin typeface="DejaVu Sans Mono"/>
                <a:ea typeface="DejaVu Sans Mono"/>
                <a:cs typeface="DejaVu Sans Mono"/>
              </a:defRPr>
            </a:pPr>
            <a:r>
              <a:rPr sz="1875" b="1">
                <a:solidFill>
                  <a:srgbClr val="54DEEF"/>
                </a:solidFill>
                <a:latin typeface="DejaVu Sans Mono"/>
                <a:ea typeface="DejaVu Sans Mono"/>
                <a:cs typeface="DejaVu Sans Mono"/>
              </a:rPr>
              <a:t>Agenda:</a:t>
            </a:r>
          </a:p>
        </p:txBody>
      </p:sp>
      <p:sp>
        <p:nvSpPr>
          <p:cNvPr id="3" name="agenda-item">
            <a:extLst xmlns:a="http://schemas.openxmlformats.org/drawingml/2006/main">
              <a:ext uri="{FF2B5EF4-FFF2-40B4-BE49-F238E27FC236}">
                <a16:creationId xmlns:a16="http://schemas.microsoft.com/office/drawing/2014/main" id="{86F88F8C-9B13-4130-B50C-E10C00E57ACC}"/>
              </a:ext>
            </a:extLst>
          </p:cNvPr>
          <p:cNvSpPr>
            <a:spLocks xmlns:a="http://schemas.openxmlformats.org/drawingml/2006/main" noGrp="1"/>
          </p:cNvSpPr>
          <p:nvPr/>
        </p:nvSpPr>
        <p:spPr>
          <a:xfrm xmlns:a="http://schemas.openxmlformats.org/drawingml/2006/main">
            <a:off x="400050" y="142875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Was ist ein VPN?</a:t>
            </a:r>
          </a:p>
        </p:txBody>
      </p:sp>
      <p:sp>
        <p:nvSpPr>
          <p:cNvPr id="4" name="agenda-item">
            <a:extLst xmlns:a="http://schemas.openxmlformats.org/drawingml/2006/main">
              <a:ext uri="{FF2B5EF4-FFF2-40B4-BE49-F238E27FC236}">
                <a16:creationId xmlns:a16="http://schemas.microsoft.com/office/drawing/2014/main" id="{1A7A3DC4-A579-4B68-A391-15F6635C1CE4}"/>
              </a:ext>
            </a:extLst>
          </p:cNvPr>
          <p:cNvSpPr>
            <a:spLocks xmlns:a="http://schemas.openxmlformats.org/drawingml/2006/main" noGrp="1"/>
          </p:cNvSpPr>
          <p:nvPr/>
        </p:nvSpPr>
        <p:spPr>
          <a:xfrm xmlns:a="http://schemas.openxmlformats.org/drawingml/2006/main">
            <a:off x="400050" y="209550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Aufbau eines VPN</a:t>
            </a:r>
          </a:p>
        </p:txBody>
      </p:sp>
      <p:sp>
        <p:nvSpPr>
          <p:cNvPr id="5" name="agenda-item">
            <a:extLst xmlns:a="http://schemas.openxmlformats.org/drawingml/2006/main">
              <a:ext uri="{FF2B5EF4-FFF2-40B4-BE49-F238E27FC236}">
                <a16:creationId xmlns:a16="http://schemas.microsoft.com/office/drawing/2014/main" id="{7957477D-26BA-4358-8445-00EB33CF80C1}"/>
              </a:ext>
            </a:extLst>
          </p:cNvPr>
          <p:cNvSpPr>
            <a:spLocks xmlns:a="http://schemas.openxmlformats.org/drawingml/2006/main" noGrp="1"/>
          </p:cNvSpPr>
          <p:nvPr/>
        </p:nvSpPr>
        <p:spPr>
          <a:xfrm xmlns:a="http://schemas.openxmlformats.org/drawingml/2006/main">
            <a:off x="400050" y="276225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54DEEF"/>
                </a:solidFill>
                <a:latin typeface="DejaVu Sans"/>
                <a:ea typeface="DejaVu Sans"/>
                <a:cs typeface="DejaVu Sans"/>
              </a:defRPr>
            </a:defPPr>
            <a:lvl1pPr algn="l">
              <a:defRPr sz="1575" b="1">
                <a:solidFill>
                  <a:srgbClr val="54DEEF"/>
                </a:solidFill>
                <a:latin typeface="DejaVu Sans"/>
                <a:ea typeface="DejaVu Sans"/>
                <a:cs typeface="DejaVu Sans"/>
              </a:defRPr>
            </a:lvl1pPr>
            <a:lvl2pPr algn="l">
              <a:defRPr sz="1575" b="1">
                <a:solidFill>
                  <a:srgbClr val="54DEEF"/>
                </a:solidFill>
                <a:latin typeface="DejaVu Sans"/>
                <a:ea typeface="DejaVu Sans"/>
                <a:cs typeface="DejaVu Sans"/>
              </a:defRPr>
            </a:lvl2pPr>
            <a:lvl3pPr algn="l">
              <a:defRPr sz="1575" b="1">
                <a:solidFill>
                  <a:srgbClr val="54DEEF"/>
                </a:solidFill>
                <a:latin typeface="DejaVu Sans"/>
                <a:ea typeface="DejaVu Sans"/>
                <a:cs typeface="DejaVu Sans"/>
              </a:defRPr>
            </a:lvl3pPr>
            <a:lvl4pPr algn="l">
              <a:defRPr sz="1575" b="1">
                <a:solidFill>
                  <a:srgbClr val="54DEEF"/>
                </a:solidFill>
                <a:latin typeface="DejaVu Sans"/>
                <a:ea typeface="DejaVu Sans"/>
                <a:cs typeface="DejaVu Sans"/>
              </a:defRPr>
            </a:lvl4pPr>
            <a:lvl5pPr algn="l">
              <a:defRPr sz="1575" b="1">
                <a:solidFill>
                  <a:srgbClr val="54DEEF"/>
                </a:solidFill>
                <a:latin typeface="DejaVu Sans"/>
                <a:ea typeface="DejaVu Sans"/>
                <a:cs typeface="DejaVu Sans"/>
              </a:defRPr>
            </a:lvl5pPr>
            <a:lvl6pPr algn="l">
              <a:defRPr sz="1575" b="1">
                <a:solidFill>
                  <a:srgbClr val="54DEEF"/>
                </a:solidFill>
                <a:latin typeface="DejaVu Sans"/>
                <a:ea typeface="DejaVu Sans"/>
                <a:cs typeface="DejaVu Sans"/>
              </a:defRPr>
            </a:lvl6pPr>
            <a:lvl7pPr algn="l">
              <a:defRPr sz="1575" b="1">
                <a:solidFill>
                  <a:srgbClr val="54DEEF"/>
                </a:solidFill>
                <a:latin typeface="DejaVu Sans"/>
                <a:ea typeface="DejaVu Sans"/>
                <a:cs typeface="DejaVu Sans"/>
              </a:defRPr>
            </a:lvl7pPr>
            <a:lvl8pPr algn="l">
              <a:defRPr sz="1575" b="1">
                <a:solidFill>
                  <a:srgbClr val="54DEEF"/>
                </a:solidFill>
                <a:latin typeface="DejaVu Sans"/>
                <a:ea typeface="DejaVu Sans"/>
                <a:cs typeface="DejaVu Sans"/>
              </a:defRPr>
            </a:lvl8pPr>
            <a:lvl9pPr algn="l">
              <a:defRPr sz="1575" b="1">
                <a:solidFill>
                  <a:srgbClr val="54DEEF"/>
                </a:solidFill>
                <a:latin typeface="DejaVu Sans"/>
                <a:ea typeface="DejaVu Sans"/>
                <a:cs typeface="DejaVu Sans"/>
              </a:defRPr>
            </a:lvl9pPr>
          </a:lstStyle>
          <a:p xmlns:a="http://schemas.openxmlformats.org/drawingml/2006/main">
            <a:pPr algn="l">
              <a:defRPr sz="1575" b="1">
                <a:solidFill>
                  <a:srgbClr val="54DEEF"/>
                </a:solidFill>
                <a:latin typeface="DejaVu Sans"/>
                <a:ea typeface="DejaVu Sans"/>
                <a:cs typeface="DejaVu Sans"/>
              </a:defRPr>
            </a:pPr>
            <a:r>
              <a:rPr sz="1575" b="1">
                <a:solidFill>
                  <a:srgbClr val="54DEEF"/>
                </a:solidFill>
                <a:latin typeface="DejaVu Sans"/>
                <a:ea typeface="DejaVu Sans"/>
                <a:cs typeface="DejaVu Sans"/>
              </a:rPr>
              <a:t>Ausprägungen eines VPN Netzes</a:t>
            </a:r>
          </a:p>
        </p:txBody>
      </p:sp>
      <p:sp>
        <p:nvSpPr>
          <p:cNvPr id="6" name="agenda-item">
            <a:extLst xmlns:a="http://schemas.openxmlformats.org/drawingml/2006/main">
              <a:ext uri="{FF2B5EF4-FFF2-40B4-BE49-F238E27FC236}">
                <a16:creationId xmlns:a16="http://schemas.microsoft.com/office/drawing/2014/main" id="{8897CE48-6080-41DF-9AEF-12C6252A66B2}"/>
              </a:ext>
            </a:extLst>
          </p:cNvPr>
          <p:cNvSpPr>
            <a:spLocks xmlns:a="http://schemas.openxmlformats.org/drawingml/2006/main" noGrp="1"/>
          </p:cNvSpPr>
          <p:nvPr/>
        </p:nvSpPr>
        <p:spPr>
          <a:xfrm xmlns:a="http://schemas.openxmlformats.org/drawingml/2006/main">
            <a:off x="400050" y="371475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Tunneling Protokolle</a:t>
            </a:r>
          </a:p>
        </p:txBody>
      </p:sp>
      <p:sp>
        <p:nvSpPr>
          <p:cNvPr id="7" name="agenda-item">
            <a:extLst xmlns:a="http://schemas.openxmlformats.org/drawingml/2006/main">
              <a:ext uri="{FF2B5EF4-FFF2-40B4-BE49-F238E27FC236}">
                <a16:creationId xmlns:a16="http://schemas.microsoft.com/office/drawing/2014/main" id="{9A001B14-EC7F-4144-BE9B-D79BF6E93D35}"/>
              </a:ext>
            </a:extLst>
          </p:cNvPr>
          <p:cNvSpPr>
            <a:spLocks xmlns:a="http://schemas.openxmlformats.org/drawingml/2006/main" noGrp="1"/>
          </p:cNvSpPr>
          <p:nvPr/>
        </p:nvSpPr>
        <p:spPr>
          <a:xfrm xmlns:a="http://schemas.openxmlformats.org/drawingml/2006/main">
            <a:off x="400050" y="4524375"/>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IPSec</a:t>
            </a:r>
          </a:p>
        </p:txBody>
      </p:sp>
      <p:sp>
        <p:nvSpPr>
          <p:cNvPr id="8" name="agenda-item">
            <a:extLst xmlns:a="http://schemas.openxmlformats.org/drawingml/2006/main">
              <a:ext uri="{FF2B5EF4-FFF2-40B4-BE49-F238E27FC236}">
                <a16:creationId xmlns:a16="http://schemas.microsoft.com/office/drawing/2014/main" id="{6904493E-5289-491B-9601-B03662846B01}"/>
              </a:ext>
            </a:extLst>
          </p:cNvPr>
          <p:cNvSpPr>
            <a:spLocks xmlns:a="http://schemas.openxmlformats.org/drawingml/2006/main" noGrp="1"/>
          </p:cNvSpPr>
          <p:nvPr/>
        </p:nvSpPr>
        <p:spPr>
          <a:xfrm xmlns:a="http://schemas.openxmlformats.org/drawingml/2006/main">
            <a:off x="400050" y="5191125"/>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VPN in Verbindung mit einer Firewall</a:t>
            </a:r>
          </a:p>
        </p:txBody>
      </p:sp>
      <p:sp>
        <p:nvSpPr>
          <p:cNvPr id="9" name="agenda-item">
            <a:extLst xmlns:a="http://schemas.openxmlformats.org/drawingml/2006/main">
              <a:ext uri="{FF2B5EF4-FFF2-40B4-BE49-F238E27FC236}">
                <a16:creationId xmlns:a16="http://schemas.microsoft.com/office/drawing/2014/main" id="{E5E49E66-6B96-470E-AF46-2470F8A61A6A}"/>
              </a:ext>
            </a:extLst>
          </p:cNvPr>
          <p:cNvSpPr>
            <a:spLocks xmlns:a="http://schemas.openxmlformats.org/drawingml/2006/main" noGrp="1"/>
          </p:cNvSpPr>
          <p:nvPr/>
        </p:nvSpPr>
        <p:spPr>
          <a:xfrm xmlns:a="http://schemas.openxmlformats.org/drawingml/2006/main">
            <a:off x="400050" y="6334125"/>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Fazit</a:t>
            </a:r>
          </a:p>
        </p:txBody>
      </p:sp>
      <p:sp>
        <p:nvSpPr>
          <p:cNvPr id="10" name="title">
            <a:extLst xmlns:a="http://schemas.openxmlformats.org/drawingml/2006/main">
              <a:ext uri="{FF2B5EF4-FFF2-40B4-BE49-F238E27FC236}">
                <a16:creationId xmlns:a16="http://schemas.microsoft.com/office/drawing/2014/main" id="{1DD151D0-BDDE-4CB3-A9E8-30AB0D5B47CB}"/>
              </a:ext>
            </a:extLst>
          </p:cNvPr>
          <p:cNvSpPr>
            <a:spLocks xmlns:a="http://schemas.openxmlformats.org/drawingml/2006/main" noGrp="1"/>
          </p:cNvSpPr>
          <p:nvPr/>
        </p:nvSpPr>
        <p:spPr>
          <a:xfrm xmlns:a="http://schemas.openxmlformats.org/drawingml/2006/main">
            <a:off x="3619500" y="590550"/>
            <a:ext cx="1085850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525" b="1">
                <a:solidFill>
                  <a:srgbClr val="F1F7FC"/>
                </a:solidFill>
                <a:latin typeface="DejaVu Sans"/>
                <a:ea typeface="DejaVu Sans"/>
                <a:cs typeface="DejaVu Sans"/>
              </a:defRPr>
            </a:defPPr>
            <a:lvl1pPr algn="l">
              <a:defRPr sz="3525" b="1">
                <a:solidFill>
                  <a:srgbClr val="F1F7FC"/>
                </a:solidFill>
                <a:latin typeface="DejaVu Sans"/>
                <a:ea typeface="DejaVu Sans"/>
                <a:cs typeface="DejaVu Sans"/>
              </a:defRPr>
            </a:lvl1pPr>
            <a:lvl2pPr algn="l">
              <a:defRPr sz="3525" b="1">
                <a:solidFill>
                  <a:srgbClr val="F1F7FC"/>
                </a:solidFill>
                <a:latin typeface="DejaVu Sans"/>
                <a:ea typeface="DejaVu Sans"/>
                <a:cs typeface="DejaVu Sans"/>
              </a:defRPr>
            </a:lvl2pPr>
            <a:lvl3pPr algn="l">
              <a:defRPr sz="3525" b="1">
                <a:solidFill>
                  <a:srgbClr val="F1F7FC"/>
                </a:solidFill>
                <a:latin typeface="DejaVu Sans"/>
                <a:ea typeface="DejaVu Sans"/>
                <a:cs typeface="DejaVu Sans"/>
              </a:defRPr>
            </a:lvl3pPr>
            <a:lvl4pPr algn="l">
              <a:defRPr sz="3525" b="1">
                <a:solidFill>
                  <a:srgbClr val="F1F7FC"/>
                </a:solidFill>
                <a:latin typeface="DejaVu Sans"/>
                <a:ea typeface="DejaVu Sans"/>
                <a:cs typeface="DejaVu Sans"/>
              </a:defRPr>
            </a:lvl4pPr>
            <a:lvl5pPr algn="l">
              <a:defRPr sz="3525" b="1">
                <a:solidFill>
                  <a:srgbClr val="F1F7FC"/>
                </a:solidFill>
                <a:latin typeface="DejaVu Sans"/>
                <a:ea typeface="DejaVu Sans"/>
                <a:cs typeface="DejaVu Sans"/>
              </a:defRPr>
            </a:lvl5pPr>
            <a:lvl6pPr algn="l">
              <a:defRPr sz="3525" b="1">
                <a:solidFill>
                  <a:srgbClr val="F1F7FC"/>
                </a:solidFill>
                <a:latin typeface="DejaVu Sans"/>
                <a:ea typeface="DejaVu Sans"/>
                <a:cs typeface="DejaVu Sans"/>
              </a:defRPr>
            </a:lvl6pPr>
            <a:lvl7pPr algn="l">
              <a:defRPr sz="3525" b="1">
                <a:solidFill>
                  <a:srgbClr val="F1F7FC"/>
                </a:solidFill>
                <a:latin typeface="DejaVu Sans"/>
                <a:ea typeface="DejaVu Sans"/>
                <a:cs typeface="DejaVu Sans"/>
              </a:defRPr>
            </a:lvl7pPr>
            <a:lvl8pPr algn="l">
              <a:defRPr sz="3525" b="1">
                <a:solidFill>
                  <a:srgbClr val="F1F7FC"/>
                </a:solidFill>
                <a:latin typeface="DejaVu Sans"/>
                <a:ea typeface="DejaVu Sans"/>
                <a:cs typeface="DejaVu Sans"/>
              </a:defRPr>
            </a:lvl8pPr>
            <a:lvl9pPr algn="l">
              <a:defRPr sz="3525" b="1">
                <a:solidFill>
                  <a:srgbClr val="F1F7FC"/>
                </a:solidFill>
                <a:latin typeface="DejaVu Sans"/>
                <a:ea typeface="DejaVu Sans"/>
                <a:cs typeface="DejaVu Sans"/>
              </a:defRPr>
            </a:lvl9pPr>
          </a:lstStyle>
          <a:p xmlns:a="http://schemas.openxmlformats.org/drawingml/2006/main">
            <a:pPr algn="l">
              <a:defRPr sz="3525" b="1">
                <a:solidFill>
                  <a:srgbClr val="F1F7FC"/>
                </a:solidFill>
                <a:latin typeface="DejaVu Sans"/>
                <a:ea typeface="DejaVu Sans"/>
                <a:cs typeface="DejaVu Sans"/>
              </a:defRPr>
            </a:pPr>
            <a:r>
              <a:rPr sz="3525" b="1">
                <a:solidFill>
                  <a:srgbClr val="F1F7FC"/>
                </a:solidFill>
                <a:latin typeface="DejaVu Sans"/>
                <a:ea typeface="DejaVu Sans"/>
                <a:cs typeface="DejaVu Sans"/>
              </a:rPr>
              <a:t>Ausprägungen eines VPN Netzes</a:t>
            </a:r>
          </a:p>
        </p:txBody>
      </p:sp>
      <p:sp>
        <p:nvSpPr>
          <p:cNvPr id="11" name="page-number">
            <a:extLst xmlns:a="http://schemas.openxmlformats.org/drawingml/2006/main">
              <a:ext uri="{FF2B5EF4-FFF2-40B4-BE49-F238E27FC236}">
                <a16:creationId xmlns:a16="http://schemas.microsoft.com/office/drawing/2014/main" id="{8BEDEE28-661C-4998-B71E-094480A0BDD3}"/>
              </a:ext>
            </a:extLst>
          </p:cNvPr>
          <p:cNvSpPr>
            <a:spLocks xmlns:a="http://schemas.openxmlformats.org/drawingml/2006/main" noGrp="1"/>
          </p:cNvSpPr>
          <p:nvPr/>
        </p:nvSpPr>
        <p:spPr>
          <a:xfrm xmlns:a="http://schemas.openxmlformats.org/drawingml/2006/main">
            <a:off x="13477875" y="8020050"/>
            <a:ext cx="1285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AABFD1"/>
                </a:solidFill>
                <a:latin typeface="DejaVu Sans Mono"/>
                <a:ea typeface="DejaVu Sans Mono"/>
                <a:cs typeface="DejaVu Sans Mono"/>
              </a:defRPr>
            </a:defPPr>
            <a:lvl1pPr algn="r">
              <a:defRPr sz="1350" b="0">
                <a:solidFill>
                  <a:srgbClr val="AABFD1"/>
                </a:solidFill>
                <a:latin typeface="DejaVu Sans Mono"/>
                <a:ea typeface="DejaVu Sans Mono"/>
                <a:cs typeface="DejaVu Sans Mono"/>
              </a:defRPr>
            </a:lvl1pPr>
            <a:lvl2pPr algn="r">
              <a:defRPr sz="1350" b="0">
                <a:solidFill>
                  <a:srgbClr val="AABFD1"/>
                </a:solidFill>
                <a:latin typeface="DejaVu Sans Mono"/>
                <a:ea typeface="DejaVu Sans Mono"/>
                <a:cs typeface="DejaVu Sans Mono"/>
              </a:defRPr>
            </a:lvl2pPr>
            <a:lvl3pPr algn="r">
              <a:defRPr sz="1350" b="0">
                <a:solidFill>
                  <a:srgbClr val="AABFD1"/>
                </a:solidFill>
                <a:latin typeface="DejaVu Sans Mono"/>
                <a:ea typeface="DejaVu Sans Mono"/>
                <a:cs typeface="DejaVu Sans Mono"/>
              </a:defRPr>
            </a:lvl3pPr>
            <a:lvl4pPr algn="r">
              <a:defRPr sz="1350" b="0">
                <a:solidFill>
                  <a:srgbClr val="AABFD1"/>
                </a:solidFill>
                <a:latin typeface="DejaVu Sans Mono"/>
                <a:ea typeface="DejaVu Sans Mono"/>
                <a:cs typeface="DejaVu Sans Mono"/>
              </a:defRPr>
            </a:lvl4pPr>
            <a:lvl5pPr algn="r">
              <a:defRPr sz="1350" b="0">
                <a:solidFill>
                  <a:srgbClr val="AABFD1"/>
                </a:solidFill>
                <a:latin typeface="DejaVu Sans Mono"/>
                <a:ea typeface="DejaVu Sans Mono"/>
                <a:cs typeface="DejaVu Sans Mono"/>
              </a:defRPr>
            </a:lvl5pPr>
            <a:lvl6pPr algn="r">
              <a:defRPr sz="1350" b="0">
                <a:solidFill>
                  <a:srgbClr val="AABFD1"/>
                </a:solidFill>
                <a:latin typeface="DejaVu Sans Mono"/>
                <a:ea typeface="DejaVu Sans Mono"/>
                <a:cs typeface="DejaVu Sans Mono"/>
              </a:defRPr>
            </a:lvl6pPr>
            <a:lvl7pPr algn="r">
              <a:defRPr sz="1350" b="0">
                <a:solidFill>
                  <a:srgbClr val="AABFD1"/>
                </a:solidFill>
                <a:latin typeface="DejaVu Sans Mono"/>
                <a:ea typeface="DejaVu Sans Mono"/>
                <a:cs typeface="DejaVu Sans Mono"/>
              </a:defRPr>
            </a:lvl7pPr>
            <a:lvl8pPr algn="r">
              <a:defRPr sz="1350" b="0">
                <a:solidFill>
                  <a:srgbClr val="AABFD1"/>
                </a:solidFill>
                <a:latin typeface="DejaVu Sans Mono"/>
                <a:ea typeface="DejaVu Sans Mono"/>
                <a:cs typeface="DejaVu Sans Mono"/>
              </a:defRPr>
            </a:lvl8pPr>
            <a:lvl9pPr algn="r">
              <a:defRPr sz="1350" b="0">
                <a:solidFill>
                  <a:srgbClr val="AABFD1"/>
                </a:solidFill>
                <a:latin typeface="DejaVu Sans Mono"/>
                <a:ea typeface="DejaVu Sans Mono"/>
                <a:cs typeface="DejaVu Sans Mono"/>
              </a:defRPr>
            </a:lvl9pPr>
          </a:lstStyle>
          <a:p xmlns:a="http://schemas.openxmlformats.org/drawingml/2006/main">
            <a:pPr algn="r">
              <a:defRPr sz="1350" b="0">
                <a:solidFill>
                  <a:srgbClr val="AABFD1"/>
                </a:solidFill>
                <a:latin typeface="DejaVu Sans Mono"/>
                <a:ea typeface="DejaVu Sans Mono"/>
                <a:cs typeface="DejaVu Sans Mono"/>
              </a:defRPr>
            </a:pPr>
            <a:r>
              <a:rPr sz="1350" b="0">
                <a:solidFill>
                  <a:srgbClr val="AABFD1"/>
                </a:solidFill>
                <a:latin typeface="DejaVu Sans Mono"/>
                <a:ea typeface="DejaVu Sans Mono"/>
                <a:cs typeface="DejaVu Sans Mono"/>
              </a:rPr>
              <a:t>14 / 33</a:t>
            </a:r>
          </a:p>
        </p:txBody>
      </p:sp>
      <p:sp>
        <p:nvSpPr>
          <p:cNvPr id="12" name="subheading">
            <a:extLst xmlns:a="http://schemas.openxmlformats.org/drawingml/2006/main">
              <a:ext uri="{FF2B5EF4-FFF2-40B4-BE49-F238E27FC236}">
                <a16:creationId xmlns:a16="http://schemas.microsoft.com/office/drawing/2014/main" id="{82E06D8D-BF0B-493B-ADA3-8EC571E5C589}"/>
              </a:ext>
            </a:extLst>
          </p:cNvPr>
          <p:cNvSpPr>
            <a:spLocks xmlns:a="http://schemas.openxmlformats.org/drawingml/2006/main" noGrp="1"/>
          </p:cNvSpPr>
          <p:nvPr/>
        </p:nvSpPr>
        <p:spPr>
          <a:xfrm xmlns:a="http://schemas.openxmlformats.org/drawingml/2006/main">
            <a:off x="3619500" y="20383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54DEEF"/>
                </a:solidFill>
                <a:latin typeface="DejaVu Sans"/>
                <a:ea typeface="DejaVu Sans"/>
                <a:cs typeface="DejaVu Sans"/>
              </a:defRPr>
            </a:defPPr>
            <a:lvl1pPr algn="l">
              <a:defRPr sz="2550" b="1">
                <a:solidFill>
                  <a:srgbClr val="54DEEF"/>
                </a:solidFill>
                <a:latin typeface="DejaVu Sans"/>
                <a:ea typeface="DejaVu Sans"/>
                <a:cs typeface="DejaVu Sans"/>
              </a:defRPr>
            </a:lvl1pPr>
            <a:lvl2pPr algn="l">
              <a:defRPr sz="2550" b="1">
                <a:solidFill>
                  <a:srgbClr val="54DEEF"/>
                </a:solidFill>
                <a:latin typeface="DejaVu Sans"/>
                <a:ea typeface="DejaVu Sans"/>
                <a:cs typeface="DejaVu Sans"/>
              </a:defRPr>
            </a:lvl2pPr>
            <a:lvl3pPr algn="l">
              <a:defRPr sz="2550" b="1">
                <a:solidFill>
                  <a:srgbClr val="54DEEF"/>
                </a:solidFill>
                <a:latin typeface="DejaVu Sans"/>
                <a:ea typeface="DejaVu Sans"/>
                <a:cs typeface="DejaVu Sans"/>
              </a:defRPr>
            </a:lvl3pPr>
            <a:lvl4pPr algn="l">
              <a:defRPr sz="2550" b="1">
                <a:solidFill>
                  <a:srgbClr val="54DEEF"/>
                </a:solidFill>
                <a:latin typeface="DejaVu Sans"/>
                <a:ea typeface="DejaVu Sans"/>
                <a:cs typeface="DejaVu Sans"/>
              </a:defRPr>
            </a:lvl4pPr>
            <a:lvl5pPr algn="l">
              <a:defRPr sz="2550" b="1">
                <a:solidFill>
                  <a:srgbClr val="54DEEF"/>
                </a:solidFill>
                <a:latin typeface="DejaVu Sans"/>
                <a:ea typeface="DejaVu Sans"/>
                <a:cs typeface="DejaVu Sans"/>
              </a:defRPr>
            </a:lvl5pPr>
            <a:lvl6pPr algn="l">
              <a:defRPr sz="2550" b="1">
                <a:solidFill>
                  <a:srgbClr val="54DEEF"/>
                </a:solidFill>
                <a:latin typeface="DejaVu Sans"/>
                <a:ea typeface="DejaVu Sans"/>
                <a:cs typeface="DejaVu Sans"/>
              </a:defRPr>
            </a:lvl6pPr>
            <a:lvl7pPr algn="l">
              <a:defRPr sz="2550" b="1">
                <a:solidFill>
                  <a:srgbClr val="54DEEF"/>
                </a:solidFill>
                <a:latin typeface="DejaVu Sans"/>
                <a:ea typeface="DejaVu Sans"/>
                <a:cs typeface="DejaVu Sans"/>
              </a:defRPr>
            </a:lvl7pPr>
            <a:lvl8pPr algn="l">
              <a:defRPr sz="2550" b="1">
                <a:solidFill>
                  <a:srgbClr val="54DEEF"/>
                </a:solidFill>
                <a:latin typeface="DejaVu Sans"/>
                <a:ea typeface="DejaVu Sans"/>
                <a:cs typeface="DejaVu Sans"/>
              </a:defRPr>
            </a:lvl8pPr>
            <a:lvl9pPr algn="l">
              <a:defRPr sz="2550" b="1">
                <a:solidFill>
                  <a:srgbClr val="54DEEF"/>
                </a:solidFill>
                <a:latin typeface="DejaVu Sans"/>
                <a:ea typeface="DejaVu Sans"/>
                <a:cs typeface="DejaVu Sans"/>
              </a:defRPr>
            </a:lvl9pPr>
          </a:lstStyle>
          <a:p xmlns:a="http://schemas.openxmlformats.org/drawingml/2006/main">
            <a:pPr algn="l">
              <a:defRPr sz="2550" b="1">
                <a:solidFill>
                  <a:srgbClr val="54DEEF"/>
                </a:solidFill>
                <a:latin typeface="DejaVu Sans"/>
                <a:ea typeface="DejaVu Sans"/>
                <a:cs typeface="DejaVu Sans"/>
              </a:defRPr>
            </a:pPr>
            <a:r>
              <a:rPr sz="2550" b="1">
                <a:solidFill>
                  <a:srgbClr val="54DEEF"/>
                </a:solidFill>
                <a:latin typeface="DejaVu Sans"/>
                <a:ea typeface="DejaVu Sans"/>
                <a:cs typeface="DejaVu Sans"/>
              </a:rPr>
              <a:t>End – to – Site:</a:t>
            </a:r>
          </a:p>
        </p:txBody>
      </p:sp>
      <p:pic>
        <p:nvPicPr>
          <p:cNvPr id="13" name="">
            <a:extLst xmlns:a="http://schemas.openxmlformats.org/drawingml/2006/main">
              <a:ext uri="{FF2B5EF4-FFF2-40B4-BE49-F238E27FC236}">
                <a16:creationId xmlns:a16="http://schemas.microsoft.com/office/drawing/2014/main" id="{64D81740-ACDE-4303-9C18-6FF765860786}"/>
              </a:ext>
            </a:extLst>
          </p:cNvPr>
          <p:cNvPicPr>
            <a:picLocks xmlns:a="http://schemas.openxmlformats.org/drawingml/2006/main" noChangeAspect="1"/>
          </p:cNvPicPr>
          <p:nvPr/>
        </p:nvPicPr>
        <p:blipFill>
          <a:blip xmlns:r="http://schemas.openxmlformats.org/officeDocument/2006/relationships" xmlns:a="http://schemas.openxmlformats.org/drawingml/2006/main" r:embed="R25d43fc0b7754bc2"/>
          <a:stretch xmlns:a="http://schemas.openxmlformats.org/drawingml/2006/main"/>
        </p:blipFill>
        <p:spPr>
          <a:xfrm xmlns:a="http://schemas.openxmlformats.org/drawingml/2006/main">
            <a:off x="4445876" y="2857500"/>
            <a:ext cx="9205748" cy="4667250"/>
          </a:xfrm>
          <a:prstGeom xmlns:a="http://schemas.openxmlformats.org/drawingml/2006/main" prst="rect">
            <a:avLst/>
          </a:prstGeom>
        </p:spPr>
      </p:pic>
    </p:spTree>
    <p:extLst>
      <p:ext uri="{BB962C8B-B14F-4D97-AF65-F5344CB8AC3E}">
        <p14:creationId xmlns:p14="http://schemas.microsoft.com/office/powerpoint/2010/main" val="1644134073"/>
      </p:ext>
    </p:extLst>
  </p:cSld>
</p:sld>
</file>

<file path=ppt/slides/slide15.xml><?xml version="1.0" encoding="utf-8"?>
<p:sld xmlns:p="http://schemas.openxmlformats.org/presentationml/2006/main">
  <p:cSld>
    <p:bg>
      <p:bgPr>
        <a:solidFill xmlns:a="http://schemas.openxmlformats.org/drawingml/2006/main">
          <a:srgbClr val="081522"/>
        </a:solidFill>
      </p:bgPr>
    </p:bg>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41889DDE-47EC-4A68-ACA5-40D06F9AA9A8}"/>
              </a:ext>
            </a:extLst>
          </p:cNvPr>
          <p:cNvPicPr>
            <a:picLocks xmlns:a="http://schemas.openxmlformats.org/drawingml/2006/main" noChangeAspect="1"/>
          </p:cNvPicPr>
          <p:nvPr/>
        </p:nvPicPr>
        <p:blipFill>
          <a:blip xmlns:r="http://schemas.openxmlformats.org/officeDocument/2006/relationships" xmlns:a="http://schemas.openxmlformats.org/drawingml/2006/main" r:embed="R9912e22c5fd04497"/>
          <a:srcRect xmlns:a="http://schemas.openxmlformats.org/drawingml/2006/main" l="0" t="27" r="0" b="27"/>
          <a:stretch xmlns:a="http://schemas.openxmlformats.org/drawingml/2006/main">
            <a:fillRect l="0" t="0" r="0" b="0"/>
          </a:stretch>
        </p:blipFill>
        <p:spPr>
          <a:xfrm xmlns:a="http://schemas.openxmlformats.org/drawingml/2006/main">
            <a:off x="0" y="0"/>
            <a:ext cx="15240000" cy="8572500"/>
          </a:xfrm>
          <a:prstGeom xmlns:a="http://schemas.openxmlformats.org/drawingml/2006/main" prst="rect">
            <a:avLst/>
          </a:prstGeom>
        </p:spPr>
      </p:pic>
      <p:sp>
        <p:nvSpPr>
          <p:cNvPr id="2" name="agenda-heading">
            <a:extLst xmlns:a="http://schemas.openxmlformats.org/drawingml/2006/main">
              <a:ext uri="{FF2B5EF4-FFF2-40B4-BE49-F238E27FC236}">
                <a16:creationId xmlns:a16="http://schemas.microsoft.com/office/drawing/2014/main" id="{57C1CC8E-C2B6-4814-8B61-50A96CE64832}"/>
              </a:ext>
            </a:extLst>
          </p:cNvPr>
          <p:cNvSpPr>
            <a:spLocks xmlns:a="http://schemas.openxmlformats.org/drawingml/2006/main" noGrp="1"/>
          </p:cNvSpPr>
          <p:nvPr/>
        </p:nvSpPr>
        <p:spPr>
          <a:xfrm xmlns:a="http://schemas.openxmlformats.org/drawingml/2006/main">
            <a:off x="400050" y="638175"/>
            <a:ext cx="2333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54DEEF"/>
                </a:solidFill>
                <a:latin typeface="DejaVu Sans Mono"/>
                <a:ea typeface="DejaVu Sans Mono"/>
                <a:cs typeface="DejaVu Sans Mono"/>
              </a:defRPr>
            </a:defPPr>
            <a:lvl1pPr algn="l">
              <a:defRPr sz="1875" b="1">
                <a:solidFill>
                  <a:srgbClr val="54DEEF"/>
                </a:solidFill>
                <a:latin typeface="DejaVu Sans Mono"/>
                <a:ea typeface="DejaVu Sans Mono"/>
                <a:cs typeface="DejaVu Sans Mono"/>
              </a:defRPr>
            </a:lvl1pPr>
            <a:lvl2pPr algn="l">
              <a:defRPr sz="1875" b="1">
                <a:solidFill>
                  <a:srgbClr val="54DEEF"/>
                </a:solidFill>
                <a:latin typeface="DejaVu Sans Mono"/>
                <a:ea typeface="DejaVu Sans Mono"/>
                <a:cs typeface="DejaVu Sans Mono"/>
              </a:defRPr>
            </a:lvl2pPr>
            <a:lvl3pPr algn="l">
              <a:defRPr sz="1875" b="1">
                <a:solidFill>
                  <a:srgbClr val="54DEEF"/>
                </a:solidFill>
                <a:latin typeface="DejaVu Sans Mono"/>
                <a:ea typeface="DejaVu Sans Mono"/>
                <a:cs typeface="DejaVu Sans Mono"/>
              </a:defRPr>
            </a:lvl3pPr>
            <a:lvl4pPr algn="l">
              <a:defRPr sz="1875" b="1">
                <a:solidFill>
                  <a:srgbClr val="54DEEF"/>
                </a:solidFill>
                <a:latin typeface="DejaVu Sans Mono"/>
                <a:ea typeface="DejaVu Sans Mono"/>
                <a:cs typeface="DejaVu Sans Mono"/>
              </a:defRPr>
            </a:lvl4pPr>
            <a:lvl5pPr algn="l">
              <a:defRPr sz="1875" b="1">
                <a:solidFill>
                  <a:srgbClr val="54DEEF"/>
                </a:solidFill>
                <a:latin typeface="DejaVu Sans Mono"/>
                <a:ea typeface="DejaVu Sans Mono"/>
                <a:cs typeface="DejaVu Sans Mono"/>
              </a:defRPr>
            </a:lvl5pPr>
            <a:lvl6pPr algn="l">
              <a:defRPr sz="1875" b="1">
                <a:solidFill>
                  <a:srgbClr val="54DEEF"/>
                </a:solidFill>
                <a:latin typeface="DejaVu Sans Mono"/>
                <a:ea typeface="DejaVu Sans Mono"/>
                <a:cs typeface="DejaVu Sans Mono"/>
              </a:defRPr>
            </a:lvl6pPr>
            <a:lvl7pPr algn="l">
              <a:defRPr sz="1875" b="1">
                <a:solidFill>
                  <a:srgbClr val="54DEEF"/>
                </a:solidFill>
                <a:latin typeface="DejaVu Sans Mono"/>
                <a:ea typeface="DejaVu Sans Mono"/>
                <a:cs typeface="DejaVu Sans Mono"/>
              </a:defRPr>
            </a:lvl7pPr>
            <a:lvl8pPr algn="l">
              <a:defRPr sz="1875" b="1">
                <a:solidFill>
                  <a:srgbClr val="54DEEF"/>
                </a:solidFill>
                <a:latin typeface="DejaVu Sans Mono"/>
                <a:ea typeface="DejaVu Sans Mono"/>
                <a:cs typeface="DejaVu Sans Mono"/>
              </a:defRPr>
            </a:lvl8pPr>
            <a:lvl9pPr algn="l">
              <a:defRPr sz="1875" b="1">
                <a:solidFill>
                  <a:srgbClr val="54DEEF"/>
                </a:solidFill>
                <a:latin typeface="DejaVu Sans Mono"/>
                <a:ea typeface="DejaVu Sans Mono"/>
                <a:cs typeface="DejaVu Sans Mono"/>
              </a:defRPr>
            </a:lvl9pPr>
          </a:lstStyle>
          <a:p xmlns:a="http://schemas.openxmlformats.org/drawingml/2006/main">
            <a:pPr algn="l">
              <a:defRPr sz="1875" b="1">
                <a:solidFill>
                  <a:srgbClr val="54DEEF"/>
                </a:solidFill>
                <a:latin typeface="DejaVu Sans Mono"/>
                <a:ea typeface="DejaVu Sans Mono"/>
                <a:cs typeface="DejaVu Sans Mono"/>
              </a:defRPr>
            </a:pPr>
            <a:r>
              <a:rPr sz="1875" b="1">
                <a:solidFill>
                  <a:srgbClr val="54DEEF"/>
                </a:solidFill>
                <a:latin typeface="DejaVu Sans Mono"/>
                <a:ea typeface="DejaVu Sans Mono"/>
                <a:cs typeface="DejaVu Sans Mono"/>
              </a:rPr>
              <a:t>Agenda:</a:t>
            </a:r>
          </a:p>
        </p:txBody>
      </p:sp>
      <p:sp>
        <p:nvSpPr>
          <p:cNvPr id="3" name="agenda-item">
            <a:extLst xmlns:a="http://schemas.openxmlformats.org/drawingml/2006/main">
              <a:ext uri="{FF2B5EF4-FFF2-40B4-BE49-F238E27FC236}">
                <a16:creationId xmlns:a16="http://schemas.microsoft.com/office/drawing/2014/main" id="{D180333F-3822-4E3D-8A1B-FA8E1442A94A}"/>
              </a:ext>
            </a:extLst>
          </p:cNvPr>
          <p:cNvSpPr>
            <a:spLocks xmlns:a="http://schemas.openxmlformats.org/drawingml/2006/main" noGrp="1"/>
          </p:cNvSpPr>
          <p:nvPr/>
        </p:nvSpPr>
        <p:spPr>
          <a:xfrm xmlns:a="http://schemas.openxmlformats.org/drawingml/2006/main">
            <a:off x="400050" y="142875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Was ist ein VPN?</a:t>
            </a:r>
          </a:p>
        </p:txBody>
      </p:sp>
      <p:sp>
        <p:nvSpPr>
          <p:cNvPr id="4" name="agenda-item">
            <a:extLst xmlns:a="http://schemas.openxmlformats.org/drawingml/2006/main">
              <a:ext uri="{FF2B5EF4-FFF2-40B4-BE49-F238E27FC236}">
                <a16:creationId xmlns:a16="http://schemas.microsoft.com/office/drawing/2014/main" id="{230CC64C-6E58-4045-9653-8490FB74DCE3}"/>
              </a:ext>
            </a:extLst>
          </p:cNvPr>
          <p:cNvSpPr>
            <a:spLocks xmlns:a="http://schemas.openxmlformats.org/drawingml/2006/main" noGrp="1"/>
          </p:cNvSpPr>
          <p:nvPr/>
        </p:nvSpPr>
        <p:spPr>
          <a:xfrm xmlns:a="http://schemas.openxmlformats.org/drawingml/2006/main">
            <a:off x="400050" y="209550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Aufbau eines VPN</a:t>
            </a:r>
          </a:p>
        </p:txBody>
      </p:sp>
      <p:sp>
        <p:nvSpPr>
          <p:cNvPr id="5" name="agenda-item">
            <a:extLst xmlns:a="http://schemas.openxmlformats.org/drawingml/2006/main">
              <a:ext uri="{FF2B5EF4-FFF2-40B4-BE49-F238E27FC236}">
                <a16:creationId xmlns:a16="http://schemas.microsoft.com/office/drawing/2014/main" id="{89955BE7-6154-40EC-837C-26F3BA68F665}"/>
              </a:ext>
            </a:extLst>
          </p:cNvPr>
          <p:cNvSpPr>
            <a:spLocks xmlns:a="http://schemas.openxmlformats.org/drawingml/2006/main" noGrp="1"/>
          </p:cNvSpPr>
          <p:nvPr/>
        </p:nvSpPr>
        <p:spPr>
          <a:xfrm xmlns:a="http://schemas.openxmlformats.org/drawingml/2006/main">
            <a:off x="400050" y="276225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54DEEF"/>
                </a:solidFill>
                <a:latin typeface="DejaVu Sans"/>
                <a:ea typeface="DejaVu Sans"/>
                <a:cs typeface="DejaVu Sans"/>
              </a:defRPr>
            </a:defPPr>
            <a:lvl1pPr algn="l">
              <a:defRPr sz="1575" b="1">
                <a:solidFill>
                  <a:srgbClr val="54DEEF"/>
                </a:solidFill>
                <a:latin typeface="DejaVu Sans"/>
                <a:ea typeface="DejaVu Sans"/>
                <a:cs typeface="DejaVu Sans"/>
              </a:defRPr>
            </a:lvl1pPr>
            <a:lvl2pPr algn="l">
              <a:defRPr sz="1575" b="1">
                <a:solidFill>
                  <a:srgbClr val="54DEEF"/>
                </a:solidFill>
                <a:latin typeface="DejaVu Sans"/>
                <a:ea typeface="DejaVu Sans"/>
                <a:cs typeface="DejaVu Sans"/>
              </a:defRPr>
            </a:lvl2pPr>
            <a:lvl3pPr algn="l">
              <a:defRPr sz="1575" b="1">
                <a:solidFill>
                  <a:srgbClr val="54DEEF"/>
                </a:solidFill>
                <a:latin typeface="DejaVu Sans"/>
                <a:ea typeface="DejaVu Sans"/>
                <a:cs typeface="DejaVu Sans"/>
              </a:defRPr>
            </a:lvl3pPr>
            <a:lvl4pPr algn="l">
              <a:defRPr sz="1575" b="1">
                <a:solidFill>
                  <a:srgbClr val="54DEEF"/>
                </a:solidFill>
                <a:latin typeface="DejaVu Sans"/>
                <a:ea typeface="DejaVu Sans"/>
                <a:cs typeface="DejaVu Sans"/>
              </a:defRPr>
            </a:lvl4pPr>
            <a:lvl5pPr algn="l">
              <a:defRPr sz="1575" b="1">
                <a:solidFill>
                  <a:srgbClr val="54DEEF"/>
                </a:solidFill>
                <a:latin typeface="DejaVu Sans"/>
                <a:ea typeface="DejaVu Sans"/>
                <a:cs typeface="DejaVu Sans"/>
              </a:defRPr>
            </a:lvl5pPr>
            <a:lvl6pPr algn="l">
              <a:defRPr sz="1575" b="1">
                <a:solidFill>
                  <a:srgbClr val="54DEEF"/>
                </a:solidFill>
                <a:latin typeface="DejaVu Sans"/>
                <a:ea typeface="DejaVu Sans"/>
                <a:cs typeface="DejaVu Sans"/>
              </a:defRPr>
            </a:lvl6pPr>
            <a:lvl7pPr algn="l">
              <a:defRPr sz="1575" b="1">
                <a:solidFill>
                  <a:srgbClr val="54DEEF"/>
                </a:solidFill>
                <a:latin typeface="DejaVu Sans"/>
                <a:ea typeface="DejaVu Sans"/>
                <a:cs typeface="DejaVu Sans"/>
              </a:defRPr>
            </a:lvl7pPr>
            <a:lvl8pPr algn="l">
              <a:defRPr sz="1575" b="1">
                <a:solidFill>
                  <a:srgbClr val="54DEEF"/>
                </a:solidFill>
                <a:latin typeface="DejaVu Sans"/>
                <a:ea typeface="DejaVu Sans"/>
                <a:cs typeface="DejaVu Sans"/>
              </a:defRPr>
            </a:lvl8pPr>
            <a:lvl9pPr algn="l">
              <a:defRPr sz="1575" b="1">
                <a:solidFill>
                  <a:srgbClr val="54DEEF"/>
                </a:solidFill>
                <a:latin typeface="DejaVu Sans"/>
                <a:ea typeface="DejaVu Sans"/>
                <a:cs typeface="DejaVu Sans"/>
              </a:defRPr>
            </a:lvl9pPr>
          </a:lstStyle>
          <a:p xmlns:a="http://schemas.openxmlformats.org/drawingml/2006/main">
            <a:pPr algn="l">
              <a:defRPr sz="1575" b="1">
                <a:solidFill>
                  <a:srgbClr val="54DEEF"/>
                </a:solidFill>
                <a:latin typeface="DejaVu Sans"/>
                <a:ea typeface="DejaVu Sans"/>
                <a:cs typeface="DejaVu Sans"/>
              </a:defRPr>
            </a:pPr>
            <a:r>
              <a:rPr sz="1575" b="1">
                <a:solidFill>
                  <a:srgbClr val="54DEEF"/>
                </a:solidFill>
                <a:latin typeface="DejaVu Sans"/>
                <a:ea typeface="DejaVu Sans"/>
                <a:cs typeface="DejaVu Sans"/>
              </a:rPr>
              <a:t>Ausprägungen eines VPN Netzes</a:t>
            </a:r>
          </a:p>
        </p:txBody>
      </p:sp>
      <p:sp>
        <p:nvSpPr>
          <p:cNvPr id="6" name="agenda-item">
            <a:extLst xmlns:a="http://schemas.openxmlformats.org/drawingml/2006/main">
              <a:ext uri="{FF2B5EF4-FFF2-40B4-BE49-F238E27FC236}">
                <a16:creationId xmlns:a16="http://schemas.microsoft.com/office/drawing/2014/main" id="{68DA3EEB-84BA-4386-A60D-554C323C5A41}"/>
              </a:ext>
            </a:extLst>
          </p:cNvPr>
          <p:cNvSpPr>
            <a:spLocks xmlns:a="http://schemas.openxmlformats.org/drawingml/2006/main" noGrp="1"/>
          </p:cNvSpPr>
          <p:nvPr/>
        </p:nvSpPr>
        <p:spPr>
          <a:xfrm xmlns:a="http://schemas.openxmlformats.org/drawingml/2006/main">
            <a:off x="400050" y="371475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Tunneling Protokolle</a:t>
            </a:r>
          </a:p>
        </p:txBody>
      </p:sp>
      <p:sp>
        <p:nvSpPr>
          <p:cNvPr id="7" name="agenda-item">
            <a:extLst xmlns:a="http://schemas.openxmlformats.org/drawingml/2006/main">
              <a:ext uri="{FF2B5EF4-FFF2-40B4-BE49-F238E27FC236}">
                <a16:creationId xmlns:a16="http://schemas.microsoft.com/office/drawing/2014/main" id="{30B60795-D396-440F-8F9C-5A7C84C121C1}"/>
              </a:ext>
            </a:extLst>
          </p:cNvPr>
          <p:cNvSpPr>
            <a:spLocks xmlns:a="http://schemas.openxmlformats.org/drawingml/2006/main" noGrp="1"/>
          </p:cNvSpPr>
          <p:nvPr/>
        </p:nvSpPr>
        <p:spPr>
          <a:xfrm xmlns:a="http://schemas.openxmlformats.org/drawingml/2006/main">
            <a:off x="400050" y="4524375"/>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IPSec</a:t>
            </a:r>
          </a:p>
        </p:txBody>
      </p:sp>
      <p:sp>
        <p:nvSpPr>
          <p:cNvPr id="8" name="agenda-item">
            <a:extLst xmlns:a="http://schemas.openxmlformats.org/drawingml/2006/main">
              <a:ext uri="{FF2B5EF4-FFF2-40B4-BE49-F238E27FC236}">
                <a16:creationId xmlns:a16="http://schemas.microsoft.com/office/drawing/2014/main" id="{C54C7FC8-2721-40F7-AF9F-FF83A17CD9D9}"/>
              </a:ext>
            </a:extLst>
          </p:cNvPr>
          <p:cNvSpPr>
            <a:spLocks xmlns:a="http://schemas.openxmlformats.org/drawingml/2006/main" noGrp="1"/>
          </p:cNvSpPr>
          <p:nvPr/>
        </p:nvSpPr>
        <p:spPr>
          <a:xfrm xmlns:a="http://schemas.openxmlformats.org/drawingml/2006/main">
            <a:off x="400050" y="5191125"/>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VPN in Verbindung mit einer Firewall</a:t>
            </a:r>
          </a:p>
        </p:txBody>
      </p:sp>
      <p:sp>
        <p:nvSpPr>
          <p:cNvPr id="9" name="agenda-item">
            <a:extLst xmlns:a="http://schemas.openxmlformats.org/drawingml/2006/main">
              <a:ext uri="{FF2B5EF4-FFF2-40B4-BE49-F238E27FC236}">
                <a16:creationId xmlns:a16="http://schemas.microsoft.com/office/drawing/2014/main" id="{A53FE23D-DD36-4F68-A201-5D5F1470C8FD}"/>
              </a:ext>
            </a:extLst>
          </p:cNvPr>
          <p:cNvSpPr>
            <a:spLocks xmlns:a="http://schemas.openxmlformats.org/drawingml/2006/main" noGrp="1"/>
          </p:cNvSpPr>
          <p:nvPr/>
        </p:nvSpPr>
        <p:spPr>
          <a:xfrm xmlns:a="http://schemas.openxmlformats.org/drawingml/2006/main">
            <a:off x="400050" y="6334125"/>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Fazit</a:t>
            </a:r>
          </a:p>
        </p:txBody>
      </p:sp>
      <p:sp>
        <p:nvSpPr>
          <p:cNvPr id="10" name="title">
            <a:extLst xmlns:a="http://schemas.openxmlformats.org/drawingml/2006/main">
              <a:ext uri="{FF2B5EF4-FFF2-40B4-BE49-F238E27FC236}">
                <a16:creationId xmlns:a16="http://schemas.microsoft.com/office/drawing/2014/main" id="{3A6594D2-C3B6-4CB6-8267-D130BD2255D0}"/>
              </a:ext>
            </a:extLst>
          </p:cNvPr>
          <p:cNvSpPr>
            <a:spLocks xmlns:a="http://schemas.openxmlformats.org/drawingml/2006/main" noGrp="1"/>
          </p:cNvSpPr>
          <p:nvPr/>
        </p:nvSpPr>
        <p:spPr>
          <a:xfrm xmlns:a="http://schemas.openxmlformats.org/drawingml/2006/main">
            <a:off x="3619500" y="590550"/>
            <a:ext cx="1085850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525" b="1">
                <a:solidFill>
                  <a:srgbClr val="F1F7FC"/>
                </a:solidFill>
                <a:latin typeface="DejaVu Sans"/>
                <a:ea typeface="DejaVu Sans"/>
                <a:cs typeface="DejaVu Sans"/>
              </a:defRPr>
            </a:defPPr>
            <a:lvl1pPr algn="l">
              <a:defRPr sz="3525" b="1">
                <a:solidFill>
                  <a:srgbClr val="F1F7FC"/>
                </a:solidFill>
                <a:latin typeface="DejaVu Sans"/>
                <a:ea typeface="DejaVu Sans"/>
                <a:cs typeface="DejaVu Sans"/>
              </a:defRPr>
            </a:lvl1pPr>
            <a:lvl2pPr algn="l">
              <a:defRPr sz="3525" b="1">
                <a:solidFill>
                  <a:srgbClr val="F1F7FC"/>
                </a:solidFill>
                <a:latin typeface="DejaVu Sans"/>
                <a:ea typeface="DejaVu Sans"/>
                <a:cs typeface="DejaVu Sans"/>
              </a:defRPr>
            </a:lvl2pPr>
            <a:lvl3pPr algn="l">
              <a:defRPr sz="3525" b="1">
                <a:solidFill>
                  <a:srgbClr val="F1F7FC"/>
                </a:solidFill>
                <a:latin typeface="DejaVu Sans"/>
                <a:ea typeface="DejaVu Sans"/>
                <a:cs typeface="DejaVu Sans"/>
              </a:defRPr>
            </a:lvl3pPr>
            <a:lvl4pPr algn="l">
              <a:defRPr sz="3525" b="1">
                <a:solidFill>
                  <a:srgbClr val="F1F7FC"/>
                </a:solidFill>
                <a:latin typeface="DejaVu Sans"/>
                <a:ea typeface="DejaVu Sans"/>
                <a:cs typeface="DejaVu Sans"/>
              </a:defRPr>
            </a:lvl4pPr>
            <a:lvl5pPr algn="l">
              <a:defRPr sz="3525" b="1">
                <a:solidFill>
                  <a:srgbClr val="F1F7FC"/>
                </a:solidFill>
                <a:latin typeface="DejaVu Sans"/>
                <a:ea typeface="DejaVu Sans"/>
                <a:cs typeface="DejaVu Sans"/>
              </a:defRPr>
            </a:lvl5pPr>
            <a:lvl6pPr algn="l">
              <a:defRPr sz="3525" b="1">
                <a:solidFill>
                  <a:srgbClr val="F1F7FC"/>
                </a:solidFill>
                <a:latin typeface="DejaVu Sans"/>
                <a:ea typeface="DejaVu Sans"/>
                <a:cs typeface="DejaVu Sans"/>
              </a:defRPr>
            </a:lvl6pPr>
            <a:lvl7pPr algn="l">
              <a:defRPr sz="3525" b="1">
                <a:solidFill>
                  <a:srgbClr val="F1F7FC"/>
                </a:solidFill>
                <a:latin typeface="DejaVu Sans"/>
                <a:ea typeface="DejaVu Sans"/>
                <a:cs typeface="DejaVu Sans"/>
              </a:defRPr>
            </a:lvl7pPr>
            <a:lvl8pPr algn="l">
              <a:defRPr sz="3525" b="1">
                <a:solidFill>
                  <a:srgbClr val="F1F7FC"/>
                </a:solidFill>
                <a:latin typeface="DejaVu Sans"/>
                <a:ea typeface="DejaVu Sans"/>
                <a:cs typeface="DejaVu Sans"/>
              </a:defRPr>
            </a:lvl8pPr>
            <a:lvl9pPr algn="l">
              <a:defRPr sz="3525" b="1">
                <a:solidFill>
                  <a:srgbClr val="F1F7FC"/>
                </a:solidFill>
                <a:latin typeface="DejaVu Sans"/>
                <a:ea typeface="DejaVu Sans"/>
                <a:cs typeface="DejaVu Sans"/>
              </a:defRPr>
            </a:lvl9pPr>
          </a:lstStyle>
          <a:p xmlns:a="http://schemas.openxmlformats.org/drawingml/2006/main">
            <a:pPr algn="l">
              <a:defRPr sz="3525" b="1">
                <a:solidFill>
                  <a:srgbClr val="F1F7FC"/>
                </a:solidFill>
                <a:latin typeface="DejaVu Sans"/>
                <a:ea typeface="DejaVu Sans"/>
                <a:cs typeface="DejaVu Sans"/>
              </a:defRPr>
            </a:pPr>
            <a:r>
              <a:rPr sz="3525" b="1">
                <a:solidFill>
                  <a:srgbClr val="F1F7FC"/>
                </a:solidFill>
                <a:latin typeface="DejaVu Sans"/>
                <a:ea typeface="DejaVu Sans"/>
                <a:cs typeface="DejaVu Sans"/>
              </a:rPr>
              <a:t>Ausprägungen eines VPN Netzes</a:t>
            </a:r>
          </a:p>
        </p:txBody>
      </p:sp>
      <p:sp>
        <p:nvSpPr>
          <p:cNvPr id="11" name="page-number">
            <a:extLst xmlns:a="http://schemas.openxmlformats.org/drawingml/2006/main">
              <a:ext uri="{FF2B5EF4-FFF2-40B4-BE49-F238E27FC236}">
                <a16:creationId xmlns:a16="http://schemas.microsoft.com/office/drawing/2014/main" id="{6A46C65F-6795-4FFF-A840-46600221E00F}"/>
              </a:ext>
            </a:extLst>
          </p:cNvPr>
          <p:cNvSpPr>
            <a:spLocks xmlns:a="http://schemas.openxmlformats.org/drawingml/2006/main" noGrp="1"/>
          </p:cNvSpPr>
          <p:nvPr/>
        </p:nvSpPr>
        <p:spPr>
          <a:xfrm xmlns:a="http://schemas.openxmlformats.org/drawingml/2006/main">
            <a:off x="13477875" y="8020050"/>
            <a:ext cx="1285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AABFD1"/>
                </a:solidFill>
                <a:latin typeface="DejaVu Sans Mono"/>
                <a:ea typeface="DejaVu Sans Mono"/>
                <a:cs typeface="DejaVu Sans Mono"/>
              </a:defRPr>
            </a:defPPr>
            <a:lvl1pPr algn="r">
              <a:defRPr sz="1350" b="0">
                <a:solidFill>
                  <a:srgbClr val="AABFD1"/>
                </a:solidFill>
                <a:latin typeface="DejaVu Sans Mono"/>
                <a:ea typeface="DejaVu Sans Mono"/>
                <a:cs typeface="DejaVu Sans Mono"/>
              </a:defRPr>
            </a:lvl1pPr>
            <a:lvl2pPr algn="r">
              <a:defRPr sz="1350" b="0">
                <a:solidFill>
                  <a:srgbClr val="AABFD1"/>
                </a:solidFill>
                <a:latin typeface="DejaVu Sans Mono"/>
                <a:ea typeface="DejaVu Sans Mono"/>
                <a:cs typeface="DejaVu Sans Mono"/>
              </a:defRPr>
            </a:lvl2pPr>
            <a:lvl3pPr algn="r">
              <a:defRPr sz="1350" b="0">
                <a:solidFill>
                  <a:srgbClr val="AABFD1"/>
                </a:solidFill>
                <a:latin typeface="DejaVu Sans Mono"/>
                <a:ea typeface="DejaVu Sans Mono"/>
                <a:cs typeface="DejaVu Sans Mono"/>
              </a:defRPr>
            </a:lvl3pPr>
            <a:lvl4pPr algn="r">
              <a:defRPr sz="1350" b="0">
                <a:solidFill>
                  <a:srgbClr val="AABFD1"/>
                </a:solidFill>
                <a:latin typeface="DejaVu Sans Mono"/>
                <a:ea typeface="DejaVu Sans Mono"/>
                <a:cs typeface="DejaVu Sans Mono"/>
              </a:defRPr>
            </a:lvl4pPr>
            <a:lvl5pPr algn="r">
              <a:defRPr sz="1350" b="0">
                <a:solidFill>
                  <a:srgbClr val="AABFD1"/>
                </a:solidFill>
                <a:latin typeface="DejaVu Sans Mono"/>
                <a:ea typeface="DejaVu Sans Mono"/>
                <a:cs typeface="DejaVu Sans Mono"/>
              </a:defRPr>
            </a:lvl5pPr>
            <a:lvl6pPr algn="r">
              <a:defRPr sz="1350" b="0">
                <a:solidFill>
                  <a:srgbClr val="AABFD1"/>
                </a:solidFill>
                <a:latin typeface="DejaVu Sans Mono"/>
                <a:ea typeface="DejaVu Sans Mono"/>
                <a:cs typeface="DejaVu Sans Mono"/>
              </a:defRPr>
            </a:lvl6pPr>
            <a:lvl7pPr algn="r">
              <a:defRPr sz="1350" b="0">
                <a:solidFill>
                  <a:srgbClr val="AABFD1"/>
                </a:solidFill>
                <a:latin typeface="DejaVu Sans Mono"/>
                <a:ea typeface="DejaVu Sans Mono"/>
                <a:cs typeface="DejaVu Sans Mono"/>
              </a:defRPr>
            </a:lvl7pPr>
            <a:lvl8pPr algn="r">
              <a:defRPr sz="1350" b="0">
                <a:solidFill>
                  <a:srgbClr val="AABFD1"/>
                </a:solidFill>
                <a:latin typeface="DejaVu Sans Mono"/>
                <a:ea typeface="DejaVu Sans Mono"/>
                <a:cs typeface="DejaVu Sans Mono"/>
              </a:defRPr>
            </a:lvl8pPr>
            <a:lvl9pPr algn="r">
              <a:defRPr sz="1350" b="0">
                <a:solidFill>
                  <a:srgbClr val="AABFD1"/>
                </a:solidFill>
                <a:latin typeface="DejaVu Sans Mono"/>
                <a:ea typeface="DejaVu Sans Mono"/>
                <a:cs typeface="DejaVu Sans Mono"/>
              </a:defRPr>
            </a:lvl9pPr>
          </a:lstStyle>
          <a:p xmlns:a="http://schemas.openxmlformats.org/drawingml/2006/main">
            <a:pPr algn="r">
              <a:defRPr sz="1350" b="0">
                <a:solidFill>
                  <a:srgbClr val="AABFD1"/>
                </a:solidFill>
                <a:latin typeface="DejaVu Sans Mono"/>
                <a:ea typeface="DejaVu Sans Mono"/>
                <a:cs typeface="DejaVu Sans Mono"/>
              </a:defRPr>
            </a:pPr>
            <a:r>
              <a:rPr sz="1350" b="0">
                <a:solidFill>
                  <a:srgbClr val="AABFD1"/>
                </a:solidFill>
                <a:latin typeface="DejaVu Sans Mono"/>
                <a:ea typeface="DejaVu Sans Mono"/>
                <a:cs typeface="DejaVu Sans Mono"/>
              </a:rPr>
              <a:t>15 / 33</a:t>
            </a:r>
          </a:p>
        </p:txBody>
      </p:sp>
      <p:sp>
        <p:nvSpPr>
          <p:cNvPr id="12" name="subheading">
            <a:extLst xmlns:a="http://schemas.openxmlformats.org/drawingml/2006/main">
              <a:ext uri="{FF2B5EF4-FFF2-40B4-BE49-F238E27FC236}">
                <a16:creationId xmlns:a16="http://schemas.microsoft.com/office/drawing/2014/main" id="{BDD46195-383D-4632-A742-000018254B33}"/>
              </a:ext>
            </a:extLst>
          </p:cNvPr>
          <p:cNvSpPr>
            <a:spLocks xmlns:a="http://schemas.openxmlformats.org/drawingml/2006/main" noGrp="1"/>
          </p:cNvSpPr>
          <p:nvPr/>
        </p:nvSpPr>
        <p:spPr>
          <a:xfrm xmlns:a="http://schemas.openxmlformats.org/drawingml/2006/main">
            <a:off x="3619500" y="2047875"/>
            <a:ext cx="10858500" cy="54787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54DEEF"/>
                </a:solidFill>
                <a:latin typeface="DejaVu Sans"/>
                <a:ea typeface="DejaVu Sans"/>
                <a:cs typeface="DejaVu Sans"/>
              </a:defRPr>
            </a:defPPr>
            <a:lvl1pPr algn="l">
              <a:defRPr sz="2700" b="1">
                <a:solidFill>
                  <a:srgbClr val="54DEEF"/>
                </a:solidFill>
                <a:latin typeface="DejaVu Sans"/>
                <a:ea typeface="DejaVu Sans"/>
                <a:cs typeface="DejaVu Sans"/>
              </a:defRPr>
            </a:lvl1pPr>
            <a:lvl2pPr algn="l">
              <a:defRPr sz="2700" b="1">
                <a:solidFill>
                  <a:srgbClr val="54DEEF"/>
                </a:solidFill>
                <a:latin typeface="DejaVu Sans"/>
                <a:ea typeface="DejaVu Sans"/>
                <a:cs typeface="DejaVu Sans"/>
              </a:defRPr>
            </a:lvl2pPr>
            <a:lvl3pPr algn="l">
              <a:defRPr sz="2700" b="1">
                <a:solidFill>
                  <a:srgbClr val="54DEEF"/>
                </a:solidFill>
                <a:latin typeface="DejaVu Sans"/>
                <a:ea typeface="DejaVu Sans"/>
                <a:cs typeface="DejaVu Sans"/>
              </a:defRPr>
            </a:lvl3pPr>
            <a:lvl4pPr algn="l">
              <a:defRPr sz="2700" b="1">
                <a:solidFill>
                  <a:srgbClr val="54DEEF"/>
                </a:solidFill>
                <a:latin typeface="DejaVu Sans"/>
                <a:ea typeface="DejaVu Sans"/>
                <a:cs typeface="DejaVu Sans"/>
              </a:defRPr>
            </a:lvl4pPr>
            <a:lvl5pPr algn="l">
              <a:defRPr sz="2700" b="1">
                <a:solidFill>
                  <a:srgbClr val="54DEEF"/>
                </a:solidFill>
                <a:latin typeface="DejaVu Sans"/>
                <a:ea typeface="DejaVu Sans"/>
                <a:cs typeface="DejaVu Sans"/>
              </a:defRPr>
            </a:lvl5pPr>
            <a:lvl6pPr algn="l">
              <a:defRPr sz="2700" b="1">
                <a:solidFill>
                  <a:srgbClr val="54DEEF"/>
                </a:solidFill>
                <a:latin typeface="DejaVu Sans"/>
                <a:ea typeface="DejaVu Sans"/>
                <a:cs typeface="DejaVu Sans"/>
              </a:defRPr>
            </a:lvl6pPr>
            <a:lvl7pPr algn="l">
              <a:defRPr sz="2700" b="1">
                <a:solidFill>
                  <a:srgbClr val="54DEEF"/>
                </a:solidFill>
                <a:latin typeface="DejaVu Sans"/>
                <a:ea typeface="DejaVu Sans"/>
                <a:cs typeface="DejaVu Sans"/>
              </a:defRPr>
            </a:lvl7pPr>
            <a:lvl8pPr algn="l">
              <a:defRPr sz="2700" b="1">
                <a:solidFill>
                  <a:srgbClr val="54DEEF"/>
                </a:solidFill>
                <a:latin typeface="DejaVu Sans"/>
                <a:ea typeface="DejaVu Sans"/>
                <a:cs typeface="DejaVu Sans"/>
              </a:defRPr>
            </a:lvl8pPr>
            <a:lvl9pPr algn="l">
              <a:defRPr sz="2700" b="1">
                <a:solidFill>
                  <a:srgbClr val="54DEEF"/>
                </a:solidFill>
                <a:latin typeface="DejaVu Sans"/>
                <a:ea typeface="DejaVu Sans"/>
                <a:cs typeface="DejaVu Sans"/>
              </a:defRPr>
            </a:lvl9pPr>
          </a:lstStyle>
          <a:p xmlns:a="http://schemas.openxmlformats.org/drawingml/2006/main">
            <a:pPr algn="l">
              <a:defRPr sz="2700" b="1">
                <a:solidFill>
                  <a:srgbClr val="54DEEF"/>
                </a:solidFill>
                <a:latin typeface="DejaVu Sans"/>
                <a:ea typeface="DejaVu Sans"/>
                <a:cs typeface="DejaVu Sans"/>
              </a:defRPr>
            </a:pPr>
            <a:r>
              <a:rPr sz="2700" b="1">
                <a:solidFill>
                  <a:srgbClr val="54DEEF"/>
                </a:solidFill>
                <a:latin typeface="DejaVu Sans"/>
                <a:ea typeface="DejaVu Sans"/>
                <a:cs typeface="DejaVu Sans"/>
              </a:rPr>
              <a:t>Intranet VPN:</a:t>
            </a:r>
          </a:p>
        </p:txBody>
      </p:sp>
      <p:sp>
        <p:nvSpPr>
          <p:cNvPr id="13" name="content">
            <a:extLst xmlns:a="http://schemas.openxmlformats.org/drawingml/2006/main">
              <a:ext uri="{FF2B5EF4-FFF2-40B4-BE49-F238E27FC236}">
                <a16:creationId xmlns:a16="http://schemas.microsoft.com/office/drawing/2014/main" id="{F8BAC52D-AC67-4203-AFA1-C8073EFB6BF2}"/>
              </a:ext>
            </a:extLst>
          </p:cNvPr>
          <p:cNvSpPr>
            <a:spLocks xmlns:a="http://schemas.openxmlformats.org/drawingml/2006/main" noGrp="1"/>
          </p:cNvSpPr>
          <p:nvPr/>
        </p:nvSpPr>
        <p:spPr>
          <a:xfrm xmlns:a="http://schemas.openxmlformats.org/drawingml/2006/main">
            <a:off x="3619500" y="2929128"/>
            <a:ext cx="10858500" cy="5227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E0EAF4"/>
                </a:solidFill>
                <a:latin typeface="DejaVu Sans"/>
                <a:ea typeface="DejaVu Sans"/>
                <a:cs typeface="DejaVu Sans"/>
              </a:defRPr>
            </a:defPPr>
            <a:lvl1pPr algn="l">
              <a:defRPr sz="2550" b="0">
                <a:solidFill>
                  <a:srgbClr val="E0EAF4"/>
                </a:solidFill>
                <a:latin typeface="DejaVu Sans"/>
                <a:ea typeface="DejaVu Sans"/>
                <a:cs typeface="DejaVu Sans"/>
              </a:defRPr>
            </a:lvl1pPr>
            <a:lvl2pPr algn="l">
              <a:defRPr sz="2550" b="0">
                <a:solidFill>
                  <a:srgbClr val="E0EAF4"/>
                </a:solidFill>
                <a:latin typeface="DejaVu Sans"/>
                <a:ea typeface="DejaVu Sans"/>
                <a:cs typeface="DejaVu Sans"/>
              </a:defRPr>
            </a:lvl2pPr>
            <a:lvl3pPr algn="l">
              <a:defRPr sz="2550" b="0">
                <a:solidFill>
                  <a:srgbClr val="E0EAF4"/>
                </a:solidFill>
                <a:latin typeface="DejaVu Sans"/>
                <a:ea typeface="DejaVu Sans"/>
                <a:cs typeface="DejaVu Sans"/>
              </a:defRPr>
            </a:lvl3pPr>
            <a:lvl4pPr algn="l">
              <a:defRPr sz="2550" b="0">
                <a:solidFill>
                  <a:srgbClr val="E0EAF4"/>
                </a:solidFill>
                <a:latin typeface="DejaVu Sans"/>
                <a:ea typeface="DejaVu Sans"/>
                <a:cs typeface="DejaVu Sans"/>
              </a:defRPr>
            </a:lvl4pPr>
            <a:lvl5pPr algn="l">
              <a:defRPr sz="2550" b="0">
                <a:solidFill>
                  <a:srgbClr val="E0EAF4"/>
                </a:solidFill>
                <a:latin typeface="DejaVu Sans"/>
                <a:ea typeface="DejaVu Sans"/>
                <a:cs typeface="DejaVu Sans"/>
              </a:defRPr>
            </a:lvl5pPr>
            <a:lvl6pPr algn="l">
              <a:defRPr sz="2550" b="0">
                <a:solidFill>
                  <a:srgbClr val="E0EAF4"/>
                </a:solidFill>
                <a:latin typeface="DejaVu Sans"/>
                <a:ea typeface="DejaVu Sans"/>
                <a:cs typeface="DejaVu Sans"/>
              </a:defRPr>
            </a:lvl6pPr>
            <a:lvl7pPr algn="l">
              <a:defRPr sz="2550" b="0">
                <a:solidFill>
                  <a:srgbClr val="E0EAF4"/>
                </a:solidFill>
                <a:latin typeface="DejaVu Sans"/>
                <a:ea typeface="DejaVu Sans"/>
                <a:cs typeface="DejaVu Sans"/>
              </a:defRPr>
            </a:lvl7pPr>
            <a:lvl8pPr algn="l">
              <a:defRPr sz="2550" b="0">
                <a:solidFill>
                  <a:srgbClr val="E0EAF4"/>
                </a:solidFill>
                <a:latin typeface="DejaVu Sans"/>
                <a:ea typeface="DejaVu Sans"/>
                <a:cs typeface="DejaVu Sans"/>
              </a:defRPr>
            </a:lvl8pPr>
            <a:lvl9pPr algn="l">
              <a:defRPr sz="2550" b="0">
                <a:solidFill>
                  <a:srgbClr val="E0EAF4"/>
                </a:solidFill>
                <a:latin typeface="DejaVu Sans"/>
                <a:ea typeface="DejaVu Sans"/>
                <a:cs typeface="DejaVu Sans"/>
              </a:defRPr>
            </a:lvl9pPr>
          </a:lstStyle>
          <a:p xmlns:a="http://schemas.openxmlformats.org/drawingml/2006/main">
            <a:pPr marL="355600" indent="-292100" algn="l">
              <a:spcAft>
                <a:spcPts val="0"/>
              </a:spcAft>
              <a:buChar char="•"/>
              <a:defRPr sz="2550" b="0">
                <a:solidFill>
                  <a:srgbClr val="E0EAF4"/>
                </a:solidFill>
                <a:latin typeface="DejaVu Sans"/>
                <a:ea typeface="DejaVu Sans"/>
                <a:cs typeface="DejaVu Sans"/>
              </a:defRPr>
            </a:pPr>
            <a:r>
              <a:rPr b="1">
                <a:latin typeface="DejaVu Sans"/>
                <a:ea typeface="DejaVu Sans"/>
                <a:cs typeface="DejaVu Sans"/>
              </a:rPr>
              <a:t/>
            </a:r>
            <a:r>
              <a:rPr b="0">
                <a:latin typeface="DejaVu Sans"/>
                <a:ea typeface="DejaVu Sans"/>
                <a:cs typeface="DejaVu Sans"/>
              </a:rPr>
              <a:t>Erweiterung interner LANs</a:t>
            </a:r>
          </a:p>
        </p:txBody>
      </p:sp>
      <p:sp>
        <p:nvSpPr>
          <p:cNvPr id="14" name="subheading">
            <a:extLst xmlns:a="http://schemas.openxmlformats.org/drawingml/2006/main">
              <a:ext uri="{FF2B5EF4-FFF2-40B4-BE49-F238E27FC236}">
                <a16:creationId xmlns:a16="http://schemas.microsoft.com/office/drawing/2014/main" id="{FBB33326-9788-4B2C-88CD-01E06DD17F62}"/>
              </a:ext>
            </a:extLst>
          </p:cNvPr>
          <p:cNvSpPr>
            <a:spLocks xmlns:a="http://schemas.openxmlformats.org/drawingml/2006/main" noGrp="1"/>
          </p:cNvSpPr>
          <p:nvPr/>
        </p:nvSpPr>
        <p:spPr>
          <a:xfrm xmlns:a="http://schemas.openxmlformats.org/drawingml/2006/main">
            <a:off x="3619500" y="3785235"/>
            <a:ext cx="10858500" cy="54787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54DEEF"/>
                </a:solidFill>
                <a:latin typeface="DejaVu Sans"/>
                <a:ea typeface="DejaVu Sans"/>
                <a:cs typeface="DejaVu Sans"/>
              </a:defRPr>
            </a:defPPr>
            <a:lvl1pPr algn="l">
              <a:defRPr sz="2700" b="1">
                <a:solidFill>
                  <a:srgbClr val="54DEEF"/>
                </a:solidFill>
                <a:latin typeface="DejaVu Sans"/>
                <a:ea typeface="DejaVu Sans"/>
                <a:cs typeface="DejaVu Sans"/>
              </a:defRPr>
            </a:lvl1pPr>
            <a:lvl2pPr algn="l">
              <a:defRPr sz="2700" b="1">
                <a:solidFill>
                  <a:srgbClr val="54DEEF"/>
                </a:solidFill>
                <a:latin typeface="DejaVu Sans"/>
                <a:ea typeface="DejaVu Sans"/>
                <a:cs typeface="DejaVu Sans"/>
              </a:defRPr>
            </a:lvl2pPr>
            <a:lvl3pPr algn="l">
              <a:defRPr sz="2700" b="1">
                <a:solidFill>
                  <a:srgbClr val="54DEEF"/>
                </a:solidFill>
                <a:latin typeface="DejaVu Sans"/>
                <a:ea typeface="DejaVu Sans"/>
                <a:cs typeface="DejaVu Sans"/>
              </a:defRPr>
            </a:lvl3pPr>
            <a:lvl4pPr algn="l">
              <a:defRPr sz="2700" b="1">
                <a:solidFill>
                  <a:srgbClr val="54DEEF"/>
                </a:solidFill>
                <a:latin typeface="DejaVu Sans"/>
                <a:ea typeface="DejaVu Sans"/>
                <a:cs typeface="DejaVu Sans"/>
              </a:defRPr>
            </a:lvl4pPr>
            <a:lvl5pPr algn="l">
              <a:defRPr sz="2700" b="1">
                <a:solidFill>
                  <a:srgbClr val="54DEEF"/>
                </a:solidFill>
                <a:latin typeface="DejaVu Sans"/>
                <a:ea typeface="DejaVu Sans"/>
                <a:cs typeface="DejaVu Sans"/>
              </a:defRPr>
            </a:lvl5pPr>
            <a:lvl6pPr algn="l">
              <a:defRPr sz="2700" b="1">
                <a:solidFill>
                  <a:srgbClr val="54DEEF"/>
                </a:solidFill>
                <a:latin typeface="DejaVu Sans"/>
                <a:ea typeface="DejaVu Sans"/>
                <a:cs typeface="DejaVu Sans"/>
              </a:defRPr>
            </a:lvl6pPr>
            <a:lvl7pPr algn="l">
              <a:defRPr sz="2700" b="1">
                <a:solidFill>
                  <a:srgbClr val="54DEEF"/>
                </a:solidFill>
                <a:latin typeface="DejaVu Sans"/>
                <a:ea typeface="DejaVu Sans"/>
                <a:cs typeface="DejaVu Sans"/>
              </a:defRPr>
            </a:lvl7pPr>
            <a:lvl8pPr algn="l">
              <a:defRPr sz="2700" b="1">
                <a:solidFill>
                  <a:srgbClr val="54DEEF"/>
                </a:solidFill>
                <a:latin typeface="DejaVu Sans"/>
                <a:ea typeface="DejaVu Sans"/>
                <a:cs typeface="DejaVu Sans"/>
              </a:defRPr>
            </a:lvl8pPr>
            <a:lvl9pPr algn="l">
              <a:defRPr sz="2700" b="1">
                <a:solidFill>
                  <a:srgbClr val="54DEEF"/>
                </a:solidFill>
                <a:latin typeface="DejaVu Sans"/>
                <a:ea typeface="DejaVu Sans"/>
                <a:cs typeface="DejaVu Sans"/>
              </a:defRPr>
            </a:lvl9pPr>
          </a:lstStyle>
          <a:p xmlns:a="http://schemas.openxmlformats.org/drawingml/2006/main">
            <a:pPr algn="l">
              <a:defRPr sz="2700" b="1">
                <a:solidFill>
                  <a:srgbClr val="54DEEF"/>
                </a:solidFill>
                <a:latin typeface="DejaVu Sans"/>
                <a:ea typeface="DejaVu Sans"/>
                <a:cs typeface="DejaVu Sans"/>
              </a:defRPr>
            </a:pPr>
            <a:r>
              <a:rPr sz="2700" b="1">
                <a:solidFill>
                  <a:srgbClr val="54DEEF"/>
                </a:solidFill>
                <a:latin typeface="DejaVu Sans"/>
                <a:ea typeface="DejaVu Sans"/>
                <a:cs typeface="DejaVu Sans"/>
              </a:rPr>
              <a:t>Extranet VPN:</a:t>
            </a:r>
          </a:p>
        </p:txBody>
      </p:sp>
      <p:sp>
        <p:nvSpPr>
          <p:cNvPr id="15" name="content">
            <a:extLst xmlns:a="http://schemas.openxmlformats.org/drawingml/2006/main">
              <a:ext uri="{FF2B5EF4-FFF2-40B4-BE49-F238E27FC236}">
                <a16:creationId xmlns:a16="http://schemas.microsoft.com/office/drawing/2014/main" id="{2B567403-51A6-4876-91EA-5B3CA4966019}"/>
              </a:ext>
            </a:extLst>
          </p:cNvPr>
          <p:cNvSpPr>
            <a:spLocks xmlns:a="http://schemas.openxmlformats.org/drawingml/2006/main" noGrp="1"/>
          </p:cNvSpPr>
          <p:nvPr/>
        </p:nvSpPr>
        <p:spPr>
          <a:xfrm xmlns:a="http://schemas.openxmlformats.org/drawingml/2006/main">
            <a:off x="3619500" y="4666488"/>
            <a:ext cx="10858500" cy="9502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E0EAF4"/>
                </a:solidFill>
                <a:latin typeface="DejaVu Sans"/>
                <a:ea typeface="DejaVu Sans"/>
                <a:cs typeface="DejaVu Sans"/>
              </a:defRPr>
            </a:defPPr>
            <a:lvl1pPr algn="l">
              <a:defRPr sz="2550" b="0">
                <a:solidFill>
                  <a:srgbClr val="E0EAF4"/>
                </a:solidFill>
                <a:latin typeface="DejaVu Sans"/>
                <a:ea typeface="DejaVu Sans"/>
                <a:cs typeface="DejaVu Sans"/>
              </a:defRPr>
            </a:lvl1pPr>
            <a:lvl2pPr algn="l">
              <a:defRPr sz="2550" b="0">
                <a:solidFill>
                  <a:srgbClr val="E0EAF4"/>
                </a:solidFill>
                <a:latin typeface="DejaVu Sans"/>
                <a:ea typeface="DejaVu Sans"/>
                <a:cs typeface="DejaVu Sans"/>
              </a:defRPr>
            </a:lvl2pPr>
            <a:lvl3pPr algn="l">
              <a:defRPr sz="2550" b="0">
                <a:solidFill>
                  <a:srgbClr val="E0EAF4"/>
                </a:solidFill>
                <a:latin typeface="DejaVu Sans"/>
                <a:ea typeface="DejaVu Sans"/>
                <a:cs typeface="DejaVu Sans"/>
              </a:defRPr>
            </a:lvl3pPr>
            <a:lvl4pPr algn="l">
              <a:defRPr sz="2550" b="0">
                <a:solidFill>
                  <a:srgbClr val="E0EAF4"/>
                </a:solidFill>
                <a:latin typeface="DejaVu Sans"/>
                <a:ea typeface="DejaVu Sans"/>
                <a:cs typeface="DejaVu Sans"/>
              </a:defRPr>
            </a:lvl4pPr>
            <a:lvl5pPr algn="l">
              <a:defRPr sz="2550" b="0">
                <a:solidFill>
                  <a:srgbClr val="E0EAF4"/>
                </a:solidFill>
                <a:latin typeface="DejaVu Sans"/>
                <a:ea typeface="DejaVu Sans"/>
                <a:cs typeface="DejaVu Sans"/>
              </a:defRPr>
            </a:lvl5pPr>
            <a:lvl6pPr algn="l">
              <a:defRPr sz="2550" b="0">
                <a:solidFill>
                  <a:srgbClr val="E0EAF4"/>
                </a:solidFill>
                <a:latin typeface="DejaVu Sans"/>
                <a:ea typeface="DejaVu Sans"/>
                <a:cs typeface="DejaVu Sans"/>
              </a:defRPr>
            </a:lvl6pPr>
            <a:lvl7pPr algn="l">
              <a:defRPr sz="2550" b="0">
                <a:solidFill>
                  <a:srgbClr val="E0EAF4"/>
                </a:solidFill>
                <a:latin typeface="DejaVu Sans"/>
                <a:ea typeface="DejaVu Sans"/>
                <a:cs typeface="DejaVu Sans"/>
              </a:defRPr>
            </a:lvl7pPr>
            <a:lvl8pPr algn="l">
              <a:defRPr sz="2550" b="0">
                <a:solidFill>
                  <a:srgbClr val="E0EAF4"/>
                </a:solidFill>
                <a:latin typeface="DejaVu Sans"/>
                <a:ea typeface="DejaVu Sans"/>
                <a:cs typeface="DejaVu Sans"/>
              </a:defRPr>
            </a:lvl8pPr>
            <a:lvl9pPr algn="l">
              <a:defRPr sz="2550" b="0">
                <a:solidFill>
                  <a:srgbClr val="E0EAF4"/>
                </a:solidFill>
                <a:latin typeface="DejaVu Sans"/>
                <a:ea typeface="DejaVu Sans"/>
                <a:cs typeface="DejaVu Sans"/>
              </a:defRPr>
            </a:lvl9pPr>
          </a:lstStyle>
          <a:p xmlns:a="http://schemas.openxmlformats.org/drawingml/2006/main">
            <a:pPr marL="355600" indent="-292100" algn="l">
              <a:spcAft>
                <a:spcPts val="0"/>
              </a:spcAft>
              <a:buChar char="•"/>
              <a:defRPr sz="2550" b="0">
                <a:solidFill>
                  <a:srgbClr val="E0EAF4"/>
                </a:solidFill>
                <a:latin typeface="DejaVu Sans"/>
                <a:ea typeface="DejaVu Sans"/>
                <a:cs typeface="DejaVu Sans"/>
              </a:defRPr>
            </a:pPr>
            <a:r>
              <a:rPr b="0">
                <a:latin typeface="DejaVu Sans"/>
                <a:ea typeface="DejaVu Sans"/>
                <a:cs typeface="DejaVu Sans"/>
              </a:rPr>
              <a:t>Verbindung des internen Netzes mit </a:t>
            </a:r>
            <a:r>
              <a:rPr b="0">
                <a:latin typeface="DejaVu Sans"/>
                <a:ea typeface="DejaVu Sans"/>
                <a:cs typeface="DejaVu Sans"/>
              </a:rPr>
              <a:t/>
            </a:r>
            <a:r>
              <a:rPr b="0">
                <a:latin typeface="DejaVu Sans"/>
                <a:ea typeface="DejaVu Sans"/>
                <a:cs typeface="DejaVu Sans"/>
              </a:rPr>
              <a:t> den Netzen von Geschäftspartnern </a:t>
            </a:r>
            <a:r>
              <a:rPr b="0">
                <a:latin typeface="DejaVu Sans"/>
                <a:ea typeface="DejaVu Sans"/>
                <a:cs typeface="DejaVu Sans"/>
              </a:rPr>
              <a:t/>
            </a:r>
            <a:r>
              <a:rPr b="0">
                <a:latin typeface="DejaVu Sans"/>
                <a:ea typeface="DejaVu Sans"/>
                <a:cs typeface="DejaVu Sans"/>
              </a:rPr>
              <a:t> und Lieferanten</a:t>
            </a:r>
          </a:p>
        </p:txBody>
      </p:sp>
    </p:spTree>
    <p:extLst>
      <p:ext uri="{BB962C8B-B14F-4D97-AF65-F5344CB8AC3E}">
        <p14:creationId xmlns:p14="http://schemas.microsoft.com/office/powerpoint/2010/main" val="1794087481"/>
      </p:ext>
    </p:extLst>
  </p:cSld>
</p:sld>
</file>

<file path=ppt/slides/slide16.xml><?xml version="1.0" encoding="utf-8"?>
<p:sld xmlns:p="http://schemas.openxmlformats.org/presentationml/2006/main">
  <p:cSld>
    <p:bg>
      <p:bgPr>
        <a:solidFill xmlns:a="http://schemas.openxmlformats.org/drawingml/2006/main">
          <a:srgbClr val="081522"/>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32EDB176-712F-4244-B4BD-8A98A77ECF75}"/>
              </a:ext>
            </a:extLst>
          </p:cNvPr>
          <p:cNvPicPr>
            <a:picLocks xmlns:a="http://schemas.openxmlformats.org/drawingml/2006/main" noChangeAspect="1"/>
          </p:cNvPicPr>
          <p:nvPr/>
        </p:nvPicPr>
        <p:blipFill>
          <a:blip xmlns:r="http://schemas.openxmlformats.org/officeDocument/2006/relationships" xmlns:a="http://schemas.openxmlformats.org/drawingml/2006/main" r:embed="R175283d51f024809"/>
          <a:srcRect xmlns:a="http://schemas.openxmlformats.org/drawingml/2006/main" l="0" t="27" r="0" b="27"/>
          <a:stretch xmlns:a="http://schemas.openxmlformats.org/drawingml/2006/main">
            <a:fillRect l="0" t="0" r="0" b="0"/>
          </a:stretch>
        </p:blipFill>
        <p:spPr>
          <a:xfrm xmlns:a="http://schemas.openxmlformats.org/drawingml/2006/main">
            <a:off x="0" y="0"/>
            <a:ext cx="15240000" cy="8572500"/>
          </a:xfrm>
          <a:prstGeom xmlns:a="http://schemas.openxmlformats.org/drawingml/2006/main" prst="rect">
            <a:avLst/>
          </a:prstGeom>
        </p:spPr>
      </p:pic>
      <p:sp>
        <p:nvSpPr>
          <p:cNvPr id="2" name="agenda-heading">
            <a:extLst xmlns:a="http://schemas.openxmlformats.org/drawingml/2006/main">
              <a:ext uri="{FF2B5EF4-FFF2-40B4-BE49-F238E27FC236}">
                <a16:creationId xmlns:a16="http://schemas.microsoft.com/office/drawing/2014/main" id="{236671B4-C558-4E57-9EAA-3BE6715D4BF2}"/>
              </a:ext>
            </a:extLst>
          </p:cNvPr>
          <p:cNvSpPr>
            <a:spLocks xmlns:a="http://schemas.openxmlformats.org/drawingml/2006/main" noGrp="1"/>
          </p:cNvSpPr>
          <p:nvPr/>
        </p:nvSpPr>
        <p:spPr>
          <a:xfrm xmlns:a="http://schemas.openxmlformats.org/drawingml/2006/main">
            <a:off x="400050" y="638175"/>
            <a:ext cx="2333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54DEEF"/>
                </a:solidFill>
                <a:latin typeface="DejaVu Sans Mono"/>
                <a:ea typeface="DejaVu Sans Mono"/>
                <a:cs typeface="DejaVu Sans Mono"/>
              </a:defRPr>
            </a:defPPr>
            <a:lvl1pPr algn="l">
              <a:defRPr sz="1875" b="1">
                <a:solidFill>
                  <a:srgbClr val="54DEEF"/>
                </a:solidFill>
                <a:latin typeface="DejaVu Sans Mono"/>
                <a:ea typeface="DejaVu Sans Mono"/>
                <a:cs typeface="DejaVu Sans Mono"/>
              </a:defRPr>
            </a:lvl1pPr>
            <a:lvl2pPr algn="l">
              <a:defRPr sz="1875" b="1">
                <a:solidFill>
                  <a:srgbClr val="54DEEF"/>
                </a:solidFill>
                <a:latin typeface="DejaVu Sans Mono"/>
                <a:ea typeface="DejaVu Sans Mono"/>
                <a:cs typeface="DejaVu Sans Mono"/>
              </a:defRPr>
            </a:lvl2pPr>
            <a:lvl3pPr algn="l">
              <a:defRPr sz="1875" b="1">
                <a:solidFill>
                  <a:srgbClr val="54DEEF"/>
                </a:solidFill>
                <a:latin typeface="DejaVu Sans Mono"/>
                <a:ea typeface="DejaVu Sans Mono"/>
                <a:cs typeface="DejaVu Sans Mono"/>
              </a:defRPr>
            </a:lvl3pPr>
            <a:lvl4pPr algn="l">
              <a:defRPr sz="1875" b="1">
                <a:solidFill>
                  <a:srgbClr val="54DEEF"/>
                </a:solidFill>
                <a:latin typeface="DejaVu Sans Mono"/>
                <a:ea typeface="DejaVu Sans Mono"/>
                <a:cs typeface="DejaVu Sans Mono"/>
              </a:defRPr>
            </a:lvl4pPr>
            <a:lvl5pPr algn="l">
              <a:defRPr sz="1875" b="1">
                <a:solidFill>
                  <a:srgbClr val="54DEEF"/>
                </a:solidFill>
                <a:latin typeface="DejaVu Sans Mono"/>
                <a:ea typeface="DejaVu Sans Mono"/>
                <a:cs typeface="DejaVu Sans Mono"/>
              </a:defRPr>
            </a:lvl5pPr>
            <a:lvl6pPr algn="l">
              <a:defRPr sz="1875" b="1">
                <a:solidFill>
                  <a:srgbClr val="54DEEF"/>
                </a:solidFill>
                <a:latin typeface="DejaVu Sans Mono"/>
                <a:ea typeface="DejaVu Sans Mono"/>
                <a:cs typeface="DejaVu Sans Mono"/>
              </a:defRPr>
            </a:lvl6pPr>
            <a:lvl7pPr algn="l">
              <a:defRPr sz="1875" b="1">
                <a:solidFill>
                  <a:srgbClr val="54DEEF"/>
                </a:solidFill>
                <a:latin typeface="DejaVu Sans Mono"/>
                <a:ea typeface="DejaVu Sans Mono"/>
                <a:cs typeface="DejaVu Sans Mono"/>
              </a:defRPr>
            </a:lvl7pPr>
            <a:lvl8pPr algn="l">
              <a:defRPr sz="1875" b="1">
                <a:solidFill>
                  <a:srgbClr val="54DEEF"/>
                </a:solidFill>
                <a:latin typeface="DejaVu Sans Mono"/>
                <a:ea typeface="DejaVu Sans Mono"/>
                <a:cs typeface="DejaVu Sans Mono"/>
              </a:defRPr>
            </a:lvl8pPr>
            <a:lvl9pPr algn="l">
              <a:defRPr sz="1875" b="1">
                <a:solidFill>
                  <a:srgbClr val="54DEEF"/>
                </a:solidFill>
                <a:latin typeface="DejaVu Sans Mono"/>
                <a:ea typeface="DejaVu Sans Mono"/>
                <a:cs typeface="DejaVu Sans Mono"/>
              </a:defRPr>
            </a:lvl9pPr>
          </a:lstStyle>
          <a:p xmlns:a="http://schemas.openxmlformats.org/drawingml/2006/main">
            <a:pPr algn="l">
              <a:defRPr sz="1875" b="1">
                <a:solidFill>
                  <a:srgbClr val="54DEEF"/>
                </a:solidFill>
                <a:latin typeface="DejaVu Sans Mono"/>
                <a:ea typeface="DejaVu Sans Mono"/>
                <a:cs typeface="DejaVu Sans Mono"/>
              </a:defRPr>
            </a:pPr>
            <a:r>
              <a:rPr sz="1875" b="1">
                <a:solidFill>
                  <a:srgbClr val="54DEEF"/>
                </a:solidFill>
                <a:latin typeface="DejaVu Sans Mono"/>
                <a:ea typeface="DejaVu Sans Mono"/>
                <a:cs typeface="DejaVu Sans Mono"/>
              </a:rPr>
              <a:t>Agenda:</a:t>
            </a:r>
          </a:p>
        </p:txBody>
      </p:sp>
      <p:sp>
        <p:nvSpPr>
          <p:cNvPr id="3" name="agenda-item">
            <a:extLst xmlns:a="http://schemas.openxmlformats.org/drawingml/2006/main">
              <a:ext uri="{FF2B5EF4-FFF2-40B4-BE49-F238E27FC236}">
                <a16:creationId xmlns:a16="http://schemas.microsoft.com/office/drawing/2014/main" id="{82E1AC81-562B-4C27-8258-19B8FD699C2F}"/>
              </a:ext>
            </a:extLst>
          </p:cNvPr>
          <p:cNvSpPr>
            <a:spLocks xmlns:a="http://schemas.openxmlformats.org/drawingml/2006/main" noGrp="1"/>
          </p:cNvSpPr>
          <p:nvPr/>
        </p:nvSpPr>
        <p:spPr>
          <a:xfrm xmlns:a="http://schemas.openxmlformats.org/drawingml/2006/main">
            <a:off x="400050" y="142875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Was ist ein VPN?</a:t>
            </a:r>
          </a:p>
        </p:txBody>
      </p:sp>
      <p:sp>
        <p:nvSpPr>
          <p:cNvPr id="4" name="agenda-item">
            <a:extLst xmlns:a="http://schemas.openxmlformats.org/drawingml/2006/main">
              <a:ext uri="{FF2B5EF4-FFF2-40B4-BE49-F238E27FC236}">
                <a16:creationId xmlns:a16="http://schemas.microsoft.com/office/drawing/2014/main" id="{36D1DDD7-2392-4F53-90EB-CA94C19F795B}"/>
              </a:ext>
            </a:extLst>
          </p:cNvPr>
          <p:cNvSpPr>
            <a:spLocks xmlns:a="http://schemas.openxmlformats.org/drawingml/2006/main" noGrp="1"/>
          </p:cNvSpPr>
          <p:nvPr/>
        </p:nvSpPr>
        <p:spPr>
          <a:xfrm xmlns:a="http://schemas.openxmlformats.org/drawingml/2006/main">
            <a:off x="400050" y="209550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Aufbau eines VPN</a:t>
            </a:r>
          </a:p>
        </p:txBody>
      </p:sp>
      <p:sp>
        <p:nvSpPr>
          <p:cNvPr id="5" name="agenda-item">
            <a:extLst xmlns:a="http://schemas.openxmlformats.org/drawingml/2006/main">
              <a:ext uri="{FF2B5EF4-FFF2-40B4-BE49-F238E27FC236}">
                <a16:creationId xmlns:a16="http://schemas.microsoft.com/office/drawing/2014/main" id="{941AF248-C7E5-486F-83B8-E0ED9107FCC0}"/>
              </a:ext>
            </a:extLst>
          </p:cNvPr>
          <p:cNvSpPr>
            <a:spLocks xmlns:a="http://schemas.openxmlformats.org/drawingml/2006/main" noGrp="1"/>
          </p:cNvSpPr>
          <p:nvPr/>
        </p:nvSpPr>
        <p:spPr>
          <a:xfrm xmlns:a="http://schemas.openxmlformats.org/drawingml/2006/main">
            <a:off x="400050" y="276225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54DEEF"/>
                </a:solidFill>
                <a:latin typeface="DejaVu Sans"/>
                <a:ea typeface="DejaVu Sans"/>
                <a:cs typeface="DejaVu Sans"/>
              </a:defRPr>
            </a:defPPr>
            <a:lvl1pPr algn="l">
              <a:defRPr sz="1575" b="1">
                <a:solidFill>
                  <a:srgbClr val="54DEEF"/>
                </a:solidFill>
                <a:latin typeface="DejaVu Sans"/>
                <a:ea typeface="DejaVu Sans"/>
                <a:cs typeface="DejaVu Sans"/>
              </a:defRPr>
            </a:lvl1pPr>
            <a:lvl2pPr algn="l">
              <a:defRPr sz="1575" b="1">
                <a:solidFill>
                  <a:srgbClr val="54DEEF"/>
                </a:solidFill>
                <a:latin typeface="DejaVu Sans"/>
                <a:ea typeface="DejaVu Sans"/>
                <a:cs typeface="DejaVu Sans"/>
              </a:defRPr>
            </a:lvl2pPr>
            <a:lvl3pPr algn="l">
              <a:defRPr sz="1575" b="1">
                <a:solidFill>
                  <a:srgbClr val="54DEEF"/>
                </a:solidFill>
                <a:latin typeface="DejaVu Sans"/>
                <a:ea typeface="DejaVu Sans"/>
                <a:cs typeface="DejaVu Sans"/>
              </a:defRPr>
            </a:lvl3pPr>
            <a:lvl4pPr algn="l">
              <a:defRPr sz="1575" b="1">
                <a:solidFill>
                  <a:srgbClr val="54DEEF"/>
                </a:solidFill>
                <a:latin typeface="DejaVu Sans"/>
                <a:ea typeface="DejaVu Sans"/>
                <a:cs typeface="DejaVu Sans"/>
              </a:defRPr>
            </a:lvl4pPr>
            <a:lvl5pPr algn="l">
              <a:defRPr sz="1575" b="1">
                <a:solidFill>
                  <a:srgbClr val="54DEEF"/>
                </a:solidFill>
                <a:latin typeface="DejaVu Sans"/>
                <a:ea typeface="DejaVu Sans"/>
                <a:cs typeface="DejaVu Sans"/>
              </a:defRPr>
            </a:lvl5pPr>
            <a:lvl6pPr algn="l">
              <a:defRPr sz="1575" b="1">
                <a:solidFill>
                  <a:srgbClr val="54DEEF"/>
                </a:solidFill>
                <a:latin typeface="DejaVu Sans"/>
                <a:ea typeface="DejaVu Sans"/>
                <a:cs typeface="DejaVu Sans"/>
              </a:defRPr>
            </a:lvl6pPr>
            <a:lvl7pPr algn="l">
              <a:defRPr sz="1575" b="1">
                <a:solidFill>
                  <a:srgbClr val="54DEEF"/>
                </a:solidFill>
                <a:latin typeface="DejaVu Sans"/>
                <a:ea typeface="DejaVu Sans"/>
                <a:cs typeface="DejaVu Sans"/>
              </a:defRPr>
            </a:lvl7pPr>
            <a:lvl8pPr algn="l">
              <a:defRPr sz="1575" b="1">
                <a:solidFill>
                  <a:srgbClr val="54DEEF"/>
                </a:solidFill>
                <a:latin typeface="DejaVu Sans"/>
                <a:ea typeface="DejaVu Sans"/>
                <a:cs typeface="DejaVu Sans"/>
              </a:defRPr>
            </a:lvl8pPr>
            <a:lvl9pPr algn="l">
              <a:defRPr sz="1575" b="1">
                <a:solidFill>
                  <a:srgbClr val="54DEEF"/>
                </a:solidFill>
                <a:latin typeface="DejaVu Sans"/>
                <a:ea typeface="DejaVu Sans"/>
                <a:cs typeface="DejaVu Sans"/>
              </a:defRPr>
            </a:lvl9pPr>
          </a:lstStyle>
          <a:p xmlns:a="http://schemas.openxmlformats.org/drawingml/2006/main">
            <a:pPr algn="l">
              <a:defRPr sz="1575" b="1">
                <a:solidFill>
                  <a:srgbClr val="54DEEF"/>
                </a:solidFill>
                <a:latin typeface="DejaVu Sans"/>
                <a:ea typeface="DejaVu Sans"/>
                <a:cs typeface="DejaVu Sans"/>
              </a:defRPr>
            </a:pPr>
            <a:r>
              <a:rPr sz="1575" b="1">
                <a:solidFill>
                  <a:srgbClr val="54DEEF"/>
                </a:solidFill>
                <a:latin typeface="DejaVu Sans"/>
                <a:ea typeface="DejaVu Sans"/>
                <a:cs typeface="DejaVu Sans"/>
              </a:rPr>
              <a:t>Ausprägungen eines VPN Netzes</a:t>
            </a:r>
          </a:p>
        </p:txBody>
      </p:sp>
      <p:sp>
        <p:nvSpPr>
          <p:cNvPr id="6" name="agenda-item">
            <a:extLst xmlns:a="http://schemas.openxmlformats.org/drawingml/2006/main">
              <a:ext uri="{FF2B5EF4-FFF2-40B4-BE49-F238E27FC236}">
                <a16:creationId xmlns:a16="http://schemas.microsoft.com/office/drawing/2014/main" id="{B437ED80-3143-4457-93C1-8D3F2D59A442}"/>
              </a:ext>
            </a:extLst>
          </p:cNvPr>
          <p:cNvSpPr>
            <a:spLocks xmlns:a="http://schemas.openxmlformats.org/drawingml/2006/main" noGrp="1"/>
          </p:cNvSpPr>
          <p:nvPr/>
        </p:nvSpPr>
        <p:spPr>
          <a:xfrm xmlns:a="http://schemas.openxmlformats.org/drawingml/2006/main">
            <a:off x="400050" y="371475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Tunneling Protokolle</a:t>
            </a:r>
          </a:p>
        </p:txBody>
      </p:sp>
      <p:sp>
        <p:nvSpPr>
          <p:cNvPr id="7" name="agenda-item">
            <a:extLst xmlns:a="http://schemas.openxmlformats.org/drawingml/2006/main">
              <a:ext uri="{FF2B5EF4-FFF2-40B4-BE49-F238E27FC236}">
                <a16:creationId xmlns:a16="http://schemas.microsoft.com/office/drawing/2014/main" id="{4B1AC51D-F10D-4C1C-9DA5-790F2CA7D19D}"/>
              </a:ext>
            </a:extLst>
          </p:cNvPr>
          <p:cNvSpPr>
            <a:spLocks xmlns:a="http://schemas.openxmlformats.org/drawingml/2006/main" noGrp="1"/>
          </p:cNvSpPr>
          <p:nvPr/>
        </p:nvSpPr>
        <p:spPr>
          <a:xfrm xmlns:a="http://schemas.openxmlformats.org/drawingml/2006/main">
            <a:off x="400050" y="4524375"/>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IPSec</a:t>
            </a:r>
          </a:p>
        </p:txBody>
      </p:sp>
      <p:sp>
        <p:nvSpPr>
          <p:cNvPr id="8" name="agenda-item">
            <a:extLst xmlns:a="http://schemas.openxmlformats.org/drawingml/2006/main">
              <a:ext uri="{FF2B5EF4-FFF2-40B4-BE49-F238E27FC236}">
                <a16:creationId xmlns:a16="http://schemas.microsoft.com/office/drawing/2014/main" id="{7025F75B-70EA-40AD-86D3-2733379290EA}"/>
              </a:ext>
            </a:extLst>
          </p:cNvPr>
          <p:cNvSpPr>
            <a:spLocks xmlns:a="http://schemas.openxmlformats.org/drawingml/2006/main" noGrp="1"/>
          </p:cNvSpPr>
          <p:nvPr/>
        </p:nvSpPr>
        <p:spPr>
          <a:xfrm xmlns:a="http://schemas.openxmlformats.org/drawingml/2006/main">
            <a:off x="400050" y="5191125"/>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VPN in Verbindung mit einer Firewall</a:t>
            </a:r>
          </a:p>
        </p:txBody>
      </p:sp>
      <p:sp>
        <p:nvSpPr>
          <p:cNvPr id="9" name="agenda-item">
            <a:extLst xmlns:a="http://schemas.openxmlformats.org/drawingml/2006/main">
              <a:ext uri="{FF2B5EF4-FFF2-40B4-BE49-F238E27FC236}">
                <a16:creationId xmlns:a16="http://schemas.microsoft.com/office/drawing/2014/main" id="{95E53307-5819-4771-82F8-77FF4467D23B}"/>
              </a:ext>
            </a:extLst>
          </p:cNvPr>
          <p:cNvSpPr>
            <a:spLocks xmlns:a="http://schemas.openxmlformats.org/drawingml/2006/main" noGrp="1"/>
          </p:cNvSpPr>
          <p:nvPr/>
        </p:nvSpPr>
        <p:spPr>
          <a:xfrm xmlns:a="http://schemas.openxmlformats.org/drawingml/2006/main">
            <a:off x="400050" y="6334125"/>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Fazit</a:t>
            </a:r>
          </a:p>
        </p:txBody>
      </p:sp>
      <p:sp>
        <p:nvSpPr>
          <p:cNvPr id="10" name="title">
            <a:extLst xmlns:a="http://schemas.openxmlformats.org/drawingml/2006/main">
              <a:ext uri="{FF2B5EF4-FFF2-40B4-BE49-F238E27FC236}">
                <a16:creationId xmlns:a16="http://schemas.microsoft.com/office/drawing/2014/main" id="{E3FA1635-3C1F-4020-9180-B195798CD5A5}"/>
              </a:ext>
            </a:extLst>
          </p:cNvPr>
          <p:cNvSpPr>
            <a:spLocks xmlns:a="http://schemas.openxmlformats.org/drawingml/2006/main" noGrp="1"/>
          </p:cNvSpPr>
          <p:nvPr/>
        </p:nvSpPr>
        <p:spPr>
          <a:xfrm xmlns:a="http://schemas.openxmlformats.org/drawingml/2006/main">
            <a:off x="3619500" y="590550"/>
            <a:ext cx="1085850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525" b="1">
                <a:solidFill>
                  <a:srgbClr val="F1F7FC"/>
                </a:solidFill>
                <a:latin typeface="DejaVu Sans"/>
                <a:ea typeface="DejaVu Sans"/>
                <a:cs typeface="DejaVu Sans"/>
              </a:defRPr>
            </a:defPPr>
            <a:lvl1pPr algn="l">
              <a:defRPr sz="3525" b="1">
                <a:solidFill>
                  <a:srgbClr val="F1F7FC"/>
                </a:solidFill>
                <a:latin typeface="DejaVu Sans"/>
                <a:ea typeface="DejaVu Sans"/>
                <a:cs typeface="DejaVu Sans"/>
              </a:defRPr>
            </a:lvl1pPr>
            <a:lvl2pPr algn="l">
              <a:defRPr sz="3525" b="1">
                <a:solidFill>
                  <a:srgbClr val="F1F7FC"/>
                </a:solidFill>
                <a:latin typeface="DejaVu Sans"/>
                <a:ea typeface="DejaVu Sans"/>
                <a:cs typeface="DejaVu Sans"/>
              </a:defRPr>
            </a:lvl2pPr>
            <a:lvl3pPr algn="l">
              <a:defRPr sz="3525" b="1">
                <a:solidFill>
                  <a:srgbClr val="F1F7FC"/>
                </a:solidFill>
                <a:latin typeface="DejaVu Sans"/>
                <a:ea typeface="DejaVu Sans"/>
                <a:cs typeface="DejaVu Sans"/>
              </a:defRPr>
            </a:lvl3pPr>
            <a:lvl4pPr algn="l">
              <a:defRPr sz="3525" b="1">
                <a:solidFill>
                  <a:srgbClr val="F1F7FC"/>
                </a:solidFill>
                <a:latin typeface="DejaVu Sans"/>
                <a:ea typeface="DejaVu Sans"/>
                <a:cs typeface="DejaVu Sans"/>
              </a:defRPr>
            </a:lvl4pPr>
            <a:lvl5pPr algn="l">
              <a:defRPr sz="3525" b="1">
                <a:solidFill>
                  <a:srgbClr val="F1F7FC"/>
                </a:solidFill>
                <a:latin typeface="DejaVu Sans"/>
                <a:ea typeface="DejaVu Sans"/>
                <a:cs typeface="DejaVu Sans"/>
              </a:defRPr>
            </a:lvl5pPr>
            <a:lvl6pPr algn="l">
              <a:defRPr sz="3525" b="1">
                <a:solidFill>
                  <a:srgbClr val="F1F7FC"/>
                </a:solidFill>
                <a:latin typeface="DejaVu Sans"/>
                <a:ea typeface="DejaVu Sans"/>
                <a:cs typeface="DejaVu Sans"/>
              </a:defRPr>
            </a:lvl6pPr>
            <a:lvl7pPr algn="l">
              <a:defRPr sz="3525" b="1">
                <a:solidFill>
                  <a:srgbClr val="F1F7FC"/>
                </a:solidFill>
                <a:latin typeface="DejaVu Sans"/>
                <a:ea typeface="DejaVu Sans"/>
                <a:cs typeface="DejaVu Sans"/>
              </a:defRPr>
            </a:lvl7pPr>
            <a:lvl8pPr algn="l">
              <a:defRPr sz="3525" b="1">
                <a:solidFill>
                  <a:srgbClr val="F1F7FC"/>
                </a:solidFill>
                <a:latin typeface="DejaVu Sans"/>
                <a:ea typeface="DejaVu Sans"/>
                <a:cs typeface="DejaVu Sans"/>
              </a:defRPr>
            </a:lvl8pPr>
            <a:lvl9pPr algn="l">
              <a:defRPr sz="3525" b="1">
                <a:solidFill>
                  <a:srgbClr val="F1F7FC"/>
                </a:solidFill>
                <a:latin typeface="DejaVu Sans"/>
                <a:ea typeface="DejaVu Sans"/>
                <a:cs typeface="DejaVu Sans"/>
              </a:defRPr>
            </a:lvl9pPr>
          </a:lstStyle>
          <a:p xmlns:a="http://schemas.openxmlformats.org/drawingml/2006/main">
            <a:pPr algn="l">
              <a:defRPr sz="3525" b="1">
                <a:solidFill>
                  <a:srgbClr val="F1F7FC"/>
                </a:solidFill>
                <a:latin typeface="DejaVu Sans"/>
                <a:ea typeface="DejaVu Sans"/>
                <a:cs typeface="DejaVu Sans"/>
              </a:defRPr>
            </a:pPr>
            <a:r>
              <a:rPr sz="3525" b="1">
                <a:solidFill>
                  <a:srgbClr val="F1F7FC"/>
                </a:solidFill>
                <a:latin typeface="DejaVu Sans"/>
                <a:ea typeface="DejaVu Sans"/>
                <a:cs typeface="DejaVu Sans"/>
              </a:rPr>
              <a:t>Ausprägungen eines VPN Netzes</a:t>
            </a:r>
          </a:p>
        </p:txBody>
      </p:sp>
      <p:sp>
        <p:nvSpPr>
          <p:cNvPr id="11" name="page-number">
            <a:extLst xmlns:a="http://schemas.openxmlformats.org/drawingml/2006/main">
              <a:ext uri="{FF2B5EF4-FFF2-40B4-BE49-F238E27FC236}">
                <a16:creationId xmlns:a16="http://schemas.microsoft.com/office/drawing/2014/main" id="{5F715456-32FE-496D-A5CB-0937DC5362D3}"/>
              </a:ext>
            </a:extLst>
          </p:cNvPr>
          <p:cNvSpPr>
            <a:spLocks xmlns:a="http://schemas.openxmlformats.org/drawingml/2006/main" noGrp="1"/>
          </p:cNvSpPr>
          <p:nvPr/>
        </p:nvSpPr>
        <p:spPr>
          <a:xfrm xmlns:a="http://schemas.openxmlformats.org/drawingml/2006/main">
            <a:off x="13477875" y="8020050"/>
            <a:ext cx="1285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AABFD1"/>
                </a:solidFill>
                <a:latin typeface="DejaVu Sans Mono"/>
                <a:ea typeface="DejaVu Sans Mono"/>
                <a:cs typeface="DejaVu Sans Mono"/>
              </a:defRPr>
            </a:defPPr>
            <a:lvl1pPr algn="r">
              <a:defRPr sz="1350" b="0">
                <a:solidFill>
                  <a:srgbClr val="AABFD1"/>
                </a:solidFill>
                <a:latin typeface="DejaVu Sans Mono"/>
                <a:ea typeface="DejaVu Sans Mono"/>
                <a:cs typeface="DejaVu Sans Mono"/>
              </a:defRPr>
            </a:lvl1pPr>
            <a:lvl2pPr algn="r">
              <a:defRPr sz="1350" b="0">
                <a:solidFill>
                  <a:srgbClr val="AABFD1"/>
                </a:solidFill>
                <a:latin typeface="DejaVu Sans Mono"/>
                <a:ea typeface="DejaVu Sans Mono"/>
                <a:cs typeface="DejaVu Sans Mono"/>
              </a:defRPr>
            </a:lvl2pPr>
            <a:lvl3pPr algn="r">
              <a:defRPr sz="1350" b="0">
                <a:solidFill>
                  <a:srgbClr val="AABFD1"/>
                </a:solidFill>
                <a:latin typeface="DejaVu Sans Mono"/>
                <a:ea typeface="DejaVu Sans Mono"/>
                <a:cs typeface="DejaVu Sans Mono"/>
              </a:defRPr>
            </a:lvl3pPr>
            <a:lvl4pPr algn="r">
              <a:defRPr sz="1350" b="0">
                <a:solidFill>
                  <a:srgbClr val="AABFD1"/>
                </a:solidFill>
                <a:latin typeface="DejaVu Sans Mono"/>
                <a:ea typeface="DejaVu Sans Mono"/>
                <a:cs typeface="DejaVu Sans Mono"/>
              </a:defRPr>
            </a:lvl4pPr>
            <a:lvl5pPr algn="r">
              <a:defRPr sz="1350" b="0">
                <a:solidFill>
                  <a:srgbClr val="AABFD1"/>
                </a:solidFill>
                <a:latin typeface="DejaVu Sans Mono"/>
                <a:ea typeface="DejaVu Sans Mono"/>
                <a:cs typeface="DejaVu Sans Mono"/>
              </a:defRPr>
            </a:lvl5pPr>
            <a:lvl6pPr algn="r">
              <a:defRPr sz="1350" b="0">
                <a:solidFill>
                  <a:srgbClr val="AABFD1"/>
                </a:solidFill>
                <a:latin typeface="DejaVu Sans Mono"/>
                <a:ea typeface="DejaVu Sans Mono"/>
                <a:cs typeface="DejaVu Sans Mono"/>
              </a:defRPr>
            </a:lvl6pPr>
            <a:lvl7pPr algn="r">
              <a:defRPr sz="1350" b="0">
                <a:solidFill>
                  <a:srgbClr val="AABFD1"/>
                </a:solidFill>
                <a:latin typeface="DejaVu Sans Mono"/>
                <a:ea typeface="DejaVu Sans Mono"/>
                <a:cs typeface="DejaVu Sans Mono"/>
              </a:defRPr>
            </a:lvl7pPr>
            <a:lvl8pPr algn="r">
              <a:defRPr sz="1350" b="0">
                <a:solidFill>
                  <a:srgbClr val="AABFD1"/>
                </a:solidFill>
                <a:latin typeface="DejaVu Sans Mono"/>
                <a:ea typeface="DejaVu Sans Mono"/>
                <a:cs typeface="DejaVu Sans Mono"/>
              </a:defRPr>
            </a:lvl8pPr>
            <a:lvl9pPr algn="r">
              <a:defRPr sz="1350" b="0">
                <a:solidFill>
                  <a:srgbClr val="AABFD1"/>
                </a:solidFill>
                <a:latin typeface="DejaVu Sans Mono"/>
                <a:ea typeface="DejaVu Sans Mono"/>
                <a:cs typeface="DejaVu Sans Mono"/>
              </a:defRPr>
            </a:lvl9pPr>
          </a:lstStyle>
          <a:p xmlns:a="http://schemas.openxmlformats.org/drawingml/2006/main">
            <a:pPr algn="r">
              <a:defRPr sz="1350" b="0">
                <a:solidFill>
                  <a:srgbClr val="AABFD1"/>
                </a:solidFill>
                <a:latin typeface="DejaVu Sans Mono"/>
                <a:ea typeface="DejaVu Sans Mono"/>
                <a:cs typeface="DejaVu Sans Mono"/>
              </a:defRPr>
            </a:pPr>
            <a:r>
              <a:rPr sz="1350" b="0">
                <a:solidFill>
                  <a:srgbClr val="AABFD1"/>
                </a:solidFill>
                <a:latin typeface="DejaVu Sans Mono"/>
                <a:ea typeface="DejaVu Sans Mono"/>
                <a:cs typeface="DejaVu Sans Mono"/>
              </a:rPr>
              <a:t>16 / 33</a:t>
            </a:r>
          </a:p>
        </p:txBody>
      </p:sp>
      <p:sp>
        <p:nvSpPr>
          <p:cNvPr id="12" name="subheading">
            <a:extLst xmlns:a="http://schemas.openxmlformats.org/drawingml/2006/main">
              <a:ext uri="{FF2B5EF4-FFF2-40B4-BE49-F238E27FC236}">
                <a16:creationId xmlns:a16="http://schemas.microsoft.com/office/drawing/2014/main" id="{7D47A2EA-F7DB-40C2-B5F1-FBB4EBBB6589}"/>
              </a:ext>
            </a:extLst>
          </p:cNvPr>
          <p:cNvSpPr>
            <a:spLocks xmlns:a="http://schemas.openxmlformats.org/drawingml/2006/main" noGrp="1"/>
          </p:cNvSpPr>
          <p:nvPr/>
        </p:nvSpPr>
        <p:spPr>
          <a:xfrm xmlns:a="http://schemas.openxmlformats.org/drawingml/2006/main">
            <a:off x="3619500" y="20383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54DEEF"/>
                </a:solidFill>
                <a:latin typeface="DejaVu Sans"/>
                <a:ea typeface="DejaVu Sans"/>
                <a:cs typeface="DejaVu Sans"/>
              </a:defRPr>
            </a:defPPr>
            <a:lvl1pPr algn="l">
              <a:defRPr sz="2550" b="1">
                <a:solidFill>
                  <a:srgbClr val="54DEEF"/>
                </a:solidFill>
                <a:latin typeface="DejaVu Sans"/>
                <a:ea typeface="DejaVu Sans"/>
                <a:cs typeface="DejaVu Sans"/>
              </a:defRPr>
            </a:lvl1pPr>
            <a:lvl2pPr algn="l">
              <a:defRPr sz="2550" b="1">
                <a:solidFill>
                  <a:srgbClr val="54DEEF"/>
                </a:solidFill>
                <a:latin typeface="DejaVu Sans"/>
                <a:ea typeface="DejaVu Sans"/>
                <a:cs typeface="DejaVu Sans"/>
              </a:defRPr>
            </a:lvl2pPr>
            <a:lvl3pPr algn="l">
              <a:defRPr sz="2550" b="1">
                <a:solidFill>
                  <a:srgbClr val="54DEEF"/>
                </a:solidFill>
                <a:latin typeface="DejaVu Sans"/>
                <a:ea typeface="DejaVu Sans"/>
                <a:cs typeface="DejaVu Sans"/>
              </a:defRPr>
            </a:lvl3pPr>
            <a:lvl4pPr algn="l">
              <a:defRPr sz="2550" b="1">
                <a:solidFill>
                  <a:srgbClr val="54DEEF"/>
                </a:solidFill>
                <a:latin typeface="DejaVu Sans"/>
                <a:ea typeface="DejaVu Sans"/>
                <a:cs typeface="DejaVu Sans"/>
              </a:defRPr>
            </a:lvl4pPr>
            <a:lvl5pPr algn="l">
              <a:defRPr sz="2550" b="1">
                <a:solidFill>
                  <a:srgbClr val="54DEEF"/>
                </a:solidFill>
                <a:latin typeface="DejaVu Sans"/>
                <a:ea typeface="DejaVu Sans"/>
                <a:cs typeface="DejaVu Sans"/>
              </a:defRPr>
            </a:lvl5pPr>
            <a:lvl6pPr algn="l">
              <a:defRPr sz="2550" b="1">
                <a:solidFill>
                  <a:srgbClr val="54DEEF"/>
                </a:solidFill>
                <a:latin typeface="DejaVu Sans"/>
                <a:ea typeface="DejaVu Sans"/>
                <a:cs typeface="DejaVu Sans"/>
              </a:defRPr>
            </a:lvl6pPr>
            <a:lvl7pPr algn="l">
              <a:defRPr sz="2550" b="1">
                <a:solidFill>
                  <a:srgbClr val="54DEEF"/>
                </a:solidFill>
                <a:latin typeface="DejaVu Sans"/>
                <a:ea typeface="DejaVu Sans"/>
                <a:cs typeface="DejaVu Sans"/>
              </a:defRPr>
            </a:lvl7pPr>
            <a:lvl8pPr algn="l">
              <a:defRPr sz="2550" b="1">
                <a:solidFill>
                  <a:srgbClr val="54DEEF"/>
                </a:solidFill>
                <a:latin typeface="DejaVu Sans"/>
                <a:ea typeface="DejaVu Sans"/>
                <a:cs typeface="DejaVu Sans"/>
              </a:defRPr>
            </a:lvl8pPr>
            <a:lvl9pPr algn="l">
              <a:defRPr sz="2550" b="1">
                <a:solidFill>
                  <a:srgbClr val="54DEEF"/>
                </a:solidFill>
                <a:latin typeface="DejaVu Sans"/>
                <a:ea typeface="DejaVu Sans"/>
                <a:cs typeface="DejaVu Sans"/>
              </a:defRPr>
            </a:lvl9pPr>
          </a:lstStyle>
          <a:p xmlns:a="http://schemas.openxmlformats.org/drawingml/2006/main">
            <a:pPr algn="l">
              <a:defRPr sz="2550" b="1">
                <a:solidFill>
                  <a:srgbClr val="54DEEF"/>
                </a:solidFill>
                <a:latin typeface="DejaVu Sans"/>
                <a:ea typeface="DejaVu Sans"/>
                <a:cs typeface="DejaVu Sans"/>
              </a:defRPr>
            </a:pPr>
            <a:r>
              <a:rPr sz="2550" b="1">
                <a:solidFill>
                  <a:srgbClr val="54DEEF"/>
                </a:solidFill>
                <a:latin typeface="DejaVu Sans"/>
                <a:ea typeface="DejaVu Sans"/>
                <a:cs typeface="DejaVu Sans"/>
              </a:rPr>
              <a:t>Mischform:</a:t>
            </a:r>
          </a:p>
        </p:txBody>
      </p:sp>
      <p:pic>
        <p:nvPicPr>
          <p:cNvPr id="13" name="">
            <a:extLst xmlns:a="http://schemas.openxmlformats.org/drawingml/2006/main">
              <a:ext uri="{FF2B5EF4-FFF2-40B4-BE49-F238E27FC236}">
                <a16:creationId xmlns:a16="http://schemas.microsoft.com/office/drawing/2014/main" id="{D41EDAA9-CFF3-42CF-BEEB-38E44162376D}"/>
              </a:ext>
            </a:extLst>
          </p:cNvPr>
          <p:cNvPicPr>
            <a:picLocks xmlns:a="http://schemas.openxmlformats.org/drawingml/2006/main" noChangeAspect="1"/>
          </p:cNvPicPr>
          <p:nvPr/>
        </p:nvPicPr>
        <p:blipFill>
          <a:blip xmlns:r="http://schemas.openxmlformats.org/officeDocument/2006/relationships" xmlns:a="http://schemas.openxmlformats.org/drawingml/2006/main" r:embed="R24bac785fae84ebb"/>
          <a:stretch xmlns:a="http://schemas.openxmlformats.org/drawingml/2006/main"/>
        </p:blipFill>
        <p:spPr>
          <a:xfrm xmlns:a="http://schemas.openxmlformats.org/drawingml/2006/main">
            <a:off x="5712652" y="2857500"/>
            <a:ext cx="6672195" cy="4667250"/>
          </a:xfrm>
          <a:prstGeom xmlns:a="http://schemas.openxmlformats.org/drawingml/2006/main" prst="rect">
            <a:avLst/>
          </a:prstGeom>
        </p:spPr>
      </p:pic>
    </p:spTree>
    <p:extLst>
      <p:ext uri="{BB962C8B-B14F-4D97-AF65-F5344CB8AC3E}">
        <p14:creationId xmlns:p14="http://schemas.microsoft.com/office/powerpoint/2010/main" val="1297962103"/>
      </p:ext>
    </p:extLst>
  </p:cSld>
</p:sld>
</file>

<file path=ppt/slides/slide17.xml><?xml version="1.0" encoding="utf-8"?>
<p:sld xmlns:p="http://schemas.openxmlformats.org/presentationml/2006/main">
  <p:cSld>
    <p:bg>
      <p:bgPr>
        <a:solidFill xmlns:a="http://schemas.openxmlformats.org/drawingml/2006/main">
          <a:srgbClr val="081522"/>
        </a:solidFill>
      </p:bgPr>
    </p:bg>
    <p:spTree>
      <p:nvGrpSpPr>
        <p:cNvPr id="1" name=""/>
        <p:cNvGrpSpPr/>
        <p:nvPr/>
      </p:nvGrpSpPr>
      <p:grpSpPr>
        <a:xfrm xmlns:a="http://schemas.openxmlformats.org/drawingml/2006/main"/>
      </p:grpSpPr>
      <p:pic>
        <p:nvPicPr>
          <p:cNvPr id="23" name="">
            <a:extLst xmlns:a="http://schemas.openxmlformats.org/drawingml/2006/main">
              <a:ext uri="{FF2B5EF4-FFF2-40B4-BE49-F238E27FC236}">
                <a16:creationId xmlns:a16="http://schemas.microsoft.com/office/drawing/2014/main" id="{2D04E28E-A6B8-4DD6-B19D-A7E280F72026}"/>
              </a:ext>
            </a:extLst>
          </p:cNvPr>
          <p:cNvPicPr>
            <a:picLocks xmlns:a="http://schemas.openxmlformats.org/drawingml/2006/main" noChangeAspect="1"/>
          </p:cNvPicPr>
          <p:nvPr/>
        </p:nvPicPr>
        <p:blipFill>
          <a:blip xmlns:r="http://schemas.openxmlformats.org/officeDocument/2006/relationships" xmlns:a="http://schemas.openxmlformats.org/drawingml/2006/main" r:embed="R154d61da8569409a"/>
          <a:srcRect xmlns:a="http://schemas.openxmlformats.org/drawingml/2006/main" l="0" t="27" r="0" b="27"/>
          <a:stretch xmlns:a="http://schemas.openxmlformats.org/drawingml/2006/main">
            <a:fillRect l="0" t="0" r="0" b="0"/>
          </a:stretch>
        </p:blipFill>
        <p:spPr>
          <a:xfrm xmlns:a="http://schemas.openxmlformats.org/drawingml/2006/main">
            <a:off x="0" y="0"/>
            <a:ext cx="15240000" cy="8572500"/>
          </a:xfrm>
          <a:prstGeom xmlns:a="http://schemas.openxmlformats.org/drawingml/2006/main" prst="rect">
            <a:avLst/>
          </a:prstGeom>
        </p:spPr>
      </p:pic>
      <p:sp>
        <p:nvSpPr>
          <p:cNvPr id="2" name="agenda-heading">
            <a:extLst xmlns:a="http://schemas.openxmlformats.org/drawingml/2006/main">
              <a:ext uri="{FF2B5EF4-FFF2-40B4-BE49-F238E27FC236}">
                <a16:creationId xmlns:a16="http://schemas.microsoft.com/office/drawing/2014/main" id="{E61A12FC-FF4F-46F6-B08E-D714301CDAC1}"/>
              </a:ext>
            </a:extLst>
          </p:cNvPr>
          <p:cNvSpPr>
            <a:spLocks xmlns:a="http://schemas.openxmlformats.org/drawingml/2006/main" noGrp="1"/>
          </p:cNvSpPr>
          <p:nvPr/>
        </p:nvSpPr>
        <p:spPr>
          <a:xfrm xmlns:a="http://schemas.openxmlformats.org/drawingml/2006/main">
            <a:off x="400050" y="638175"/>
            <a:ext cx="2333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54DEEF"/>
                </a:solidFill>
                <a:latin typeface="DejaVu Sans Mono"/>
                <a:ea typeface="DejaVu Sans Mono"/>
                <a:cs typeface="DejaVu Sans Mono"/>
              </a:defRPr>
            </a:defPPr>
            <a:lvl1pPr algn="l">
              <a:defRPr sz="1875" b="1">
                <a:solidFill>
                  <a:srgbClr val="54DEEF"/>
                </a:solidFill>
                <a:latin typeface="DejaVu Sans Mono"/>
                <a:ea typeface="DejaVu Sans Mono"/>
                <a:cs typeface="DejaVu Sans Mono"/>
              </a:defRPr>
            </a:lvl1pPr>
            <a:lvl2pPr algn="l">
              <a:defRPr sz="1875" b="1">
                <a:solidFill>
                  <a:srgbClr val="54DEEF"/>
                </a:solidFill>
                <a:latin typeface="DejaVu Sans Mono"/>
                <a:ea typeface="DejaVu Sans Mono"/>
                <a:cs typeface="DejaVu Sans Mono"/>
              </a:defRPr>
            </a:lvl2pPr>
            <a:lvl3pPr algn="l">
              <a:defRPr sz="1875" b="1">
                <a:solidFill>
                  <a:srgbClr val="54DEEF"/>
                </a:solidFill>
                <a:latin typeface="DejaVu Sans Mono"/>
                <a:ea typeface="DejaVu Sans Mono"/>
                <a:cs typeface="DejaVu Sans Mono"/>
              </a:defRPr>
            </a:lvl3pPr>
            <a:lvl4pPr algn="l">
              <a:defRPr sz="1875" b="1">
                <a:solidFill>
                  <a:srgbClr val="54DEEF"/>
                </a:solidFill>
                <a:latin typeface="DejaVu Sans Mono"/>
                <a:ea typeface="DejaVu Sans Mono"/>
                <a:cs typeface="DejaVu Sans Mono"/>
              </a:defRPr>
            </a:lvl4pPr>
            <a:lvl5pPr algn="l">
              <a:defRPr sz="1875" b="1">
                <a:solidFill>
                  <a:srgbClr val="54DEEF"/>
                </a:solidFill>
                <a:latin typeface="DejaVu Sans Mono"/>
                <a:ea typeface="DejaVu Sans Mono"/>
                <a:cs typeface="DejaVu Sans Mono"/>
              </a:defRPr>
            </a:lvl5pPr>
            <a:lvl6pPr algn="l">
              <a:defRPr sz="1875" b="1">
                <a:solidFill>
                  <a:srgbClr val="54DEEF"/>
                </a:solidFill>
                <a:latin typeface="DejaVu Sans Mono"/>
                <a:ea typeface="DejaVu Sans Mono"/>
                <a:cs typeface="DejaVu Sans Mono"/>
              </a:defRPr>
            </a:lvl6pPr>
            <a:lvl7pPr algn="l">
              <a:defRPr sz="1875" b="1">
                <a:solidFill>
                  <a:srgbClr val="54DEEF"/>
                </a:solidFill>
                <a:latin typeface="DejaVu Sans Mono"/>
                <a:ea typeface="DejaVu Sans Mono"/>
                <a:cs typeface="DejaVu Sans Mono"/>
              </a:defRPr>
            </a:lvl7pPr>
            <a:lvl8pPr algn="l">
              <a:defRPr sz="1875" b="1">
                <a:solidFill>
                  <a:srgbClr val="54DEEF"/>
                </a:solidFill>
                <a:latin typeface="DejaVu Sans Mono"/>
                <a:ea typeface="DejaVu Sans Mono"/>
                <a:cs typeface="DejaVu Sans Mono"/>
              </a:defRPr>
            </a:lvl8pPr>
            <a:lvl9pPr algn="l">
              <a:defRPr sz="1875" b="1">
                <a:solidFill>
                  <a:srgbClr val="54DEEF"/>
                </a:solidFill>
                <a:latin typeface="DejaVu Sans Mono"/>
                <a:ea typeface="DejaVu Sans Mono"/>
                <a:cs typeface="DejaVu Sans Mono"/>
              </a:defRPr>
            </a:lvl9pPr>
          </a:lstStyle>
          <a:p xmlns:a="http://schemas.openxmlformats.org/drawingml/2006/main">
            <a:pPr algn="l">
              <a:defRPr sz="1875" b="1">
                <a:solidFill>
                  <a:srgbClr val="54DEEF"/>
                </a:solidFill>
                <a:latin typeface="DejaVu Sans Mono"/>
                <a:ea typeface="DejaVu Sans Mono"/>
                <a:cs typeface="DejaVu Sans Mono"/>
              </a:defRPr>
            </a:pPr>
            <a:r>
              <a:rPr sz="1875" b="1">
                <a:solidFill>
                  <a:srgbClr val="54DEEF"/>
                </a:solidFill>
                <a:latin typeface="DejaVu Sans Mono"/>
                <a:ea typeface="DejaVu Sans Mono"/>
                <a:cs typeface="DejaVu Sans Mono"/>
              </a:rPr>
              <a:t>Agenda:</a:t>
            </a:r>
          </a:p>
        </p:txBody>
      </p:sp>
      <p:sp>
        <p:nvSpPr>
          <p:cNvPr id="3" name="agenda-item">
            <a:extLst xmlns:a="http://schemas.openxmlformats.org/drawingml/2006/main">
              <a:ext uri="{FF2B5EF4-FFF2-40B4-BE49-F238E27FC236}">
                <a16:creationId xmlns:a16="http://schemas.microsoft.com/office/drawing/2014/main" id="{999DA0EB-1203-4F91-88F5-17679944714F}"/>
              </a:ext>
            </a:extLst>
          </p:cNvPr>
          <p:cNvSpPr>
            <a:spLocks xmlns:a="http://schemas.openxmlformats.org/drawingml/2006/main" noGrp="1"/>
          </p:cNvSpPr>
          <p:nvPr/>
        </p:nvSpPr>
        <p:spPr>
          <a:xfrm xmlns:a="http://schemas.openxmlformats.org/drawingml/2006/main">
            <a:off x="400050" y="142875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Was ist ein VPN?</a:t>
            </a:r>
          </a:p>
        </p:txBody>
      </p:sp>
      <p:sp>
        <p:nvSpPr>
          <p:cNvPr id="4" name="agenda-item">
            <a:extLst xmlns:a="http://schemas.openxmlformats.org/drawingml/2006/main">
              <a:ext uri="{FF2B5EF4-FFF2-40B4-BE49-F238E27FC236}">
                <a16:creationId xmlns:a16="http://schemas.microsoft.com/office/drawing/2014/main" id="{F85C8E5B-F1BB-476C-80EF-C7EA021CE813}"/>
              </a:ext>
            </a:extLst>
          </p:cNvPr>
          <p:cNvSpPr>
            <a:spLocks xmlns:a="http://schemas.openxmlformats.org/drawingml/2006/main" noGrp="1"/>
          </p:cNvSpPr>
          <p:nvPr/>
        </p:nvSpPr>
        <p:spPr>
          <a:xfrm xmlns:a="http://schemas.openxmlformats.org/drawingml/2006/main">
            <a:off x="400050" y="209550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Aufbau eines VPN</a:t>
            </a:r>
          </a:p>
        </p:txBody>
      </p:sp>
      <p:sp>
        <p:nvSpPr>
          <p:cNvPr id="5" name="agenda-item">
            <a:extLst xmlns:a="http://schemas.openxmlformats.org/drawingml/2006/main">
              <a:ext uri="{FF2B5EF4-FFF2-40B4-BE49-F238E27FC236}">
                <a16:creationId xmlns:a16="http://schemas.microsoft.com/office/drawing/2014/main" id="{9A650700-E6C5-4182-8061-31E2353C1C7E}"/>
              </a:ext>
            </a:extLst>
          </p:cNvPr>
          <p:cNvSpPr>
            <a:spLocks xmlns:a="http://schemas.openxmlformats.org/drawingml/2006/main" noGrp="1"/>
          </p:cNvSpPr>
          <p:nvPr/>
        </p:nvSpPr>
        <p:spPr>
          <a:xfrm xmlns:a="http://schemas.openxmlformats.org/drawingml/2006/main">
            <a:off x="400050" y="276225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Ausprägungen eines VPN Netzes</a:t>
            </a:r>
          </a:p>
        </p:txBody>
      </p:sp>
      <p:sp>
        <p:nvSpPr>
          <p:cNvPr id="6" name="agenda-item">
            <a:extLst xmlns:a="http://schemas.openxmlformats.org/drawingml/2006/main">
              <a:ext uri="{FF2B5EF4-FFF2-40B4-BE49-F238E27FC236}">
                <a16:creationId xmlns:a16="http://schemas.microsoft.com/office/drawing/2014/main" id="{1C28D617-5D00-445C-81A9-2B6480AE1F50}"/>
              </a:ext>
            </a:extLst>
          </p:cNvPr>
          <p:cNvSpPr>
            <a:spLocks xmlns:a="http://schemas.openxmlformats.org/drawingml/2006/main" noGrp="1"/>
          </p:cNvSpPr>
          <p:nvPr/>
        </p:nvSpPr>
        <p:spPr>
          <a:xfrm xmlns:a="http://schemas.openxmlformats.org/drawingml/2006/main">
            <a:off x="400050" y="371475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54DEEF"/>
                </a:solidFill>
                <a:latin typeface="DejaVu Sans"/>
                <a:ea typeface="DejaVu Sans"/>
                <a:cs typeface="DejaVu Sans"/>
              </a:defRPr>
            </a:defPPr>
            <a:lvl1pPr algn="l">
              <a:defRPr sz="1575" b="1">
                <a:solidFill>
                  <a:srgbClr val="54DEEF"/>
                </a:solidFill>
                <a:latin typeface="DejaVu Sans"/>
                <a:ea typeface="DejaVu Sans"/>
                <a:cs typeface="DejaVu Sans"/>
              </a:defRPr>
            </a:lvl1pPr>
            <a:lvl2pPr algn="l">
              <a:defRPr sz="1575" b="1">
                <a:solidFill>
                  <a:srgbClr val="54DEEF"/>
                </a:solidFill>
                <a:latin typeface="DejaVu Sans"/>
                <a:ea typeface="DejaVu Sans"/>
                <a:cs typeface="DejaVu Sans"/>
              </a:defRPr>
            </a:lvl2pPr>
            <a:lvl3pPr algn="l">
              <a:defRPr sz="1575" b="1">
                <a:solidFill>
                  <a:srgbClr val="54DEEF"/>
                </a:solidFill>
                <a:latin typeface="DejaVu Sans"/>
                <a:ea typeface="DejaVu Sans"/>
                <a:cs typeface="DejaVu Sans"/>
              </a:defRPr>
            </a:lvl3pPr>
            <a:lvl4pPr algn="l">
              <a:defRPr sz="1575" b="1">
                <a:solidFill>
                  <a:srgbClr val="54DEEF"/>
                </a:solidFill>
                <a:latin typeface="DejaVu Sans"/>
                <a:ea typeface="DejaVu Sans"/>
                <a:cs typeface="DejaVu Sans"/>
              </a:defRPr>
            </a:lvl4pPr>
            <a:lvl5pPr algn="l">
              <a:defRPr sz="1575" b="1">
                <a:solidFill>
                  <a:srgbClr val="54DEEF"/>
                </a:solidFill>
                <a:latin typeface="DejaVu Sans"/>
                <a:ea typeface="DejaVu Sans"/>
                <a:cs typeface="DejaVu Sans"/>
              </a:defRPr>
            </a:lvl5pPr>
            <a:lvl6pPr algn="l">
              <a:defRPr sz="1575" b="1">
                <a:solidFill>
                  <a:srgbClr val="54DEEF"/>
                </a:solidFill>
                <a:latin typeface="DejaVu Sans"/>
                <a:ea typeface="DejaVu Sans"/>
                <a:cs typeface="DejaVu Sans"/>
              </a:defRPr>
            </a:lvl6pPr>
            <a:lvl7pPr algn="l">
              <a:defRPr sz="1575" b="1">
                <a:solidFill>
                  <a:srgbClr val="54DEEF"/>
                </a:solidFill>
                <a:latin typeface="DejaVu Sans"/>
                <a:ea typeface="DejaVu Sans"/>
                <a:cs typeface="DejaVu Sans"/>
              </a:defRPr>
            </a:lvl7pPr>
            <a:lvl8pPr algn="l">
              <a:defRPr sz="1575" b="1">
                <a:solidFill>
                  <a:srgbClr val="54DEEF"/>
                </a:solidFill>
                <a:latin typeface="DejaVu Sans"/>
                <a:ea typeface="DejaVu Sans"/>
                <a:cs typeface="DejaVu Sans"/>
              </a:defRPr>
            </a:lvl8pPr>
            <a:lvl9pPr algn="l">
              <a:defRPr sz="1575" b="1">
                <a:solidFill>
                  <a:srgbClr val="54DEEF"/>
                </a:solidFill>
                <a:latin typeface="DejaVu Sans"/>
                <a:ea typeface="DejaVu Sans"/>
                <a:cs typeface="DejaVu Sans"/>
              </a:defRPr>
            </a:lvl9pPr>
          </a:lstStyle>
          <a:p xmlns:a="http://schemas.openxmlformats.org/drawingml/2006/main">
            <a:pPr algn="l">
              <a:defRPr sz="1575" b="1">
                <a:solidFill>
                  <a:srgbClr val="54DEEF"/>
                </a:solidFill>
                <a:latin typeface="DejaVu Sans"/>
                <a:ea typeface="DejaVu Sans"/>
                <a:cs typeface="DejaVu Sans"/>
              </a:defRPr>
            </a:pPr>
            <a:r>
              <a:rPr sz="1575" b="1">
                <a:solidFill>
                  <a:srgbClr val="54DEEF"/>
                </a:solidFill>
                <a:latin typeface="DejaVu Sans"/>
                <a:ea typeface="DejaVu Sans"/>
                <a:cs typeface="DejaVu Sans"/>
              </a:rPr>
              <a:t>Tunneling Protokolle</a:t>
            </a:r>
          </a:p>
        </p:txBody>
      </p:sp>
      <p:sp>
        <p:nvSpPr>
          <p:cNvPr id="7" name="agenda-item">
            <a:extLst xmlns:a="http://schemas.openxmlformats.org/drawingml/2006/main">
              <a:ext uri="{FF2B5EF4-FFF2-40B4-BE49-F238E27FC236}">
                <a16:creationId xmlns:a16="http://schemas.microsoft.com/office/drawing/2014/main" id="{B5F1FFD4-A4E1-4DE9-AAA7-D2ED45391F9C}"/>
              </a:ext>
            </a:extLst>
          </p:cNvPr>
          <p:cNvSpPr>
            <a:spLocks xmlns:a="http://schemas.openxmlformats.org/drawingml/2006/main" noGrp="1"/>
          </p:cNvSpPr>
          <p:nvPr/>
        </p:nvSpPr>
        <p:spPr>
          <a:xfrm xmlns:a="http://schemas.openxmlformats.org/drawingml/2006/main">
            <a:off x="400050" y="4524375"/>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IPSec</a:t>
            </a:r>
          </a:p>
        </p:txBody>
      </p:sp>
      <p:sp>
        <p:nvSpPr>
          <p:cNvPr id="8" name="agenda-item">
            <a:extLst xmlns:a="http://schemas.openxmlformats.org/drawingml/2006/main">
              <a:ext uri="{FF2B5EF4-FFF2-40B4-BE49-F238E27FC236}">
                <a16:creationId xmlns:a16="http://schemas.microsoft.com/office/drawing/2014/main" id="{BD693752-72FD-478A-AC98-DEB55591D90D}"/>
              </a:ext>
            </a:extLst>
          </p:cNvPr>
          <p:cNvSpPr>
            <a:spLocks xmlns:a="http://schemas.openxmlformats.org/drawingml/2006/main" noGrp="1"/>
          </p:cNvSpPr>
          <p:nvPr/>
        </p:nvSpPr>
        <p:spPr>
          <a:xfrm xmlns:a="http://schemas.openxmlformats.org/drawingml/2006/main">
            <a:off x="400050" y="5191125"/>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VPN in Verbindung mit einer Firewall</a:t>
            </a:r>
          </a:p>
        </p:txBody>
      </p:sp>
      <p:sp>
        <p:nvSpPr>
          <p:cNvPr id="9" name="agenda-item">
            <a:extLst xmlns:a="http://schemas.openxmlformats.org/drawingml/2006/main">
              <a:ext uri="{FF2B5EF4-FFF2-40B4-BE49-F238E27FC236}">
                <a16:creationId xmlns:a16="http://schemas.microsoft.com/office/drawing/2014/main" id="{E2D5B360-A92F-4872-9282-45EE1F859B84}"/>
              </a:ext>
            </a:extLst>
          </p:cNvPr>
          <p:cNvSpPr>
            <a:spLocks xmlns:a="http://schemas.openxmlformats.org/drawingml/2006/main" noGrp="1"/>
          </p:cNvSpPr>
          <p:nvPr/>
        </p:nvSpPr>
        <p:spPr>
          <a:xfrm xmlns:a="http://schemas.openxmlformats.org/drawingml/2006/main">
            <a:off x="400050" y="6334125"/>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Fazit</a:t>
            </a:r>
          </a:p>
        </p:txBody>
      </p:sp>
      <p:sp>
        <p:nvSpPr>
          <p:cNvPr id="10" name="title">
            <a:extLst xmlns:a="http://schemas.openxmlformats.org/drawingml/2006/main">
              <a:ext uri="{FF2B5EF4-FFF2-40B4-BE49-F238E27FC236}">
                <a16:creationId xmlns:a16="http://schemas.microsoft.com/office/drawing/2014/main" id="{C200F75A-98CC-4549-BB9B-1C24E169DBDE}"/>
              </a:ext>
            </a:extLst>
          </p:cNvPr>
          <p:cNvSpPr>
            <a:spLocks xmlns:a="http://schemas.openxmlformats.org/drawingml/2006/main" noGrp="1"/>
          </p:cNvSpPr>
          <p:nvPr/>
        </p:nvSpPr>
        <p:spPr>
          <a:xfrm xmlns:a="http://schemas.openxmlformats.org/drawingml/2006/main">
            <a:off x="3619500" y="590550"/>
            <a:ext cx="1085850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525" b="1">
                <a:solidFill>
                  <a:srgbClr val="F1F7FC"/>
                </a:solidFill>
                <a:latin typeface="DejaVu Sans"/>
                <a:ea typeface="DejaVu Sans"/>
                <a:cs typeface="DejaVu Sans"/>
              </a:defRPr>
            </a:defPPr>
            <a:lvl1pPr algn="l">
              <a:defRPr sz="3525" b="1">
                <a:solidFill>
                  <a:srgbClr val="F1F7FC"/>
                </a:solidFill>
                <a:latin typeface="DejaVu Sans"/>
                <a:ea typeface="DejaVu Sans"/>
                <a:cs typeface="DejaVu Sans"/>
              </a:defRPr>
            </a:lvl1pPr>
            <a:lvl2pPr algn="l">
              <a:defRPr sz="3525" b="1">
                <a:solidFill>
                  <a:srgbClr val="F1F7FC"/>
                </a:solidFill>
                <a:latin typeface="DejaVu Sans"/>
                <a:ea typeface="DejaVu Sans"/>
                <a:cs typeface="DejaVu Sans"/>
              </a:defRPr>
            </a:lvl2pPr>
            <a:lvl3pPr algn="l">
              <a:defRPr sz="3525" b="1">
                <a:solidFill>
                  <a:srgbClr val="F1F7FC"/>
                </a:solidFill>
                <a:latin typeface="DejaVu Sans"/>
                <a:ea typeface="DejaVu Sans"/>
                <a:cs typeface="DejaVu Sans"/>
              </a:defRPr>
            </a:lvl3pPr>
            <a:lvl4pPr algn="l">
              <a:defRPr sz="3525" b="1">
                <a:solidFill>
                  <a:srgbClr val="F1F7FC"/>
                </a:solidFill>
                <a:latin typeface="DejaVu Sans"/>
                <a:ea typeface="DejaVu Sans"/>
                <a:cs typeface="DejaVu Sans"/>
              </a:defRPr>
            </a:lvl4pPr>
            <a:lvl5pPr algn="l">
              <a:defRPr sz="3525" b="1">
                <a:solidFill>
                  <a:srgbClr val="F1F7FC"/>
                </a:solidFill>
                <a:latin typeface="DejaVu Sans"/>
                <a:ea typeface="DejaVu Sans"/>
                <a:cs typeface="DejaVu Sans"/>
              </a:defRPr>
            </a:lvl5pPr>
            <a:lvl6pPr algn="l">
              <a:defRPr sz="3525" b="1">
                <a:solidFill>
                  <a:srgbClr val="F1F7FC"/>
                </a:solidFill>
                <a:latin typeface="DejaVu Sans"/>
                <a:ea typeface="DejaVu Sans"/>
                <a:cs typeface="DejaVu Sans"/>
              </a:defRPr>
            </a:lvl6pPr>
            <a:lvl7pPr algn="l">
              <a:defRPr sz="3525" b="1">
                <a:solidFill>
                  <a:srgbClr val="F1F7FC"/>
                </a:solidFill>
                <a:latin typeface="DejaVu Sans"/>
                <a:ea typeface="DejaVu Sans"/>
                <a:cs typeface="DejaVu Sans"/>
              </a:defRPr>
            </a:lvl7pPr>
            <a:lvl8pPr algn="l">
              <a:defRPr sz="3525" b="1">
                <a:solidFill>
                  <a:srgbClr val="F1F7FC"/>
                </a:solidFill>
                <a:latin typeface="DejaVu Sans"/>
                <a:ea typeface="DejaVu Sans"/>
                <a:cs typeface="DejaVu Sans"/>
              </a:defRPr>
            </a:lvl8pPr>
            <a:lvl9pPr algn="l">
              <a:defRPr sz="3525" b="1">
                <a:solidFill>
                  <a:srgbClr val="F1F7FC"/>
                </a:solidFill>
                <a:latin typeface="DejaVu Sans"/>
                <a:ea typeface="DejaVu Sans"/>
                <a:cs typeface="DejaVu Sans"/>
              </a:defRPr>
            </a:lvl9pPr>
          </a:lstStyle>
          <a:p xmlns:a="http://schemas.openxmlformats.org/drawingml/2006/main">
            <a:pPr algn="l">
              <a:defRPr sz="3525" b="1">
                <a:solidFill>
                  <a:srgbClr val="F1F7FC"/>
                </a:solidFill>
                <a:latin typeface="DejaVu Sans"/>
                <a:ea typeface="DejaVu Sans"/>
                <a:cs typeface="DejaVu Sans"/>
              </a:defRPr>
            </a:pPr>
            <a:r>
              <a:rPr sz="3525" b="1">
                <a:solidFill>
                  <a:srgbClr val="F1F7FC"/>
                </a:solidFill>
                <a:latin typeface="DejaVu Sans"/>
                <a:ea typeface="DejaVu Sans"/>
                <a:cs typeface="DejaVu Sans"/>
              </a:rPr>
              <a:t>Tunneling Protokolle</a:t>
            </a:r>
          </a:p>
        </p:txBody>
      </p:sp>
      <p:sp>
        <p:nvSpPr>
          <p:cNvPr id="11" name="page-number">
            <a:extLst xmlns:a="http://schemas.openxmlformats.org/drawingml/2006/main">
              <a:ext uri="{FF2B5EF4-FFF2-40B4-BE49-F238E27FC236}">
                <a16:creationId xmlns:a16="http://schemas.microsoft.com/office/drawing/2014/main" id="{C15C15E6-D047-4C2F-A95F-F55672345630}"/>
              </a:ext>
            </a:extLst>
          </p:cNvPr>
          <p:cNvSpPr>
            <a:spLocks xmlns:a="http://schemas.openxmlformats.org/drawingml/2006/main" noGrp="1"/>
          </p:cNvSpPr>
          <p:nvPr/>
        </p:nvSpPr>
        <p:spPr>
          <a:xfrm xmlns:a="http://schemas.openxmlformats.org/drawingml/2006/main">
            <a:off x="13477875" y="8020050"/>
            <a:ext cx="1285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AABFD1"/>
                </a:solidFill>
                <a:latin typeface="DejaVu Sans Mono"/>
                <a:ea typeface="DejaVu Sans Mono"/>
                <a:cs typeface="DejaVu Sans Mono"/>
              </a:defRPr>
            </a:defPPr>
            <a:lvl1pPr algn="r">
              <a:defRPr sz="1350" b="0">
                <a:solidFill>
                  <a:srgbClr val="AABFD1"/>
                </a:solidFill>
                <a:latin typeface="DejaVu Sans Mono"/>
                <a:ea typeface="DejaVu Sans Mono"/>
                <a:cs typeface="DejaVu Sans Mono"/>
              </a:defRPr>
            </a:lvl1pPr>
            <a:lvl2pPr algn="r">
              <a:defRPr sz="1350" b="0">
                <a:solidFill>
                  <a:srgbClr val="AABFD1"/>
                </a:solidFill>
                <a:latin typeface="DejaVu Sans Mono"/>
                <a:ea typeface="DejaVu Sans Mono"/>
                <a:cs typeface="DejaVu Sans Mono"/>
              </a:defRPr>
            </a:lvl2pPr>
            <a:lvl3pPr algn="r">
              <a:defRPr sz="1350" b="0">
                <a:solidFill>
                  <a:srgbClr val="AABFD1"/>
                </a:solidFill>
                <a:latin typeface="DejaVu Sans Mono"/>
                <a:ea typeface="DejaVu Sans Mono"/>
                <a:cs typeface="DejaVu Sans Mono"/>
              </a:defRPr>
            </a:lvl3pPr>
            <a:lvl4pPr algn="r">
              <a:defRPr sz="1350" b="0">
                <a:solidFill>
                  <a:srgbClr val="AABFD1"/>
                </a:solidFill>
                <a:latin typeface="DejaVu Sans Mono"/>
                <a:ea typeface="DejaVu Sans Mono"/>
                <a:cs typeface="DejaVu Sans Mono"/>
              </a:defRPr>
            </a:lvl4pPr>
            <a:lvl5pPr algn="r">
              <a:defRPr sz="1350" b="0">
                <a:solidFill>
                  <a:srgbClr val="AABFD1"/>
                </a:solidFill>
                <a:latin typeface="DejaVu Sans Mono"/>
                <a:ea typeface="DejaVu Sans Mono"/>
                <a:cs typeface="DejaVu Sans Mono"/>
              </a:defRPr>
            </a:lvl5pPr>
            <a:lvl6pPr algn="r">
              <a:defRPr sz="1350" b="0">
                <a:solidFill>
                  <a:srgbClr val="AABFD1"/>
                </a:solidFill>
                <a:latin typeface="DejaVu Sans Mono"/>
                <a:ea typeface="DejaVu Sans Mono"/>
                <a:cs typeface="DejaVu Sans Mono"/>
              </a:defRPr>
            </a:lvl6pPr>
            <a:lvl7pPr algn="r">
              <a:defRPr sz="1350" b="0">
                <a:solidFill>
                  <a:srgbClr val="AABFD1"/>
                </a:solidFill>
                <a:latin typeface="DejaVu Sans Mono"/>
                <a:ea typeface="DejaVu Sans Mono"/>
                <a:cs typeface="DejaVu Sans Mono"/>
              </a:defRPr>
            </a:lvl7pPr>
            <a:lvl8pPr algn="r">
              <a:defRPr sz="1350" b="0">
                <a:solidFill>
                  <a:srgbClr val="AABFD1"/>
                </a:solidFill>
                <a:latin typeface="DejaVu Sans Mono"/>
                <a:ea typeface="DejaVu Sans Mono"/>
                <a:cs typeface="DejaVu Sans Mono"/>
              </a:defRPr>
            </a:lvl8pPr>
            <a:lvl9pPr algn="r">
              <a:defRPr sz="1350" b="0">
                <a:solidFill>
                  <a:srgbClr val="AABFD1"/>
                </a:solidFill>
                <a:latin typeface="DejaVu Sans Mono"/>
                <a:ea typeface="DejaVu Sans Mono"/>
                <a:cs typeface="DejaVu Sans Mono"/>
              </a:defRPr>
            </a:lvl9pPr>
          </a:lstStyle>
          <a:p xmlns:a="http://schemas.openxmlformats.org/drawingml/2006/main">
            <a:pPr algn="r">
              <a:defRPr sz="1350" b="0">
                <a:solidFill>
                  <a:srgbClr val="AABFD1"/>
                </a:solidFill>
                <a:latin typeface="DejaVu Sans Mono"/>
                <a:ea typeface="DejaVu Sans Mono"/>
                <a:cs typeface="DejaVu Sans Mono"/>
              </a:defRPr>
            </a:pPr>
            <a:r>
              <a:rPr sz="1350" b="0">
                <a:solidFill>
                  <a:srgbClr val="AABFD1"/>
                </a:solidFill>
                <a:latin typeface="DejaVu Sans Mono"/>
                <a:ea typeface="DejaVu Sans Mono"/>
                <a:cs typeface="DejaVu Sans Mono"/>
              </a:rPr>
              <a:t>17 / 33</a:t>
            </a:r>
          </a:p>
        </p:txBody>
      </p:sp>
      <p:sp>
        <p:nvSpPr>
          <p:cNvPr id="12" name="subheading">
            <a:extLst xmlns:a="http://schemas.openxmlformats.org/drawingml/2006/main">
              <a:ext uri="{FF2B5EF4-FFF2-40B4-BE49-F238E27FC236}">
                <a16:creationId xmlns:a16="http://schemas.microsoft.com/office/drawing/2014/main" id="{F4636356-03CE-4063-AC1A-7D1DFE75E683}"/>
              </a:ext>
            </a:extLst>
          </p:cNvPr>
          <p:cNvSpPr>
            <a:spLocks xmlns:a="http://schemas.openxmlformats.org/drawingml/2006/main" noGrp="1"/>
          </p:cNvSpPr>
          <p:nvPr/>
        </p:nvSpPr>
        <p:spPr>
          <a:xfrm xmlns:a="http://schemas.openxmlformats.org/drawingml/2006/main">
            <a:off x="3619500" y="2095500"/>
            <a:ext cx="10858500" cy="5227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54DEEF"/>
                </a:solidFill>
                <a:latin typeface="DejaVu Sans"/>
                <a:ea typeface="DejaVu Sans"/>
                <a:cs typeface="DejaVu Sans"/>
              </a:defRPr>
            </a:defPPr>
            <a:lvl1pPr algn="l">
              <a:defRPr sz="2550" b="1">
                <a:solidFill>
                  <a:srgbClr val="54DEEF"/>
                </a:solidFill>
                <a:latin typeface="DejaVu Sans"/>
                <a:ea typeface="DejaVu Sans"/>
                <a:cs typeface="DejaVu Sans"/>
              </a:defRPr>
            </a:lvl1pPr>
            <a:lvl2pPr algn="l">
              <a:defRPr sz="2550" b="1">
                <a:solidFill>
                  <a:srgbClr val="54DEEF"/>
                </a:solidFill>
                <a:latin typeface="DejaVu Sans"/>
                <a:ea typeface="DejaVu Sans"/>
                <a:cs typeface="DejaVu Sans"/>
              </a:defRPr>
            </a:lvl2pPr>
            <a:lvl3pPr algn="l">
              <a:defRPr sz="2550" b="1">
                <a:solidFill>
                  <a:srgbClr val="54DEEF"/>
                </a:solidFill>
                <a:latin typeface="DejaVu Sans"/>
                <a:ea typeface="DejaVu Sans"/>
                <a:cs typeface="DejaVu Sans"/>
              </a:defRPr>
            </a:lvl3pPr>
            <a:lvl4pPr algn="l">
              <a:defRPr sz="2550" b="1">
                <a:solidFill>
                  <a:srgbClr val="54DEEF"/>
                </a:solidFill>
                <a:latin typeface="DejaVu Sans"/>
                <a:ea typeface="DejaVu Sans"/>
                <a:cs typeface="DejaVu Sans"/>
              </a:defRPr>
            </a:lvl4pPr>
            <a:lvl5pPr algn="l">
              <a:defRPr sz="2550" b="1">
                <a:solidFill>
                  <a:srgbClr val="54DEEF"/>
                </a:solidFill>
                <a:latin typeface="DejaVu Sans"/>
                <a:ea typeface="DejaVu Sans"/>
                <a:cs typeface="DejaVu Sans"/>
              </a:defRPr>
            </a:lvl5pPr>
            <a:lvl6pPr algn="l">
              <a:defRPr sz="2550" b="1">
                <a:solidFill>
                  <a:srgbClr val="54DEEF"/>
                </a:solidFill>
                <a:latin typeface="DejaVu Sans"/>
                <a:ea typeface="DejaVu Sans"/>
                <a:cs typeface="DejaVu Sans"/>
              </a:defRPr>
            </a:lvl6pPr>
            <a:lvl7pPr algn="l">
              <a:defRPr sz="2550" b="1">
                <a:solidFill>
                  <a:srgbClr val="54DEEF"/>
                </a:solidFill>
                <a:latin typeface="DejaVu Sans"/>
                <a:ea typeface="DejaVu Sans"/>
                <a:cs typeface="DejaVu Sans"/>
              </a:defRPr>
            </a:lvl7pPr>
            <a:lvl8pPr algn="l">
              <a:defRPr sz="2550" b="1">
                <a:solidFill>
                  <a:srgbClr val="54DEEF"/>
                </a:solidFill>
                <a:latin typeface="DejaVu Sans"/>
                <a:ea typeface="DejaVu Sans"/>
                <a:cs typeface="DejaVu Sans"/>
              </a:defRPr>
            </a:lvl8pPr>
            <a:lvl9pPr algn="l">
              <a:defRPr sz="2550" b="1">
                <a:solidFill>
                  <a:srgbClr val="54DEEF"/>
                </a:solidFill>
                <a:latin typeface="DejaVu Sans"/>
                <a:ea typeface="DejaVu Sans"/>
                <a:cs typeface="DejaVu Sans"/>
              </a:defRPr>
            </a:lvl9pPr>
          </a:lstStyle>
          <a:p xmlns:a="http://schemas.openxmlformats.org/drawingml/2006/main">
            <a:pPr algn="l">
              <a:defRPr sz="2550" b="1">
                <a:solidFill>
                  <a:srgbClr val="54DEEF"/>
                </a:solidFill>
                <a:latin typeface="DejaVu Sans"/>
                <a:ea typeface="DejaVu Sans"/>
                <a:cs typeface="DejaVu Sans"/>
              </a:defRPr>
            </a:pPr>
            <a:r>
              <a:rPr sz="2550" b="1">
                <a:solidFill>
                  <a:srgbClr val="54DEEF"/>
                </a:solidFill>
                <a:latin typeface="DejaVu Sans"/>
                <a:ea typeface="DejaVu Sans"/>
                <a:cs typeface="DejaVu Sans"/>
              </a:rPr>
              <a:t>PPTP:</a:t>
            </a:r>
          </a:p>
        </p:txBody>
      </p:sp>
      <p:sp>
        <p:nvSpPr>
          <p:cNvPr id="13" name="content">
            <a:extLst xmlns:a="http://schemas.openxmlformats.org/drawingml/2006/main">
              <a:ext uri="{FF2B5EF4-FFF2-40B4-BE49-F238E27FC236}">
                <a16:creationId xmlns:a16="http://schemas.microsoft.com/office/drawing/2014/main" id="{A7614A8C-F1ED-4CE6-9F39-F63E25C915DA}"/>
              </a:ext>
            </a:extLst>
          </p:cNvPr>
          <p:cNvSpPr>
            <a:spLocks xmlns:a="http://schemas.openxmlformats.org/drawingml/2006/main" noGrp="1"/>
          </p:cNvSpPr>
          <p:nvPr/>
        </p:nvSpPr>
        <p:spPr>
          <a:xfrm xmlns:a="http://schemas.openxmlformats.org/drawingml/2006/main">
            <a:off x="3619500" y="2837307"/>
            <a:ext cx="10858500" cy="4850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0">
                <a:solidFill>
                  <a:srgbClr val="E0EAF4"/>
                </a:solidFill>
                <a:latin typeface="DejaVu Sans"/>
                <a:ea typeface="DejaVu Sans"/>
                <a:cs typeface="DejaVu Sans"/>
              </a:defRPr>
            </a:defPPr>
            <a:lvl1pPr algn="l">
              <a:defRPr sz="2325" b="0">
                <a:solidFill>
                  <a:srgbClr val="E0EAF4"/>
                </a:solidFill>
                <a:latin typeface="DejaVu Sans"/>
                <a:ea typeface="DejaVu Sans"/>
                <a:cs typeface="DejaVu Sans"/>
              </a:defRPr>
            </a:lvl1pPr>
            <a:lvl2pPr algn="l">
              <a:defRPr sz="2325" b="0">
                <a:solidFill>
                  <a:srgbClr val="E0EAF4"/>
                </a:solidFill>
                <a:latin typeface="DejaVu Sans"/>
                <a:ea typeface="DejaVu Sans"/>
                <a:cs typeface="DejaVu Sans"/>
              </a:defRPr>
            </a:lvl2pPr>
            <a:lvl3pPr algn="l">
              <a:defRPr sz="2325" b="0">
                <a:solidFill>
                  <a:srgbClr val="E0EAF4"/>
                </a:solidFill>
                <a:latin typeface="DejaVu Sans"/>
                <a:ea typeface="DejaVu Sans"/>
                <a:cs typeface="DejaVu Sans"/>
              </a:defRPr>
            </a:lvl3pPr>
            <a:lvl4pPr algn="l">
              <a:defRPr sz="2325" b="0">
                <a:solidFill>
                  <a:srgbClr val="E0EAF4"/>
                </a:solidFill>
                <a:latin typeface="DejaVu Sans"/>
                <a:ea typeface="DejaVu Sans"/>
                <a:cs typeface="DejaVu Sans"/>
              </a:defRPr>
            </a:lvl4pPr>
            <a:lvl5pPr algn="l">
              <a:defRPr sz="2325" b="0">
                <a:solidFill>
                  <a:srgbClr val="E0EAF4"/>
                </a:solidFill>
                <a:latin typeface="DejaVu Sans"/>
                <a:ea typeface="DejaVu Sans"/>
                <a:cs typeface="DejaVu Sans"/>
              </a:defRPr>
            </a:lvl5pPr>
            <a:lvl6pPr algn="l">
              <a:defRPr sz="2325" b="0">
                <a:solidFill>
                  <a:srgbClr val="E0EAF4"/>
                </a:solidFill>
                <a:latin typeface="DejaVu Sans"/>
                <a:ea typeface="DejaVu Sans"/>
                <a:cs typeface="DejaVu Sans"/>
              </a:defRPr>
            </a:lvl6pPr>
            <a:lvl7pPr algn="l">
              <a:defRPr sz="2325" b="0">
                <a:solidFill>
                  <a:srgbClr val="E0EAF4"/>
                </a:solidFill>
                <a:latin typeface="DejaVu Sans"/>
                <a:ea typeface="DejaVu Sans"/>
                <a:cs typeface="DejaVu Sans"/>
              </a:defRPr>
            </a:lvl7pPr>
            <a:lvl8pPr algn="l">
              <a:defRPr sz="2325" b="0">
                <a:solidFill>
                  <a:srgbClr val="E0EAF4"/>
                </a:solidFill>
                <a:latin typeface="DejaVu Sans"/>
                <a:ea typeface="DejaVu Sans"/>
                <a:cs typeface="DejaVu Sans"/>
              </a:defRPr>
            </a:lvl8pPr>
            <a:lvl9pPr algn="l">
              <a:defRPr sz="2325" b="0">
                <a:solidFill>
                  <a:srgbClr val="E0EAF4"/>
                </a:solidFill>
                <a:latin typeface="DejaVu Sans"/>
                <a:ea typeface="DejaVu Sans"/>
                <a:cs typeface="DejaVu Sans"/>
              </a:defRPr>
            </a:lvl9pPr>
          </a:lstStyle>
          <a:p xmlns:a="http://schemas.openxmlformats.org/drawingml/2006/main">
            <a:pPr marL="355600" indent="-292100" algn="l">
              <a:spcAft>
                <a:spcPts val="0"/>
              </a:spcAft>
              <a:buChar char="•"/>
              <a:defRPr sz="2325" b="0">
                <a:solidFill>
                  <a:srgbClr val="E0EAF4"/>
                </a:solidFill>
                <a:latin typeface="DejaVu Sans"/>
                <a:ea typeface="DejaVu Sans"/>
                <a:cs typeface="DejaVu Sans"/>
              </a:defRPr>
            </a:pPr>
            <a:r>
              <a:rPr b="0">
                <a:latin typeface="DejaVu Sans"/>
                <a:ea typeface="DejaVu Sans"/>
                <a:cs typeface="DejaVu Sans"/>
              </a:rPr>
              <a:t>Erweiterung des PPP- Protokolls</a:t>
            </a:r>
          </a:p>
        </p:txBody>
      </p:sp>
      <p:sp>
        <p:nvSpPr>
          <p:cNvPr id="14" name="content">
            <a:extLst xmlns:a="http://schemas.openxmlformats.org/drawingml/2006/main">
              <a:ext uri="{FF2B5EF4-FFF2-40B4-BE49-F238E27FC236}">
                <a16:creationId xmlns:a16="http://schemas.microsoft.com/office/drawing/2014/main" id="{460BD53E-9AE9-49DC-B974-DBAC0000E02D}"/>
              </a:ext>
            </a:extLst>
          </p:cNvPr>
          <p:cNvSpPr>
            <a:spLocks xmlns:a="http://schemas.openxmlformats.org/drawingml/2006/main" noGrp="1"/>
          </p:cNvSpPr>
          <p:nvPr/>
        </p:nvSpPr>
        <p:spPr>
          <a:xfrm xmlns:a="http://schemas.openxmlformats.org/drawingml/2006/main">
            <a:off x="3619500" y="3541395"/>
            <a:ext cx="10858500" cy="87477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0">
                <a:solidFill>
                  <a:srgbClr val="E0EAF4"/>
                </a:solidFill>
                <a:latin typeface="DejaVu Sans"/>
                <a:ea typeface="DejaVu Sans"/>
                <a:cs typeface="DejaVu Sans"/>
              </a:defRPr>
            </a:defPPr>
            <a:lvl1pPr algn="l">
              <a:defRPr sz="2325" b="0">
                <a:solidFill>
                  <a:srgbClr val="E0EAF4"/>
                </a:solidFill>
                <a:latin typeface="DejaVu Sans"/>
                <a:ea typeface="DejaVu Sans"/>
                <a:cs typeface="DejaVu Sans"/>
              </a:defRPr>
            </a:lvl1pPr>
            <a:lvl2pPr algn="l">
              <a:defRPr sz="2325" b="0">
                <a:solidFill>
                  <a:srgbClr val="E0EAF4"/>
                </a:solidFill>
                <a:latin typeface="DejaVu Sans"/>
                <a:ea typeface="DejaVu Sans"/>
                <a:cs typeface="DejaVu Sans"/>
              </a:defRPr>
            </a:lvl2pPr>
            <a:lvl3pPr algn="l">
              <a:defRPr sz="2325" b="0">
                <a:solidFill>
                  <a:srgbClr val="E0EAF4"/>
                </a:solidFill>
                <a:latin typeface="DejaVu Sans"/>
                <a:ea typeface="DejaVu Sans"/>
                <a:cs typeface="DejaVu Sans"/>
              </a:defRPr>
            </a:lvl3pPr>
            <a:lvl4pPr algn="l">
              <a:defRPr sz="2325" b="0">
                <a:solidFill>
                  <a:srgbClr val="E0EAF4"/>
                </a:solidFill>
                <a:latin typeface="DejaVu Sans"/>
                <a:ea typeface="DejaVu Sans"/>
                <a:cs typeface="DejaVu Sans"/>
              </a:defRPr>
            </a:lvl4pPr>
            <a:lvl5pPr algn="l">
              <a:defRPr sz="2325" b="0">
                <a:solidFill>
                  <a:srgbClr val="E0EAF4"/>
                </a:solidFill>
                <a:latin typeface="DejaVu Sans"/>
                <a:ea typeface="DejaVu Sans"/>
                <a:cs typeface="DejaVu Sans"/>
              </a:defRPr>
            </a:lvl5pPr>
            <a:lvl6pPr algn="l">
              <a:defRPr sz="2325" b="0">
                <a:solidFill>
                  <a:srgbClr val="E0EAF4"/>
                </a:solidFill>
                <a:latin typeface="DejaVu Sans"/>
                <a:ea typeface="DejaVu Sans"/>
                <a:cs typeface="DejaVu Sans"/>
              </a:defRPr>
            </a:lvl6pPr>
            <a:lvl7pPr algn="l">
              <a:defRPr sz="2325" b="0">
                <a:solidFill>
                  <a:srgbClr val="E0EAF4"/>
                </a:solidFill>
                <a:latin typeface="DejaVu Sans"/>
                <a:ea typeface="DejaVu Sans"/>
                <a:cs typeface="DejaVu Sans"/>
              </a:defRPr>
            </a:lvl7pPr>
            <a:lvl8pPr algn="l">
              <a:defRPr sz="2325" b="0">
                <a:solidFill>
                  <a:srgbClr val="E0EAF4"/>
                </a:solidFill>
                <a:latin typeface="DejaVu Sans"/>
                <a:ea typeface="DejaVu Sans"/>
                <a:cs typeface="DejaVu Sans"/>
              </a:defRPr>
            </a:lvl8pPr>
            <a:lvl9pPr algn="l">
              <a:defRPr sz="2325" b="0">
                <a:solidFill>
                  <a:srgbClr val="E0EAF4"/>
                </a:solidFill>
                <a:latin typeface="DejaVu Sans"/>
                <a:ea typeface="DejaVu Sans"/>
                <a:cs typeface="DejaVu Sans"/>
              </a:defRPr>
            </a:lvl9pPr>
          </a:lstStyle>
          <a:p xmlns:a="http://schemas.openxmlformats.org/drawingml/2006/main">
            <a:pPr marL="355600" indent="-292100" algn="l">
              <a:spcAft>
                <a:spcPts val="0"/>
              </a:spcAft>
              <a:buChar char="•"/>
              <a:defRPr sz="2325" b="0">
                <a:solidFill>
                  <a:srgbClr val="E0EAF4"/>
                </a:solidFill>
                <a:latin typeface="DejaVu Sans"/>
                <a:ea typeface="DejaVu Sans"/>
                <a:cs typeface="DejaVu Sans"/>
              </a:defRPr>
            </a:pPr>
            <a:r>
              <a:rPr b="0">
                <a:latin typeface="DejaVu Sans"/>
                <a:ea typeface="DejaVu Sans"/>
                <a:cs typeface="DejaVu Sans"/>
              </a:rPr>
              <a:t>Gre- Header: enthält Informationen </a:t>
            </a:r>
            <a:r>
              <a:rPr b="0">
                <a:latin typeface="DejaVu Sans"/>
                <a:ea typeface="DejaVu Sans"/>
                <a:cs typeface="DejaVu Sans"/>
              </a:rPr>
              <a:t/>
            </a:r>
            <a:r>
              <a:rPr b="0">
                <a:latin typeface="DejaVu Sans"/>
                <a:ea typeface="DejaVu Sans"/>
                <a:cs typeface="DejaVu Sans"/>
              </a:rPr>
              <a:t> über das Paket und die Verschlüsselung</a:t>
            </a:r>
          </a:p>
        </p:txBody>
      </p:sp>
      <p:sp>
        <p:nvSpPr>
          <p:cNvPr id="15" name="protocol-block">
            <a:extLst xmlns:a="http://schemas.openxmlformats.org/drawingml/2006/main">
              <a:ext uri="{FF2B5EF4-FFF2-40B4-BE49-F238E27FC236}">
                <a16:creationId xmlns:a16="http://schemas.microsoft.com/office/drawing/2014/main" id="{EFD8A029-8BA5-4181-9FB2-98FE0BACADFB}"/>
              </a:ext>
            </a:extLst>
          </p:cNvPr>
          <p:cNvSpPr>
            <a:spLocks xmlns:a="http://schemas.openxmlformats.org/drawingml/2006/main" noGrp="1"/>
          </p:cNvSpPr>
          <p:nvPr/>
        </p:nvSpPr>
        <p:spPr>
          <a:xfrm xmlns:a="http://schemas.openxmlformats.org/drawingml/2006/main">
            <a:off x="4286250" y="5381625"/>
            <a:ext cx="9620250" cy="1952625"/>
          </a:xfrm>
          <a:prstGeom xmlns:a="http://schemas.openxmlformats.org/drawingml/2006/main" prst="rect">
            <a:avLst/>
          </a:prstGeom>
          <a:solidFill xmlns:a="http://schemas.openxmlformats.org/drawingml/2006/main">
            <a:srgbClr val="12374D"/>
          </a:solidFill>
          <a:ln xmlns:a="http://schemas.openxmlformats.org/drawingml/2006/main" w="14288">
            <a:solidFill>
              <a:srgbClr val="5CDEF0"/>
            </a:solidFill>
            <a:prstDash val="solid"/>
          </a:ln>
        </p:spPr>
      </p:sp>
      <p:sp>
        <p:nvSpPr>
          <p:cNvPr id="16" name="protocol-label">
            <a:extLst xmlns:a="http://schemas.openxmlformats.org/drawingml/2006/main">
              <a:ext uri="{FF2B5EF4-FFF2-40B4-BE49-F238E27FC236}">
                <a16:creationId xmlns:a16="http://schemas.microsoft.com/office/drawing/2014/main" id="{79ECC902-F093-4F5C-B6EB-1DA718D9D41C}"/>
              </a:ext>
            </a:extLst>
          </p:cNvPr>
          <p:cNvSpPr>
            <a:spLocks xmlns:a="http://schemas.openxmlformats.org/drawingml/2006/main" noGrp="1"/>
          </p:cNvSpPr>
          <p:nvPr/>
        </p:nvSpPr>
        <p:spPr>
          <a:xfrm xmlns:a="http://schemas.openxmlformats.org/drawingml/2006/main">
            <a:off x="4362450" y="6053138"/>
            <a:ext cx="122872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75" b="1">
                <a:solidFill>
                  <a:srgbClr val="F0FBFF"/>
                </a:solidFill>
                <a:latin typeface="DejaVu Sans"/>
                <a:ea typeface="DejaVu Sans"/>
                <a:cs typeface="DejaVu Sans"/>
              </a:defRPr>
            </a:defPPr>
            <a:lvl1pPr algn="ctr">
              <a:defRPr sz="1875" b="1">
                <a:solidFill>
                  <a:srgbClr val="F0FBFF"/>
                </a:solidFill>
                <a:latin typeface="DejaVu Sans"/>
                <a:ea typeface="DejaVu Sans"/>
                <a:cs typeface="DejaVu Sans"/>
              </a:defRPr>
            </a:lvl1pPr>
            <a:lvl2pPr algn="ctr">
              <a:defRPr sz="1875" b="1">
                <a:solidFill>
                  <a:srgbClr val="F0FBFF"/>
                </a:solidFill>
                <a:latin typeface="DejaVu Sans"/>
                <a:ea typeface="DejaVu Sans"/>
                <a:cs typeface="DejaVu Sans"/>
              </a:defRPr>
            </a:lvl2pPr>
            <a:lvl3pPr algn="ctr">
              <a:defRPr sz="1875" b="1">
                <a:solidFill>
                  <a:srgbClr val="F0FBFF"/>
                </a:solidFill>
                <a:latin typeface="DejaVu Sans"/>
                <a:ea typeface="DejaVu Sans"/>
                <a:cs typeface="DejaVu Sans"/>
              </a:defRPr>
            </a:lvl3pPr>
            <a:lvl4pPr algn="ctr">
              <a:defRPr sz="1875" b="1">
                <a:solidFill>
                  <a:srgbClr val="F0FBFF"/>
                </a:solidFill>
                <a:latin typeface="DejaVu Sans"/>
                <a:ea typeface="DejaVu Sans"/>
                <a:cs typeface="DejaVu Sans"/>
              </a:defRPr>
            </a:lvl4pPr>
            <a:lvl5pPr algn="ctr">
              <a:defRPr sz="1875" b="1">
                <a:solidFill>
                  <a:srgbClr val="F0FBFF"/>
                </a:solidFill>
                <a:latin typeface="DejaVu Sans"/>
                <a:ea typeface="DejaVu Sans"/>
                <a:cs typeface="DejaVu Sans"/>
              </a:defRPr>
            </a:lvl5pPr>
            <a:lvl6pPr algn="ctr">
              <a:defRPr sz="1875" b="1">
                <a:solidFill>
                  <a:srgbClr val="F0FBFF"/>
                </a:solidFill>
                <a:latin typeface="DejaVu Sans"/>
                <a:ea typeface="DejaVu Sans"/>
                <a:cs typeface="DejaVu Sans"/>
              </a:defRPr>
            </a:lvl6pPr>
            <a:lvl7pPr algn="ctr">
              <a:defRPr sz="1875" b="1">
                <a:solidFill>
                  <a:srgbClr val="F0FBFF"/>
                </a:solidFill>
                <a:latin typeface="DejaVu Sans"/>
                <a:ea typeface="DejaVu Sans"/>
                <a:cs typeface="DejaVu Sans"/>
              </a:defRPr>
            </a:lvl7pPr>
            <a:lvl8pPr algn="ctr">
              <a:defRPr sz="1875" b="1">
                <a:solidFill>
                  <a:srgbClr val="F0FBFF"/>
                </a:solidFill>
                <a:latin typeface="DejaVu Sans"/>
                <a:ea typeface="DejaVu Sans"/>
                <a:cs typeface="DejaVu Sans"/>
              </a:defRPr>
            </a:lvl8pPr>
            <a:lvl9pPr algn="ctr">
              <a:defRPr sz="1875" b="1">
                <a:solidFill>
                  <a:srgbClr val="F0FBFF"/>
                </a:solidFill>
                <a:latin typeface="DejaVu Sans"/>
                <a:ea typeface="DejaVu Sans"/>
                <a:cs typeface="DejaVu Sans"/>
              </a:defRPr>
            </a:lvl9pPr>
          </a:lstStyle>
          <a:p xmlns:a="http://schemas.openxmlformats.org/drawingml/2006/main">
            <a:pPr algn="ctr">
              <a:defRPr sz="1875" b="1">
                <a:solidFill>
                  <a:srgbClr val="F0FBFF"/>
                </a:solidFill>
                <a:latin typeface="DejaVu Sans"/>
                <a:ea typeface="DejaVu Sans"/>
                <a:cs typeface="DejaVu Sans"/>
              </a:defRPr>
            </a:pPr>
            <a:r>
              <a:rPr sz="1875" b="1">
                <a:solidFill>
                  <a:srgbClr val="F0FBFF"/>
                </a:solidFill>
                <a:latin typeface="DejaVu Sans"/>
                <a:ea typeface="DejaVu Sans"/>
                <a:cs typeface="DejaVu Sans"/>
              </a:rPr>
              <a:t>IP</a:t>
            </a:r>
          </a:p>
        </p:txBody>
      </p:sp>
      <p:sp>
        <p:nvSpPr>
          <p:cNvPr id="17" name="protocol-block">
            <a:extLst xmlns:a="http://schemas.openxmlformats.org/drawingml/2006/main">
              <a:ext uri="{FF2B5EF4-FFF2-40B4-BE49-F238E27FC236}">
                <a16:creationId xmlns:a16="http://schemas.microsoft.com/office/drawing/2014/main" id="{89D415B0-7B5B-4253-B5AC-E38D47231CDE}"/>
              </a:ext>
            </a:extLst>
          </p:cNvPr>
          <p:cNvSpPr>
            <a:spLocks xmlns:a="http://schemas.openxmlformats.org/drawingml/2006/main" noGrp="1"/>
          </p:cNvSpPr>
          <p:nvPr/>
        </p:nvSpPr>
        <p:spPr>
          <a:xfrm xmlns:a="http://schemas.openxmlformats.org/drawingml/2006/main">
            <a:off x="5667375" y="5648325"/>
            <a:ext cx="8239125" cy="1685925"/>
          </a:xfrm>
          <a:prstGeom xmlns:a="http://schemas.openxmlformats.org/drawingml/2006/main" prst="rect">
            <a:avLst/>
          </a:prstGeom>
          <a:solidFill xmlns:a="http://schemas.openxmlformats.org/drawingml/2006/main">
            <a:srgbClr val="15506A"/>
          </a:solidFill>
          <a:ln xmlns:a="http://schemas.openxmlformats.org/drawingml/2006/main" w="14288">
            <a:solidFill>
              <a:srgbClr val="5CDEF0"/>
            </a:solidFill>
            <a:prstDash val="solid"/>
          </a:ln>
        </p:spPr>
      </p:sp>
      <p:sp>
        <p:nvSpPr>
          <p:cNvPr id="18" name="protocol-label">
            <a:extLst xmlns:a="http://schemas.openxmlformats.org/drawingml/2006/main">
              <a:ext uri="{FF2B5EF4-FFF2-40B4-BE49-F238E27FC236}">
                <a16:creationId xmlns:a16="http://schemas.microsoft.com/office/drawing/2014/main" id="{760D38A8-8DE4-4C6F-87DB-DEB0225CC2EC}"/>
              </a:ext>
            </a:extLst>
          </p:cNvPr>
          <p:cNvSpPr>
            <a:spLocks xmlns:a="http://schemas.openxmlformats.org/drawingml/2006/main" noGrp="1"/>
          </p:cNvSpPr>
          <p:nvPr/>
        </p:nvSpPr>
        <p:spPr>
          <a:xfrm xmlns:a="http://schemas.openxmlformats.org/drawingml/2006/main">
            <a:off x="5743575" y="6186488"/>
            <a:ext cx="14668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75" b="1">
                <a:solidFill>
                  <a:srgbClr val="F0FBFF"/>
                </a:solidFill>
                <a:latin typeface="DejaVu Sans"/>
                <a:ea typeface="DejaVu Sans"/>
                <a:cs typeface="DejaVu Sans"/>
              </a:defRPr>
            </a:defPPr>
            <a:lvl1pPr algn="ctr">
              <a:defRPr sz="1875" b="1">
                <a:solidFill>
                  <a:srgbClr val="F0FBFF"/>
                </a:solidFill>
                <a:latin typeface="DejaVu Sans"/>
                <a:ea typeface="DejaVu Sans"/>
                <a:cs typeface="DejaVu Sans"/>
              </a:defRPr>
            </a:lvl1pPr>
            <a:lvl2pPr algn="ctr">
              <a:defRPr sz="1875" b="1">
                <a:solidFill>
                  <a:srgbClr val="F0FBFF"/>
                </a:solidFill>
                <a:latin typeface="DejaVu Sans"/>
                <a:ea typeface="DejaVu Sans"/>
                <a:cs typeface="DejaVu Sans"/>
              </a:defRPr>
            </a:lvl2pPr>
            <a:lvl3pPr algn="ctr">
              <a:defRPr sz="1875" b="1">
                <a:solidFill>
                  <a:srgbClr val="F0FBFF"/>
                </a:solidFill>
                <a:latin typeface="DejaVu Sans"/>
                <a:ea typeface="DejaVu Sans"/>
                <a:cs typeface="DejaVu Sans"/>
              </a:defRPr>
            </a:lvl3pPr>
            <a:lvl4pPr algn="ctr">
              <a:defRPr sz="1875" b="1">
                <a:solidFill>
                  <a:srgbClr val="F0FBFF"/>
                </a:solidFill>
                <a:latin typeface="DejaVu Sans"/>
                <a:ea typeface="DejaVu Sans"/>
                <a:cs typeface="DejaVu Sans"/>
              </a:defRPr>
            </a:lvl4pPr>
            <a:lvl5pPr algn="ctr">
              <a:defRPr sz="1875" b="1">
                <a:solidFill>
                  <a:srgbClr val="F0FBFF"/>
                </a:solidFill>
                <a:latin typeface="DejaVu Sans"/>
                <a:ea typeface="DejaVu Sans"/>
                <a:cs typeface="DejaVu Sans"/>
              </a:defRPr>
            </a:lvl5pPr>
            <a:lvl6pPr algn="ctr">
              <a:defRPr sz="1875" b="1">
                <a:solidFill>
                  <a:srgbClr val="F0FBFF"/>
                </a:solidFill>
                <a:latin typeface="DejaVu Sans"/>
                <a:ea typeface="DejaVu Sans"/>
                <a:cs typeface="DejaVu Sans"/>
              </a:defRPr>
            </a:lvl6pPr>
            <a:lvl7pPr algn="ctr">
              <a:defRPr sz="1875" b="1">
                <a:solidFill>
                  <a:srgbClr val="F0FBFF"/>
                </a:solidFill>
                <a:latin typeface="DejaVu Sans"/>
                <a:ea typeface="DejaVu Sans"/>
                <a:cs typeface="DejaVu Sans"/>
              </a:defRPr>
            </a:lvl7pPr>
            <a:lvl8pPr algn="ctr">
              <a:defRPr sz="1875" b="1">
                <a:solidFill>
                  <a:srgbClr val="F0FBFF"/>
                </a:solidFill>
                <a:latin typeface="DejaVu Sans"/>
                <a:ea typeface="DejaVu Sans"/>
                <a:cs typeface="DejaVu Sans"/>
              </a:defRPr>
            </a:lvl8pPr>
            <a:lvl9pPr algn="ctr">
              <a:defRPr sz="1875" b="1">
                <a:solidFill>
                  <a:srgbClr val="F0FBFF"/>
                </a:solidFill>
                <a:latin typeface="DejaVu Sans"/>
                <a:ea typeface="DejaVu Sans"/>
                <a:cs typeface="DejaVu Sans"/>
              </a:defRPr>
            </a:lvl9pPr>
          </a:lstStyle>
          <a:p xmlns:a="http://schemas.openxmlformats.org/drawingml/2006/main">
            <a:pPr algn="ctr">
              <a:defRPr sz="1875" b="1">
                <a:solidFill>
                  <a:srgbClr val="F0FBFF"/>
                </a:solidFill>
                <a:latin typeface="DejaVu Sans"/>
                <a:ea typeface="DejaVu Sans"/>
                <a:cs typeface="DejaVu Sans"/>
              </a:defRPr>
            </a:pPr>
            <a:r>
              <a:rPr sz="1875" b="1">
                <a:solidFill>
                  <a:srgbClr val="F0FBFF"/>
                </a:solidFill>
                <a:latin typeface="DejaVu Sans"/>
                <a:ea typeface="DejaVu Sans"/>
                <a:cs typeface="DejaVu Sans"/>
              </a:rPr>
              <a:t>PPTP</a:t>
            </a:r>
          </a:p>
          <a:p xmlns:a="http://schemas.openxmlformats.org/drawingml/2006/main">
            <a:pPr algn="ctr">
              <a:defRPr sz="1875" b="1">
                <a:solidFill>
                  <a:srgbClr val="F0FBFF"/>
                </a:solidFill>
                <a:latin typeface="DejaVu Sans"/>
                <a:ea typeface="DejaVu Sans"/>
                <a:cs typeface="DejaVu Sans"/>
              </a:defRPr>
            </a:pPr>
            <a:r>
              <a:rPr sz="1875" b="1">
                <a:solidFill>
                  <a:srgbClr val="F0FBFF"/>
                </a:solidFill>
                <a:latin typeface="DejaVu Sans"/>
                <a:ea typeface="DejaVu Sans"/>
                <a:cs typeface="DejaVu Sans"/>
              </a:rPr>
              <a:t>(GRE)</a:t>
            </a:r>
          </a:p>
        </p:txBody>
      </p:sp>
      <p:sp>
        <p:nvSpPr>
          <p:cNvPr id="19" name="protocol-block">
            <a:extLst xmlns:a="http://schemas.openxmlformats.org/drawingml/2006/main">
              <a:ext uri="{FF2B5EF4-FFF2-40B4-BE49-F238E27FC236}">
                <a16:creationId xmlns:a16="http://schemas.microsoft.com/office/drawing/2014/main" id="{FC94DEA4-0BEF-42DD-9483-5BEC4F086E1E}"/>
              </a:ext>
            </a:extLst>
          </p:cNvPr>
          <p:cNvSpPr>
            <a:spLocks xmlns:a="http://schemas.openxmlformats.org/drawingml/2006/main" noGrp="1"/>
          </p:cNvSpPr>
          <p:nvPr/>
        </p:nvSpPr>
        <p:spPr>
          <a:xfrm xmlns:a="http://schemas.openxmlformats.org/drawingml/2006/main">
            <a:off x="7286625" y="5915025"/>
            <a:ext cx="6619875" cy="1419225"/>
          </a:xfrm>
          <a:prstGeom xmlns:a="http://schemas.openxmlformats.org/drawingml/2006/main" prst="rect">
            <a:avLst/>
          </a:prstGeom>
          <a:solidFill xmlns:a="http://schemas.openxmlformats.org/drawingml/2006/main">
            <a:srgbClr val="16788D"/>
          </a:solidFill>
          <a:ln xmlns:a="http://schemas.openxmlformats.org/drawingml/2006/main" w="14288">
            <a:solidFill>
              <a:srgbClr val="5CDEF0"/>
            </a:solidFill>
            <a:prstDash val="solid"/>
          </a:ln>
        </p:spPr>
      </p:sp>
      <p:sp>
        <p:nvSpPr>
          <p:cNvPr id="20" name="protocol-label">
            <a:extLst xmlns:a="http://schemas.openxmlformats.org/drawingml/2006/main">
              <a:ext uri="{FF2B5EF4-FFF2-40B4-BE49-F238E27FC236}">
                <a16:creationId xmlns:a16="http://schemas.microsoft.com/office/drawing/2014/main" id="{65535FD9-8E72-41E4-AB67-E7CEA7CA88D5}"/>
              </a:ext>
            </a:extLst>
          </p:cNvPr>
          <p:cNvSpPr>
            <a:spLocks xmlns:a="http://schemas.openxmlformats.org/drawingml/2006/main" noGrp="1"/>
          </p:cNvSpPr>
          <p:nvPr/>
        </p:nvSpPr>
        <p:spPr>
          <a:xfrm xmlns:a="http://schemas.openxmlformats.org/drawingml/2006/main">
            <a:off x="7362825" y="6319838"/>
            <a:ext cx="15621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75" b="1">
                <a:solidFill>
                  <a:srgbClr val="F0FBFF"/>
                </a:solidFill>
                <a:latin typeface="DejaVu Sans"/>
                <a:ea typeface="DejaVu Sans"/>
                <a:cs typeface="DejaVu Sans"/>
              </a:defRPr>
            </a:defPPr>
            <a:lvl1pPr algn="ctr">
              <a:defRPr sz="1875" b="1">
                <a:solidFill>
                  <a:srgbClr val="F0FBFF"/>
                </a:solidFill>
                <a:latin typeface="DejaVu Sans"/>
                <a:ea typeface="DejaVu Sans"/>
                <a:cs typeface="DejaVu Sans"/>
              </a:defRPr>
            </a:lvl1pPr>
            <a:lvl2pPr algn="ctr">
              <a:defRPr sz="1875" b="1">
                <a:solidFill>
                  <a:srgbClr val="F0FBFF"/>
                </a:solidFill>
                <a:latin typeface="DejaVu Sans"/>
                <a:ea typeface="DejaVu Sans"/>
                <a:cs typeface="DejaVu Sans"/>
              </a:defRPr>
            </a:lvl2pPr>
            <a:lvl3pPr algn="ctr">
              <a:defRPr sz="1875" b="1">
                <a:solidFill>
                  <a:srgbClr val="F0FBFF"/>
                </a:solidFill>
                <a:latin typeface="DejaVu Sans"/>
                <a:ea typeface="DejaVu Sans"/>
                <a:cs typeface="DejaVu Sans"/>
              </a:defRPr>
            </a:lvl3pPr>
            <a:lvl4pPr algn="ctr">
              <a:defRPr sz="1875" b="1">
                <a:solidFill>
                  <a:srgbClr val="F0FBFF"/>
                </a:solidFill>
                <a:latin typeface="DejaVu Sans"/>
                <a:ea typeface="DejaVu Sans"/>
                <a:cs typeface="DejaVu Sans"/>
              </a:defRPr>
            </a:lvl4pPr>
            <a:lvl5pPr algn="ctr">
              <a:defRPr sz="1875" b="1">
                <a:solidFill>
                  <a:srgbClr val="F0FBFF"/>
                </a:solidFill>
                <a:latin typeface="DejaVu Sans"/>
                <a:ea typeface="DejaVu Sans"/>
                <a:cs typeface="DejaVu Sans"/>
              </a:defRPr>
            </a:lvl5pPr>
            <a:lvl6pPr algn="ctr">
              <a:defRPr sz="1875" b="1">
                <a:solidFill>
                  <a:srgbClr val="F0FBFF"/>
                </a:solidFill>
                <a:latin typeface="DejaVu Sans"/>
                <a:ea typeface="DejaVu Sans"/>
                <a:cs typeface="DejaVu Sans"/>
              </a:defRPr>
            </a:lvl6pPr>
            <a:lvl7pPr algn="ctr">
              <a:defRPr sz="1875" b="1">
                <a:solidFill>
                  <a:srgbClr val="F0FBFF"/>
                </a:solidFill>
                <a:latin typeface="DejaVu Sans"/>
                <a:ea typeface="DejaVu Sans"/>
                <a:cs typeface="DejaVu Sans"/>
              </a:defRPr>
            </a:lvl7pPr>
            <a:lvl8pPr algn="ctr">
              <a:defRPr sz="1875" b="1">
                <a:solidFill>
                  <a:srgbClr val="F0FBFF"/>
                </a:solidFill>
                <a:latin typeface="DejaVu Sans"/>
                <a:ea typeface="DejaVu Sans"/>
                <a:cs typeface="DejaVu Sans"/>
              </a:defRPr>
            </a:lvl8pPr>
            <a:lvl9pPr algn="ctr">
              <a:defRPr sz="1875" b="1">
                <a:solidFill>
                  <a:srgbClr val="F0FBFF"/>
                </a:solidFill>
                <a:latin typeface="DejaVu Sans"/>
                <a:ea typeface="DejaVu Sans"/>
                <a:cs typeface="DejaVu Sans"/>
              </a:defRPr>
            </a:lvl9pPr>
          </a:lstStyle>
          <a:p xmlns:a="http://schemas.openxmlformats.org/drawingml/2006/main">
            <a:pPr algn="ctr">
              <a:defRPr sz="1875" b="1">
                <a:solidFill>
                  <a:srgbClr val="F0FBFF"/>
                </a:solidFill>
                <a:latin typeface="DejaVu Sans"/>
                <a:ea typeface="DejaVu Sans"/>
                <a:cs typeface="DejaVu Sans"/>
              </a:defRPr>
            </a:pPr>
            <a:r>
              <a:rPr sz="1875" b="1">
                <a:solidFill>
                  <a:srgbClr val="F0FBFF"/>
                </a:solidFill>
                <a:latin typeface="DejaVu Sans"/>
                <a:ea typeface="DejaVu Sans"/>
                <a:cs typeface="DejaVu Sans"/>
              </a:rPr>
              <a:t>PPP</a:t>
            </a:r>
          </a:p>
        </p:txBody>
      </p:sp>
      <p:sp>
        <p:nvSpPr>
          <p:cNvPr id="21" name="protocol-block">
            <a:extLst xmlns:a="http://schemas.openxmlformats.org/drawingml/2006/main">
              <a:ext uri="{FF2B5EF4-FFF2-40B4-BE49-F238E27FC236}">
                <a16:creationId xmlns:a16="http://schemas.microsoft.com/office/drawing/2014/main" id="{461742A3-03ED-4EEB-B8E3-22906453CA0A}"/>
              </a:ext>
            </a:extLst>
          </p:cNvPr>
          <p:cNvSpPr>
            <a:spLocks xmlns:a="http://schemas.openxmlformats.org/drawingml/2006/main" noGrp="1"/>
          </p:cNvSpPr>
          <p:nvPr/>
        </p:nvSpPr>
        <p:spPr>
          <a:xfrm xmlns:a="http://schemas.openxmlformats.org/drawingml/2006/main">
            <a:off x="9001125" y="6181725"/>
            <a:ext cx="4905375" cy="1152525"/>
          </a:xfrm>
          <a:prstGeom xmlns:a="http://schemas.openxmlformats.org/drawingml/2006/main" prst="rect">
            <a:avLst/>
          </a:prstGeom>
          <a:solidFill xmlns:a="http://schemas.openxmlformats.org/drawingml/2006/main">
            <a:srgbClr val="23B6C8"/>
          </a:solidFill>
          <a:ln xmlns:a="http://schemas.openxmlformats.org/drawingml/2006/main" w="14288">
            <a:solidFill>
              <a:srgbClr val="5CDEF0"/>
            </a:solidFill>
            <a:prstDash val="solid"/>
          </a:ln>
        </p:spPr>
      </p:sp>
      <p:sp>
        <p:nvSpPr>
          <p:cNvPr id="22" name="protocol-label">
            <a:extLst xmlns:a="http://schemas.openxmlformats.org/drawingml/2006/main">
              <a:ext uri="{FF2B5EF4-FFF2-40B4-BE49-F238E27FC236}">
                <a16:creationId xmlns:a16="http://schemas.microsoft.com/office/drawing/2014/main" id="{FC86D775-1B24-4EBB-9856-B42E96A64F3E}"/>
              </a:ext>
            </a:extLst>
          </p:cNvPr>
          <p:cNvSpPr>
            <a:spLocks xmlns:a="http://schemas.openxmlformats.org/drawingml/2006/main" noGrp="1"/>
          </p:cNvSpPr>
          <p:nvPr/>
        </p:nvSpPr>
        <p:spPr>
          <a:xfrm xmlns:a="http://schemas.openxmlformats.org/drawingml/2006/main">
            <a:off x="9077325" y="6453188"/>
            <a:ext cx="47529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75" b="1">
                <a:solidFill>
                  <a:srgbClr val="04222C"/>
                </a:solidFill>
                <a:latin typeface="DejaVu Sans"/>
                <a:ea typeface="DejaVu Sans"/>
                <a:cs typeface="DejaVu Sans"/>
              </a:defRPr>
            </a:defPPr>
            <a:lvl1pPr algn="ctr">
              <a:defRPr sz="1875" b="1">
                <a:solidFill>
                  <a:srgbClr val="04222C"/>
                </a:solidFill>
                <a:latin typeface="DejaVu Sans"/>
                <a:ea typeface="DejaVu Sans"/>
                <a:cs typeface="DejaVu Sans"/>
              </a:defRPr>
            </a:lvl1pPr>
            <a:lvl2pPr algn="ctr">
              <a:defRPr sz="1875" b="1">
                <a:solidFill>
                  <a:srgbClr val="04222C"/>
                </a:solidFill>
                <a:latin typeface="DejaVu Sans"/>
                <a:ea typeface="DejaVu Sans"/>
                <a:cs typeface="DejaVu Sans"/>
              </a:defRPr>
            </a:lvl2pPr>
            <a:lvl3pPr algn="ctr">
              <a:defRPr sz="1875" b="1">
                <a:solidFill>
                  <a:srgbClr val="04222C"/>
                </a:solidFill>
                <a:latin typeface="DejaVu Sans"/>
                <a:ea typeface="DejaVu Sans"/>
                <a:cs typeface="DejaVu Sans"/>
              </a:defRPr>
            </a:lvl3pPr>
            <a:lvl4pPr algn="ctr">
              <a:defRPr sz="1875" b="1">
                <a:solidFill>
                  <a:srgbClr val="04222C"/>
                </a:solidFill>
                <a:latin typeface="DejaVu Sans"/>
                <a:ea typeface="DejaVu Sans"/>
                <a:cs typeface="DejaVu Sans"/>
              </a:defRPr>
            </a:lvl4pPr>
            <a:lvl5pPr algn="ctr">
              <a:defRPr sz="1875" b="1">
                <a:solidFill>
                  <a:srgbClr val="04222C"/>
                </a:solidFill>
                <a:latin typeface="DejaVu Sans"/>
                <a:ea typeface="DejaVu Sans"/>
                <a:cs typeface="DejaVu Sans"/>
              </a:defRPr>
            </a:lvl5pPr>
            <a:lvl6pPr algn="ctr">
              <a:defRPr sz="1875" b="1">
                <a:solidFill>
                  <a:srgbClr val="04222C"/>
                </a:solidFill>
                <a:latin typeface="DejaVu Sans"/>
                <a:ea typeface="DejaVu Sans"/>
                <a:cs typeface="DejaVu Sans"/>
              </a:defRPr>
            </a:lvl6pPr>
            <a:lvl7pPr algn="ctr">
              <a:defRPr sz="1875" b="1">
                <a:solidFill>
                  <a:srgbClr val="04222C"/>
                </a:solidFill>
                <a:latin typeface="DejaVu Sans"/>
                <a:ea typeface="DejaVu Sans"/>
                <a:cs typeface="DejaVu Sans"/>
              </a:defRPr>
            </a:lvl7pPr>
            <a:lvl8pPr algn="ctr">
              <a:defRPr sz="1875" b="1">
                <a:solidFill>
                  <a:srgbClr val="04222C"/>
                </a:solidFill>
                <a:latin typeface="DejaVu Sans"/>
                <a:ea typeface="DejaVu Sans"/>
                <a:cs typeface="DejaVu Sans"/>
              </a:defRPr>
            </a:lvl8pPr>
            <a:lvl9pPr algn="ctr">
              <a:defRPr sz="1875" b="1">
                <a:solidFill>
                  <a:srgbClr val="04222C"/>
                </a:solidFill>
                <a:latin typeface="DejaVu Sans"/>
                <a:ea typeface="DejaVu Sans"/>
                <a:cs typeface="DejaVu Sans"/>
              </a:defRPr>
            </a:lvl9pPr>
          </a:lstStyle>
          <a:p xmlns:a="http://schemas.openxmlformats.org/drawingml/2006/main">
            <a:pPr algn="ctr">
              <a:defRPr sz="1875" b="1">
                <a:solidFill>
                  <a:srgbClr val="04222C"/>
                </a:solidFill>
                <a:latin typeface="DejaVu Sans"/>
                <a:ea typeface="DejaVu Sans"/>
                <a:cs typeface="DejaVu Sans"/>
              </a:defRPr>
            </a:pPr>
            <a:r>
              <a:rPr sz="1875" b="1">
                <a:solidFill>
                  <a:srgbClr val="04222C"/>
                </a:solidFill>
                <a:latin typeface="DejaVu Sans"/>
                <a:ea typeface="DejaVu Sans"/>
                <a:cs typeface="DejaVu Sans"/>
              </a:rPr>
              <a:t>Daten</a:t>
            </a:r>
          </a:p>
        </p:txBody>
      </p:sp>
    </p:spTree>
    <p:extLst>
      <p:ext uri="{BB962C8B-B14F-4D97-AF65-F5344CB8AC3E}">
        <p14:creationId xmlns:p14="http://schemas.microsoft.com/office/powerpoint/2010/main" val="770819465"/>
      </p:ext>
    </p:extLst>
  </p:cSld>
</p:sld>
</file>

<file path=ppt/slides/slide18.xml><?xml version="1.0" encoding="utf-8"?>
<p:sld xmlns:p="http://schemas.openxmlformats.org/presentationml/2006/main">
  <p:cSld>
    <p:bg>
      <p:bgPr>
        <a:solidFill xmlns:a="http://schemas.openxmlformats.org/drawingml/2006/main">
          <a:srgbClr val="081522"/>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8A02A8E7-2A6D-40C0-B75D-52C042FF2B9D}"/>
              </a:ext>
            </a:extLst>
          </p:cNvPr>
          <p:cNvPicPr>
            <a:picLocks xmlns:a="http://schemas.openxmlformats.org/drawingml/2006/main" noChangeAspect="1"/>
          </p:cNvPicPr>
          <p:nvPr/>
        </p:nvPicPr>
        <p:blipFill>
          <a:blip xmlns:r="http://schemas.openxmlformats.org/officeDocument/2006/relationships" xmlns:a="http://schemas.openxmlformats.org/drawingml/2006/main" r:embed="R6bcb98c55560458c"/>
          <a:srcRect xmlns:a="http://schemas.openxmlformats.org/drawingml/2006/main" l="0" t="27" r="0" b="27"/>
          <a:stretch xmlns:a="http://schemas.openxmlformats.org/drawingml/2006/main">
            <a:fillRect l="0" t="0" r="0" b="0"/>
          </a:stretch>
        </p:blipFill>
        <p:spPr>
          <a:xfrm xmlns:a="http://schemas.openxmlformats.org/drawingml/2006/main">
            <a:off x="0" y="0"/>
            <a:ext cx="15240000" cy="8572500"/>
          </a:xfrm>
          <a:prstGeom xmlns:a="http://schemas.openxmlformats.org/drawingml/2006/main" prst="rect">
            <a:avLst/>
          </a:prstGeom>
        </p:spPr>
      </p:pic>
      <p:sp>
        <p:nvSpPr>
          <p:cNvPr id="2" name="agenda-heading">
            <a:extLst xmlns:a="http://schemas.openxmlformats.org/drawingml/2006/main">
              <a:ext uri="{FF2B5EF4-FFF2-40B4-BE49-F238E27FC236}">
                <a16:creationId xmlns:a16="http://schemas.microsoft.com/office/drawing/2014/main" id="{54A6FDD6-DAA6-4328-AFD8-8EB26BF3425E}"/>
              </a:ext>
            </a:extLst>
          </p:cNvPr>
          <p:cNvSpPr>
            <a:spLocks xmlns:a="http://schemas.openxmlformats.org/drawingml/2006/main" noGrp="1"/>
          </p:cNvSpPr>
          <p:nvPr/>
        </p:nvSpPr>
        <p:spPr>
          <a:xfrm xmlns:a="http://schemas.openxmlformats.org/drawingml/2006/main">
            <a:off x="400050" y="638175"/>
            <a:ext cx="2333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54DEEF"/>
                </a:solidFill>
                <a:latin typeface="DejaVu Sans Mono"/>
                <a:ea typeface="DejaVu Sans Mono"/>
                <a:cs typeface="DejaVu Sans Mono"/>
              </a:defRPr>
            </a:defPPr>
            <a:lvl1pPr algn="l">
              <a:defRPr sz="1875" b="1">
                <a:solidFill>
                  <a:srgbClr val="54DEEF"/>
                </a:solidFill>
                <a:latin typeface="DejaVu Sans Mono"/>
                <a:ea typeface="DejaVu Sans Mono"/>
                <a:cs typeface="DejaVu Sans Mono"/>
              </a:defRPr>
            </a:lvl1pPr>
            <a:lvl2pPr algn="l">
              <a:defRPr sz="1875" b="1">
                <a:solidFill>
                  <a:srgbClr val="54DEEF"/>
                </a:solidFill>
                <a:latin typeface="DejaVu Sans Mono"/>
                <a:ea typeface="DejaVu Sans Mono"/>
                <a:cs typeface="DejaVu Sans Mono"/>
              </a:defRPr>
            </a:lvl2pPr>
            <a:lvl3pPr algn="l">
              <a:defRPr sz="1875" b="1">
                <a:solidFill>
                  <a:srgbClr val="54DEEF"/>
                </a:solidFill>
                <a:latin typeface="DejaVu Sans Mono"/>
                <a:ea typeface="DejaVu Sans Mono"/>
                <a:cs typeface="DejaVu Sans Mono"/>
              </a:defRPr>
            </a:lvl3pPr>
            <a:lvl4pPr algn="l">
              <a:defRPr sz="1875" b="1">
                <a:solidFill>
                  <a:srgbClr val="54DEEF"/>
                </a:solidFill>
                <a:latin typeface="DejaVu Sans Mono"/>
                <a:ea typeface="DejaVu Sans Mono"/>
                <a:cs typeface="DejaVu Sans Mono"/>
              </a:defRPr>
            </a:lvl4pPr>
            <a:lvl5pPr algn="l">
              <a:defRPr sz="1875" b="1">
                <a:solidFill>
                  <a:srgbClr val="54DEEF"/>
                </a:solidFill>
                <a:latin typeface="DejaVu Sans Mono"/>
                <a:ea typeface="DejaVu Sans Mono"/>
                <a:cs typeface="DejaVu Sans Mono"/>
              </a:defRPr>
            </a:lvl5pPr>
            <a:lvl6pPr algn="l">
              <a:defRPr sz="1875" b="1">
                <a:solidFill>
                  <a:srgbClr val="54DEEF"/>
                </a:solidFill>
                <a:latin typeface="DejaVu Sans Mono"/>
                <a:ea typeface="DejaVu Sans Mono"/>
                <a:cs typeface="DejaVu Sans Mono"/>
              </a:defRPr>
            </a:lvl6pPr>
            <a:lvl7pPr algn="l">
              <a:defRPr sz="1875" b="1">
                <a:solidFill>
                  <a:srgbClr val="54DEEF"/>
                </a:solidFill>
                <a:latin typeface="DejaVu Sans Mono"/>
                <a:ea typeface="DejaVu Sans Mono"/>
                <a:cs typeface="DejaVu Sans Mono"/>
              </a:defRPr>
            </a:lvl7pPr>
            <a:lvl8pPr algn="l">
              <a:defRPr sz="1875" b="1">
                <a:solidFill>
                  <a:srgbClr val="54DEEF"/>
                </a:solidFill>
                <a:latin typeface="DejaVu Sans Mono"/>
                <a:ea typeface="DejaVu Sans Mono"/>
                <a:cs typeface="DejaVu Sans Mono"/>
              </a:defRPr>
            </a:lvl8pPr>
            <a:lvl9pPr algn="l">
              <a:defRPr sz="1875" b="1">
                <a:solidFill>
                  <a:srgbClr val="54DEEF"/>
                </a:solidFill>
                <a:latin typeface="DejaVu Sans Mono"/>
                <a:ea typeface="DejaVu Sans Mono"/>
                <a:cs typeface="DejaVu Sans Mono"/>
              </a:defRPr>
            </a:lvl9pPr>
          </a:lstStyle>
          <a:p xmlns:a="http://schemas.openxmlformats.org/drawingml/2006/main">
            <a:pPr algn="l">
              <a:defRPr sz="1875" b="1">
                <a:solidFill>
                  <a:srgbClr val="54DEEF"/>
                </a:solidFill>
                <a:latin typeface="DejaVu Sans Mono"/>
                <a:ea typeface="DejaVu Sans Mono"/>
                <a:cs typeface="DejaVu Sans Mono"/>
              </a:defRPr>
            </a:pPr>
            <a:r>
              <a:rPr sz="1875" b="1">
                <a:solidFill>
                  <a:srgbClr val="54DEEF"/>
                </a:solidFill>
                <a:latin typeface="DejaVu Sans Mono"/>
                <a:ea typeface="DejaVu Sans Mono"/>
                <a:cs typeface="DejaVu Sans Mono"/>
              </a:rPr>
              <a:t>Agenda:</a:t>
            </a:r>
          </a:p>
        </p:txBody>
      </p:sp>
      <p:sp>
        <p:nvSpPr>
          <p:cNvPr id="3" name="agenda-item">
            <a:extLst xmlns:a="http://schemas.openxmlformats.org/drawingml/2006/main">
              <a:ext uri="{FF2B5EF4-FFF2-40B4-BE49-F238E27FC236}">
                <a16:creationId xmlns:a16="http://schemas.microsoft.com/office/drawing/2014/main" id="{608704EC-D572-4D57-A3C1-9FD2B853227E}"/>
              </a:ext>
            </a:extLst>
          </p:cNvPr>
          <p:cNvSpPr>
            <a:spLocks xmlns:a="http://schemas.openxmlformats.org/drawingml/2006/main" noGrp="1"/>
          </p:cNvSpPr>
          <p:nvPr/>
        </p:nvSpPr>
        <p:spPr>
          <a:xfrm xmlns:a="http://schemas.openxmlformats.org/drawingml/2006/main">
            <a:off x="400050" y="142875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Was ist ein VPN?</a:t>
            </a:r>
          </a:p>
        </p:txBody>
      </p:sp>
      <p:sp>
        <p:nvSpPr>
          <p:cNvPr id="4" name="agenda-item">
            <a:extLst xmlns:a="http://schemas.openxmlformats.org/drawingml/2006/main">
              <a:ext uri="{FF2B5EF4-FFF2-40B4-BE49-F238E27FC236}">
                <a16:creationId xmlns:a16="http://schemas.microsoft.com/office/drawing/2014/main" id="{1D29D1DC-EAAE-4029-AC0C-5953D87A6FDB}"/>
              </a:ext>
            </a:extLst>
          </p:cNvPr>
          <p:cNvSpPr>
            <a:spLocks xmlns:a="http://schemas.openxmlformats.org/drawingml/2006/main" noGrp="1"/>
          </p:cNvSpPr>
          <p:nvPr/>
        </p:nvSpPr>
        <p:spPr>
          <a:xfrm xmlns:a="http://schemas.openxmlformats.org/drawingml/2006/main">
            <a:off x="400050" y="209550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Aufbau eines VPN</a:t>
            </a:r>
          </a:p>
        </p:txBody>
      </p:sp>
      <p:sp>
        <p:nvSpPr>
          <p:cNvPr id="5" name="agenda-item">
            <a:extLst xmlns:a="http://schemas.openxmlformats.org/drawingml/2006/main">
              <a:ext uri="{FF2B5EF4-FFF2-40B4-BE49-F238E27FC236}">
                <a16:creationId xmlns:a16="http://schemas.microsoft.com/office/drawing/2014/main" id="{BBFA47EA-74F9-4DAB-9C5B-D460809002F5}"/>
              </a:ext>
            </a:extLst>
          </p:cNvPr>
          <p:cNvSpPr>
            <a:spLocks xmlns:a="http://schemas.openxmlformats.org/drawingml/2006/main" noGrp="1"/>
          </p:cNvSpPr>
          <p:nvPr/>
        </p:nvSpPr>
        <p:spPr>
          <a:xfrm xmlns:a="http://schemas.openxmlformats.org/drawingml/2006/main">
            <a:off x="400050" y="276225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Ausprägungen eines VPN Netzes</a:t>
            </a:r>
          </a:p>
        </p:txBody>
      </p:sp>
      <p:sp>
        <p:nvSpPr>
          <p:cNvPr id="6" name="agenda-item">
            <a:extLst xmlns:a="http://schemas.openxmlformats.org/drawingml/2006/main">
              <a:ext uri="{FF2B5EF4-FFF2-40B4-BE49-F238E27FC236}">
                <a16:creationId xmlns:a16="http://schemas.microsoft.com/office/drawing/2014/main" id="{8B79F351-4D49-4370-8A8C-EEB9F44A6052}"/>
              </a:ext>
            </a:extLst>
          </p:cNvPr>
          <p:cNvSpPr>
            <a:spLocks xmlns:a="http://schemas.openxmlformats.org/drawingml/2006/main" noGrp="1"/>
          </p:cNvSpPr>
          <p:nvPr/>
        </p:nvSpPr>
        <p:spPr>
          <a:xfrm xmlns:a="http://schemas.openxmlformats.org/drawingml/2006/main">
            <a:off x="400050" y="371475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54DEEF"/>
                </a:solidFill>
                <a:latin typeface="DejaVu Sans"/>
                <a:ea typeface="DejaVu Sans"/>
                <a:cs typeface="DejaVu Sans"/>
              </a:defRPr>
            </a:defPPr>
            <a:lvl1pPr algn="l">
              <a:defRPr sz="1575" b="1">
                <a:solidFill>
                  <a:srgbClr val="54DEEF"/>
                </a:solidFill>
                <a:latin typeface="DejaVu Sans"/>
                <a:ea typeface="DejaVu Sans"/>
                <a:cs typeface="DejaVu Sans"/>
              </a:defRPr>
            </a:lvl1pPr>
            <a:lvl2pPr algn="l">
              <a:defRPr sz="1575" b="1">
                <a:solidFill>
                  <a:srgbClr val="54DEEF"/>
                </a:solidFill>
                <a:latin typeface="DejaVu Sans"/>
                <a:ea typeface="DejaVu Sans"/>
                <a:cs typeface="DejaVu Sans"/>
              </a:defRPr>
            </a:lvl2pPr>
            <a:lvl3pPr algn="l">
              <a:defRPr sz="1575" b="1">
                <a:solidFill>
                  <a:srgbClr val="54DEEF"/>
                </a:solidFill>
                <a:latin typeface="DejaVu Sans"/>
                <a:ea typeface="DejaVu Sans"/>
                <a:cs typeface="DejaVu Sans"/>
              </a:defRPr>
            </a:lvl3pPr>
            <a:lvl4pPr algn="l">
              <a:defRPr sz="1575" b="1">
                <a:solidFill>
                  <a:srgbClr val="54DEEF"/>
                </a:solidFill>
                <a:latin typeface="DejaVu Sans"/>
                <a:ea typeface="DejaVu Sans"/>
                <a:cs typeface="DejaVu Sans"/>
              </a:defRPr>
            </a:lvl4pPr>
            <a:lvl5pPr algn="l">
              <a:defRPr sz="1575" b="1">
                <a:solidFill>
                  <a:srgbClr val="54DEEF"/>
                </a:solidFill>
                <a:latin typeface="DejaVu Sans"/>
                <a:ea typeface="DejaVu Sans"/>
                <a:cs typeface="DejaVu Sans"/>
              </a:defRPr>
            </a:lvl5pPr>
            <a:lvl6pPr algn="l">
              <a:defRPr sz="1575" b="1">
                <a:solidFill>
                  <a:srgbClr val="54DEEF"/>
                </a:solidFill>
                <a:latin typeface="DejaVu Sans"/>
                <a:ea typeface="DejaVu Sans"/>
                <a:cs typeface="DejaVu Sans"/>
              </a:defRPr>
            </a:lvl6pPr>
            <a:lvl7pPr algn="l">
              <a:defRPr sz="1575" b="1">
                <a:solidFill>
                  <a:srgbClr val="54DEEF"/>
                </a:solidFill>
                <a:latin typeface="DejaVu Sans"/>
                <a:ea typeface="DejaVu Sans"/>
                <a:cs typeface="DejaVu Sans"/>
              </a:defRPr>
            </a:lvl7pPr>
            <a:lvl8pPr algn="l">
              <a:defRPr sz="1575" b="1">
                <a:solidFill>
                  <a:srgbClr val="54DEEF"/>
                </a:solidFill>
                <a:latin typeface="DejaVu Sans"/>
                <a:ea typeface="DejaVu Sans"/>
                <a:cs typeface="DejaVu Sans"/>
              </a:defRPr>
            </a:lvl8pPr>
            <a:lvl9pPr algn="l">
              <a:defRPr sz="1575" b="1">
                <a:solidFill>
                  <a:srgbClr val="54DEEF"/>
                </a:solidFill>
                <a:latin typeface="DejaVu Sans"/>
                <a:ea typeface="DejaVu Sans"/>
                <a:cs typeface="DejaVu Sans"/>
              </a:defRPr>
            </a:lvl9pPr>
          </a:lstStyle>
          <a:p xmlns:a="http://schemas.openxmlformats.org/drawingml/2006/main">
            <a:pPr algn="l">
              <a:defRPr sz="1575" b="1">
                <a:solidFill>
                  <a:srgbClr val="54DEEF"/>
                </a:solidFill>
                <a:latin typeface="DejaVu Sans"/>
                <a:ea typeface="DejaVu Sans"/>
                <a:cs typeface="DejaVu Sans"/>
              </a:defRPr>
            </a:pPr>
            <a:r>
              <a:rPr sz="1575" b="1">
                <a:solidFill>
                  <a:srgbClr val="54DEEF"/>
                </a:solidFill>
                <a:latin typeface="DejaVu Sans"/>
                <a:ea typeface="DejaVu Sans"/>
                <a:cs typeface="DejaVu Sans"/>
              </a:rPr>
              <a:t>Tunneling Protokolle</a:t>
            </a:r>
          </a:p>
        </p:txBody>
      </p:sp>
      <p:sp>
        <p:nvSpPr>
          <p:cNvPr id="7" name="agenda-item">
            <a:extLst xmlns:a="http://schemas.openxmlformats.org/drawingml/2006/main">
              <a:ext uri="{FF2B5EF4-FFF2-40B4-BE49-F238E27FC236}">
                <a16:creationId xmlns:a16="http://schemas.microsoft.com/office/drawing/2014/main" id="{B06EE772-FDB8-485C-B282-EF717F459445}"/>
              </a:ext>
            </a:extLst>
          </p:cNvPr>
          <p:cNvSpPr>
            <a:spLocks xmlns:a="http://schemas.openxmlformats.org/drawingml/2006/main" noGrp="1"/>
          </p:cNvSpPr>
          <p:nvPr/>
        </p:nvSpPr>
        <p:spPr>
          <a:xfrm xmlns:a="http://schemas.openxmlformats.org/drawingml/2006/main">
            <a:off x="400050" y="4524375"/>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IPSec</a:t>
            </a:r>
          </a:p>
        </p:txBody>
      </p:sp>
      <p:sp>
        <p:nvSpPr>
          <p:cNvPr id="8" name="agenda-item">
            <a:extLst xmlns:a="http://schemas.openxmlformats.org/drawingml/2006/main">
              <a:ext uri="{FF2B5EF4-FFF2-40B4-BE49-F238E27FC236}">
                <a16:creationId xmlns:a16="http://schemas.microsoft.com/office/drawing/2014/main" id="{69ADD09C-8A56-4B99-A607-660AB0519CD7}"/>
              </a:ext>
            </a:extLst>
          </p:cNvPr>
          <p:cNvSpPr>
            <a:spLocks xmlns:a="http://schemas.openxmlformats.org/drawingml/2006/main" noGrp="1"/>
          </p:cNvSpPr>
          <p:nvPr/>
        </p:nvSpPr>
        <p:spPr>
          <a:xfrm xmlns:a="http://schemas.openxmlformats.org/drawingml/2006/main">
            <a:off x="400050" y="5191125"/>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VPN in Verbindung mit einer Firewall</a:t>
            </a:r>
          </a:p>
        </p:txBody>
      </p:sp>
      <p:sp>
        <p:nvSpPr>
          <p:cNvPr id="9" name="agenda-item">
            <a:extLst xmlns:a="http://schemas.openxmlformats.org/drawingml/2006/main">
              <a:ext uri="{FF2B5EF4-FFF2-40B4-BE49-F238E27FC236}">
                <a16:creationId xmlns:a16="http://schemas.microsoft.com/office/drawing/2014/main" id="{B8B00CE5-6BEF-48F1-B1FB-E3D11E9EB88E}"/>
              </a:ext>
            </a:extLst>
          </p:cNvPr>
          <p:cNvSpPr>
            <a:spLocks xmlns:a="http://schemas.openxmlformats.org/drawingml/2006/main" noGrp="1"/>
          </p:cNvSpPr>
          <p:nvPr/>
        </p:nvSpPr>
        <p:spPr>
          <a:xfrm xmlns:a="http://schemas.openxmlformats.org/drawingml/2006/main">
            <a:off x="400050" y="6334125"/>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Fazit</a:t>
            </a:r>
          </a:p>
        </p:txBody>
      </p:sp>
      <p:sp>
        <p:nvSpPr>
          <p:cNvPr id="10" name="title">
            <a:extLst xmlns:a="http://schemas.openxmlformats.org/drawingml/2006/main">
              <a:ext uri="{FF2B5EF4-FFF2-40B4-BE49-F238E27FC236}">
                <a16:creationId xmlns:a16="http://schemas.microsoft.com/office/drawing/2014/main" id="{2015164C-393C-48E7-AEEF-97763CBB9B77}"/>
              </a:ext>
            </a:extLst>
          </p:cNvPr>
          <p:cNvSpPr>
            <a:spLocks xmlns:a="http://schemas.openxmlformats.org/drawingml/2006/main" noGrp="1"/>
          </p:cNvSpPr>
          <p:nvPr/>
        </p:nvSpPr>
        <p:spPr>
          <a:xfrm xmlns:a="http://schemas.openxmlformats.org/drawingml/2006/main">
            <a:off x="3619500" y="590550"/>
            <a:ext cx="1085850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525" b="1">
                <a:solidFill>
                  <a:srgbClr val="F1F7FC"/>
                </a:solidFill>
                <a:latin typeface="DejaVu Sans"/>
                <a:ea typeface="DejaVu Sans"/>
                <a:cs typeface="DejaVu Sans"/>
              </a:defRPr>
            </a:defPPr>
            <a:lvl1pPr algn="l">
              <a:defRPr sz="3525" b="1">
                <a:solidFill>
                  <a:srgbClr val="F1F7FC"/>
                </a:solidFill>
                <a:latin typeface="DejaVu Sans"/>
                <a:ea typeface="DejaVu Sans"/>
                <a:cs typeface="DejaVu Sans"/>
              </a:defRPr>
            </a:lvl1pPr>
            <a:lvl2pPr algn="l">
              <a:defRPr sz="3525" b="1">
                <a:solidFill>
                  <a:srgbClr val="F1F7FC"/>
                </a:solidFill>
                <a:latin typeface="DejaVu Sans"/>
                <a:ea typeface="DejaVu Sans"/>
                <a:cs typeface="DejaVu Sans"/>
              </a:defRPr>
            </a:lvl2pPr>
            <a:lvl3pPr algn="l">
              <a:defRPr sz="3525" b="1">
                <a:solidFill>
                  <a:srgbClr val="F1F7FC"/>
                </a:solidFill>
                <a:latin typeface="DejaVu Sans"/>
                <a:ea typeface="DejaVu Sans"/>
                <a:cs typeface="DejaVu Sans"/>
              </a:defRPr>
            </a:lvl3pPr>
            <a:lvl4pPr algn="l">
              <a:defRPr sz="3525" b="1">
                <a:solidFill>
                  <a:srgbClr val="F1F7FC"/>
                </a:solidFill>
                <a:latin typeface="DejaVu Sans"/>
                <a:ea typeface="DejaVu Sans"/>
                <a:cs typeface="DejaVu Sans"/>
              </a:defRPr>
            </a:lvl4pPr>
            <a:lvl5pPr algn="l">
              <a:defRPr sz="3525" b="1">
                <a:solidFill>
                  <a:srgbClr val="F1F7FC"/>
                </a:solidFill>
                <a:latin typeface="DejaVu Sans"/>
                <a:ea typeface="DejaVu Sans"/>
                <a:cs typeface="DejaVu Sans"/>
              </a:defRPr>
            </a:lvl5pPr>
            <a:lvl6pPr algn="l">
              <a:defRPr sz="3525" b="1">
                <a:solidFill>
                  <a:srgbClr val="F1F7FC"/>
                </a:solidFill>
                <a:latin typeface="DejaVu Sans"/>
                <a:ea typeface="DejaVu Sans"/>
                <a:cs typeface="DejaVu Sans"/>
              </a:defRPr>
            </a:lvl6pPr>
            <a:lvl7pPr algn="l">
              <a:defRPr sz="3525" b="1">
                <a:solidFill>
                  <a:srgbClr val="F1F7FC"/>
                </a:solidFill>
                <a:latin typeface="DejaVu Sans"/>
                <a:ea typeface="DejaVu Sans"/>
                <a:cs typeface="DejaVu Sans"/>
              </a:defRPr>
            </a:lvl7pPr>
            <a:lvl8pPr algn="l">
              <a:defRPr sz="3525" b="1">
                <a:solidFill>
                  <a:srgbClr val="F1F7FC"/>
                </a:solidFill>
                <a:latin typeface="DejaVu Sans"/>
                <a:ea typeface="DejaVu Sans"/>
                <a:cs typeface="DejaVu Sans"/>
              </a:defRPr>
            </a:lvl8pPr>
            <a:lvl9pPr algn="l">
              <a:defRPr sz="3525" b="1">
                <a:solidFill>
                  <a:srgbClr val="F1F7FC"/>
                </a:solidFill>
                <a:latin typeface="DejaVu Sans"/>
                <a:ea typeface="DejaVu Sans"/>
                <a:cs typeface="DejaVu Sans"/>
              </a:defRPr>
            </a:lvl9pPr>
          </a:lstStyle>
          <a:p xmlns:a="http://schemas.openxmlformats.org/drawingml/2006/main">
            <a:pPr algn="l">
              <a:defRPr sz="3525" b="1">
                <a:solidFill>
                  <a:srgbClr val="F1F7FC"/>
                </a:solidFill>
                <a:latin typeface="DejaVu Sans"/>
                <a:ea typeface="DejaVu Sans"/>
                <a:cs typeface="DejaVu Sans"/>
              </a:defRPr>
            </a:pPr>
            <a:r>
              <a:rPr sz="3525" b="1">
                <a:solidFill>
                  <a:srgbClr val="F1F7FC"/>
                </a:solidFill>
                <a:latin typeface="DejaVu Sans"/>
                <a:ea typeface="DejaVu Sans"/>
                <a:cs typeface="DejaVu Sans"/>
              </a:rPr>
              <a:t>Tunneling Protokolle</a:t>
            </a:r>
          </a:p>
        </p:txBody>
      </p:sp>
      <p:sp>
        <p:nvSpPr>
          <p:cNvPr id="11" name="page-number">
            <a:extLst xmlns:a="http://schemas.openxmlformats.org/drawingml/2006/main">
              <a:ext uri="{FF2B5EF4-FFF2-40B4-BE49-F238E27FC236}">
                <a16:creationId xmlns:a16="http://schemas.microsoft.com/office/drawing/2014/main" id="{548E426A-BCFB-4535-9CA2-A5037C857CC1}"/>
              </a:ext>
            </a:extLst>
          </p:cNvPr>
          <p:cNvSpPr>
            <a:spLocks xmlns:a="http://schemas.openxmlformats.org/drawingml/2006/main" noGrp="1"/>
          </p:cNvSpPr>
          <p:nvPr/>
        </p:nvSpPr>
        <p:spPr>
          <a:xfrm xmlns:a="http://schemas.openxmlformats.org/drawingml/2006/main">
            <a:off x="13477875" y="8020050"/>
            <a:ext cx="1285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AABFD1"/>
                </a:solidFill>
                <a:latin typeface="DejaVu Sans Mono"/>
                <a:ea typeface="DejaVu Sans Mono"/>
                <a:cs typeface="DejaVu Sans Mono"/>
              </a:defRPr>
            </a:defPPr>
            <a:lvl1pPr algn="r">
              <a:defRPr sz="1350" b="0">
                <a:solidFill>
                  <a:srgbClr val="AABFD1"/>
                </a:solidFill>
                <a:latin typeface="DejaVu Sans Mono"/>
                <a:ea typeface="DejaVu Sans Mono"/>
                <a:cs typeface="DejaVu Sans Mono"/>
              </a:defRPr>
            </a:lvl1pPr>
            <a:lvl2pPr algn="r">
              <a:defRPr sz="1350" b="0">
                <a:solidFill>
                  <a:srgbClr val="AABFD1"/>
                </a:solidFill>
                <a:latin typeface="DejaVu Sans Mono"/>
                <a:ea typeface="DejaVu Sans Mono"/>
                <a:cs typeface="DejaVu Sans Mono"/>
              </a:defRPr>
            </a:lvl2pPr>
            <a:lvl3pPr algn="r">
              <a:defRPr sz="1350" b="0">
                <a:solidFill>
                  <a:srgbClr val="AABFD1"/>
                </a:solidFill>
                <a:latin typeface="DejaVu Sans Mono"/>
                <a:ea typeface="DejaVu Sans Mono"/>
                <a:cs typeface="DejaVu Sans Mono"/>
              </a:defRPr>
            </a:lvl3pPr>
            <a:lvl4pPr algn="r">
              <a:defRPr sz="1350" b="0">
                <a:solidFill>
                  <a:srgbClr val="AABFD1"/>
                </a:solidFill>
                <a:latin typeface="DejaVu Sans Mono"/>
                <a:ea typeface="DejaVu Sans Mono"/>
                <a:cs typeface="DejaVu Sans Mono"/>
              </a:defRPr>
            </a:lvl4pPr>
            <a:lvl5pPr algn="r">
              <a:defRPr sz="1350" b="0">
                <a:solidFill>
                  <a:srgbClr val="AABFD1"/>
                </a:solidFill>
                <a:latin typeface="DejaVu Sans Mono"/>
                <a:ea typeface="DejaVu Sans Mono"/>
                <a:cs typeface="DejaVu Sans Mono"/>
              </a:defRPr>
            </a:lvl5pPr>
            <a:lvl6pPr algn="r">
              <a:defRPr sz="1350" b="0">
                <a:solidFill>
                  <a:srgbClr val="AABFD1"/>
                </a:solidFill>
                <a:latin typeface="DejaVu Sans Mono"/>
                <a:ea typeface="DejaVu Sans Mono"/>
                <a:cs typeface="DejaVu Sans Mono"/>
              </a:defRPr>
            </a:lvl6pPr>
            <a:lvl7pPr algn="r">
              <a:defRPr sz="1350" b="0">
                <a:solidFill>
                  <a:srgbClr val="AABFD1"/>
                </a:solidFill>
                <a:latin typeface="DejaVu Sans Mono"/>
                <a:ea typeface="DejaVu Sans Mono"/>
                <a:cs typeface="DejaVu Sans Mono"/>
              </a:defRPr>
            </a:lvl7pPr>
            <a:lvl8pPr algn="r">
              <a:defRPr sz="1350" b="0">
                <a:solidFill>
                  <a:srgbClr val="AABFD1"/>
                </a:solidFill>
                <a:latin typeface="DejaVu Sans Mono"/>
                <a:ea typeface="DejaVu Sans Mono"/>
                <a:cs typeface="DejaVu Sans Mono"/>
              </a:defRPr>
            </a:lvl8pPr>
            <a:lvl9pPr algn="r">
              <a:defRPr sz="1350" b="0">
                <a:solidFill>
                  <a:srgbClr val="AABFD1"/>
                </a:solidFill>
                <a:latin typeface="DejaVu Sans Mono"/>
                <a:ea typeface="DejaVu Sans Mono"/>
                <a:cs typeface="DejaVu Sans Mono"/>
              </a:defRPr>
            </a:lvl9pPr>
          </a:lstStyle>
          <a:p xmlns:a="http://schemas.openxmlformats.org/drawingml/2006/main">
            <a:pPr algn="r">
              <a:defRPr sz="1350" b="0">
                <a:solidFill>
                  <a:srgbClr val="AABFD1"/>
                </a:solidFill>
                <a:latin typeface="DejaVu Sans Mono"/>
                <a:ea typeface="DejaVu Sans Mono"/>
                <a:cs typeface="DejaVu Sans Mono"/>
              </a:defRPr>
            </a:pPr>
            <a:r>
              <a:rPr sz="1350" b="0">
                <a:solidFill>
                  <a:srgbClr val="AABFD1"/>
                </a:solidFill>
                <a:latin typeface="DejaVu Sans Mono"/>
                <a:ea typeface="DejaVu Sans Mono"/>
                <a:cs typeface="DejaVu Sans Mono"/>
              </a:rPr>
              <a:t>18 / 33</a:t>
            </a:r>
          </a:p>
        </p:txBody>
      </p:sp>
      <p:sp>
        <p:nvSpPr>
          <p:cNvPr id="12" name="content">
            <a:extLst xmlns:a="http://schemas.openxmlformats.org/drawingml/2006/main">
              <a:ext uri="{FF2B5EF4-FFF2-40B4-BE49-F238E27FC236}">
                <a16:creationId xmlns:a16="http://schemas.microsoft.com/office/drawing/2014/main" id="{17436C26-1E5D-41DA-B982-49DBDF2D91E6}"/>
              </a:ext>
            </a:extLst>
          </p:cNvPr>
          <p:cNvSpPr>
            <a:spLocks xmlns:a="http://schemas.openxmlformats.org/drawingml/2006/main" noGrp="1"/>
          </p:cNvSpPr>
          <p:nvPr/>
        </p:nvSpPr>
        <p:spPr>
          <a:xfrm xmlns:a="http://schemas.openxmlformats.org/drawingml/2006/main">
            <a:off x="3619500" y="2143125"/>
            <a:ext cx="10858500" cy="9502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E0EAF4"/>
                </a:solidFill>
                <a:latin typeface="DejaVu Sans"/>
                <a:ea typeface="DejaVu Sans"/>
                <a:cs typeface="DejaVu Sans"/>
              </a:defRPr>
            </a:defPPr>
            <a:lvl1pPr algn="l">
              <a:defRPr sz="2550" b="0">
                <a:solidFill>
                  <a:srgbClr val="E0EAF4"/>
                </a:solidFill>
                <a:latin typeface="DejaVu Sans"/>
                <a:ea typeface="DejaVu Sans"/>
                <a:cs typeface="DejaVu Sans"/>
              </a:defRPr>
            </a:lvl1pPr>
            <a:lvl2pPr algn="l">
              <a:defRPr sz="2550" b="0">
                <a:solidFill>
                  <a:srgbClr val="E0EAF4"/>
                </a:solidFill>
                <a:latin typeface="DejaVu Sans"/>
                <a:ea typeface="DejaVu Sans"/>
                <a:cs typeface="DejaVu Sans"/>
              </a:defRPr>
            </a:lvl2pPr>
            <a:lvl3pPr algn="l">
              <a:defRPr sz="2550" b="0">
                <a:solidFill>
                  <a:srgbClr val="E0EAF4"/>
                </a:solidFill>
                <a:latin typeface="DejaVu Sans"/>
                <a:ea typeface="DejaVu Sans"/>
                <a:cs typeface="DejaVu Sans"/>
              </a:defRPr>
            </a:lvl3pPr>
            <a:lvl4pPr algn="l">
              <a:defRPr sz="2550" b="0">
                <a:solidFill>
                  <a:srgbClr val="E0EAF4"/>
                </a:solidFill>
                <a:latin typeface="DejaVu Sans"/>
                <a:ea typeface="DejaVu Sans"/>
                <a:cs typeface="DejaVu Sans"/>
              </a:defRPr>
            </a:lvl4pPr>
            <a:lvl5pPr algn="l">
              <a:defRPr sz="2550" b="0">
                <a:solidFill>
                  <a:srgbClr val="E0EAF4"/>
                </a:solidFill>
                <a:latin typeface="DejaVu Sans"/>
                <a:ea typeface="DejaVu Sans"/>
                <a:cs typeface="DejaVu Sans"/>
              </a:defRPr>
            </a:lvl5pPr>
            <a:lvl6pPr algn="l">
              <a:defRPr sz="2550" b="0">
                <a:solidFill>
                  <a:srgbClr val="E0EAF4"/>
                </a:solidFill>
                <a:latin typeface="DejaVu Sans"/>
                <a:ea typeface="DejaVu Sans"/>
                <a:cs typeface="DejaVu Sans"/>
              </a:defRPr>
            </a:lvl6pPr>
            <a:lvl7pPr algn="l">
              <a:defRPr sz="2550" b="0">
                <a:solidFill>
                  <a:srgbClr val="E0EAF4"/>
                </a:solidFill>
                <a:latin typeface="DejaVu Sans"/>
                <a:ea typeface="DejaVu Sans"/>
                <a:cs typeface="DejaVu Sans"/>
              </a:defRPr>
            </a:lvl7pPr>
            <a:lvl8pPr algn="l">
              <a:defRPr sz="2550" b="0">
                <a:solidFill>
                  <a:srgbClr val="E0EAF4"/>
                </a:solidFill>
                <a:latin typeface="DejaVu Sans"/>
                <a:ea typeface="DejaVu Sans"/>
                <a:cs typeface="DejaVu Sans"/>
              </a:defRPr>
            </a:lvl8pPr>
            <a:lvl9pPr algn="l">
              <a:defRPr sz="2550" b="0">
                <a:solidFill>
                  <a:srgbClr val="E0EAF4"/>
                </a:solidFill>
                <a:latin typeface="DejaVu Sans"/>
                <a:ea typeface="DejaVu Sans"/>
                <a:cs typeface="DejaVu Sans"/>
              </a:defRPr>
            </a:lvl9pPr>
          </a:lstStyle>
          <a:p xmlns:a="http://schemas.openxmlformats.org/drawingml/2006/main">
            <a:pPr algn="l">
              <a:defRPr sz="2550" b="0">
                <a:solidFill>
                  <a:srgbClr val="E0EAF4"/>
                </a:solidFill>
                <a:latin typeface="DejaVu Sans"/>
                <a:ea typeface="DejaVu Sans"/>
                <a:cs typeface="DejaVu Sans"/>
              </a:defRPr>
            </a:pPr>
            <a:r>
              <a:rPr b="0">
                <a:latin typeface="DejaVu Sans"/>
                <a:ea typeface="DejaVu Sans"/>
                <a:cs typeface="DejaVu Sans"/>
              </a:rPr>
              <a:t>TCP- Kontrollverbindung muss vor dem Tunnel aufgebaut werden</a:t>
            </a:r>
          </a:p>
        </p:txBody>
      </p:sp>
      <p:pic>
        <p:nvPicPr>
          <p:cNvPr id="13" name="">
            <a:extLst xmlns:a="http://schemas.openxmlformats.org/drawingml/2006/main">
              <a:ext uri="{FF2B5EF4-FFF2-40B4-BE49-F238E27FC236}">
                <a16:creationId xmlns:a16="http://schemas.microsoft.com/office/drawing/2014/main" id="{3E3E40F2-2DC7-497B-9AEF-3540D6EFCFB3}"/>
              </a:ext>
            </a:extLst>
          </p:cNvPr>
          <p:cNvPicPr>
            <a:picLocks xmlns:a="http://schemas.openxmlformats.org/drawingml/2006/main" noChangeAspect="1"/>
          </p:cNvPicPr>
          <p:nvPr/>
        </p:nvPicPr>
        <p:blipFill>
          <a:blip xmlns:r="http://schemas.openxmlformats.org/officeDocument/2006/relationships" xmlns:a="http://schemas.openxmlformats.org/drawingml/2006/main" r:embed="R42eebc6c6f9543da"/>
          <a:stretch xmlns:a="http://schemas.openxmlformats.org/drawingml/2006/main"/>
        </p:blipFill>
        <p:spPr>
          <a:xfrm xmlns:a="http://schemas.openxmlformats.org/drawingml/2006/main">
            <a:off x="4840512" y="3857625"/>
            <a:ext cx="8416476" cy="3476625"/>
          </a:xfrm>
          <a:prstGeom xmlns:a="http://schemas.openxmlformats.org/drawingml/2006/main" prst="rect">
            <a:avLst/>
          </a:prstGeom>
        </p:spPr>
      </p:pic>
    </p:spTree>
    <p:extLst>
      <p:ext uri="{BB962C8B-B14F-4D97-AF65-F5344CB8AC3E}">
        <p14:creationId xmlns:p14="http://schemas.microsoft.com/office/powerpoint/2010/main" val="68903369"/>
      </p:ext>
    </p:extLst>
  </p:cSld>
</p:sld>
</file>

<file path=ppt/slides/slide19.xml><?xml version="1.0" encoding="utf-8"?>
<p:sld xmlns:p="http://schemas.openxmlformats.org/presentationml/2006/main">
  <p:cSld>
    <p:bg>
      <p:bgPr>
        <a:solidFill xmlns:a="http://schemas.openxmlformats.org/drawingml/2006/main">
          <a:srgbClr val="081522"/>
        </a:solidFill>
      </p:bgPr>
    </p:bg>
    <p:spTree>
      <p:nvGrpSpPr>
        <p:cNvPr id="1" name=""/>
        <p:cNvGrpSpPr/>
        <p:nvPr/>
      </p:nvGrpSpPr>
      <p:grpSpPr>
        <a:xfrm xmlns:a="http://schemas.openxmlformats.org/drawingml/2006/main"/>
      </p:grpSpPr>
      <p:pic>
        <p:nvPicPr>
          <p:cNvPr id="18" name="">
            <a:extLst xmlns:a="http://schemas.openxmlformats.org/drawingml/2006/main">
              <a:ext uri="{FF2B5EF4-FFF2-40B4-BE49-F238E27FC236}">
                <a16:creationId xmlns:a16="http://schemas.microsoft.com/office/drawing/2014/main" id="{D9AD3711-0385-422F-8A0B-303262ACC48A}"/>
              </a:ext>
            </a:extLst>
          </p:cNvPr>
          <p:cNvPicPr>
            <a:picLocks xmlns:a="http://schemas.openxmlformats.org/drawingml/2006/main" noChangeAspect="1"/>
          </p:cNvPicPr>
          <p:nvPr/>
        </p:nvPicPr>
        <p:blipFill>
          <a:blip xmlns:r="http://schemas.openxmlformats.org/officeDocument/2006/relationships" xmlns:a="http://schemas.openxmlformats.org/drawingml/2006/main" r:embed="Rf9f62268daad45d3"/>
          <a:srcRect xmlns:a="http://schemas.openxmlformats.org/drawingml/2006/main" l="0" t="27" r="0" b="27"/>
          <a:stretch xmlns:a="http://schemas.openxmlformats.org/drawingml/2006/main">
            <a:fillRect l="0" t="0" r="0" b="0"/>
          </a:stretch>
        </p:blipFill>
        <p:spPr>
          <a:xfrm xmlns:a="http://schemas.openxmlformats.org/drawingml/2006/main">
            <a:off x="0" y="0"/>
            <a:ext cx="15240000" cy="8572500"/>
          </a:xfrm>
          <a:prstGeom xmlns:a="http://schemas.openxmlformats.org/drawingml/2006/main" prst="rect">
            <a:avLst/>
          </a:prstGeom>
        </p:spPr>
      </p:pic>
      <p:sp>
        <p:nvSpPr>
          <p:cNvPr id="2" name="agenda-heading">
            <a:extLst xmlns:a="http://schemas.openxmlformats.org/drawingml/2006/main">
              <a:ext uri="{FF2B5EF4-FFF2-40B4-BE49-F238E27FC236}">
                <a16:creationId xmlns:a16="http://schemas.microsoft.com/office/drawing/2014/main" id="{C33955CE-C849-446D-B435-00CB9AC2940B}"/>
              </a:ext>
            </a:extLst>
          </p:cNvPr>
          <p:cNvSpPr>
            <a:spLocks xmlns:a="http://schemas.openxmlformats.org/drawingml/2006/main" noGrp="1"/>
          </p:cNvSpPr>
          <p:nvPr/>
        </p:nvSpPr>
        <p:spPr>
          <a:xfrm xmlns:a="http://schemas.openxmlformats.org/drawingml/2006/main">
            <a:off x="400050" y="638175"/>
            <a:ext cx="2333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54DEEF"/>
                </a:solidFill>
                <a:latin typeface="DejaVu Sans Mono"/>
                <a:ea typeface="DejaVu Sans Mono"/>
                <a:cs typeface="DejaVu Sans Mono"/>
              </a:defRPr>
            </a:defPPr>
            <a:lvl1pPr algn="l">
              <a:defRPr sz="1875" b="1">
                <a:solidFill>
                  <a:srgbClr val="54DEEF"/>
                </a:solidFill>
                <a:latin typeface="DejaVu Sans Mono"/>
                <a:ea typeface="DejaVu Sans Mono"/>
                <a:cs typeface="DejaVu Sans Mono"/>
              </a:defRPr>
            </a:lvl1pPr>
            <a:lvl2pPr algn="l">
              <a:defRPr sz="1875" b="1">
                <a:solidFill>
                  <a:srgbClr val="54DEEF"/>
                </a:solidFill>
                <a:latin typeface="DejaVu Sans Mono"/>
                <a:ea typeface="DejaVu Sans Mono"/>
                <a:cs typeface="DejaVu Sans Mono"/>
              </a:defRPr>
            </a:lvl2pPr>
            <a:lvl3pPr algn="l">
              <a:defRPr sz="1875" b="1">
                <a:solidFill>
                  <a:srgbClr val="54DEEF"/>
                </a:solidFill>
                <a:latin typeface="DejaVu Sans Mono"/>
                <a:ea typeface="DejaVu Sans Mono"/>
                <a:cs typeface="DejaVu Sans Mono"/>
              </a:defRPr>
            </a:lvl3pPr>
            <a:lvl4pPr algn="l">
              <a:defRPr sz="1875" b="1">
                <a:solidFill>
                  <a:srgbClr val="54DEEF"/>
                </a:solidFill>
                <a:latin typeface="DejaVu Sans Mono"/>
                <a:ea typeface="DejaVu Sans Mono"/>
                <a:cs typeface="DejaVu Sans Mono"/>
              </a:defRPr>
            </a:lvl4pPr>
            <a:lvl5pPr algn="l">
              <a:defRPr sz="1875" b="1">
                <a:solidFill>
                  <a:srgbClr val="54DEEF"/>
                </a:solidFill>
                <a:latin typeface="DejaVu Sans Mono"/>
                <a:ea typeface="DejaVu Sans Mono"/>
                <a:cs typeface="DejaVu Sans Mono"/>
              </a:defRPr>
            </a:lvl5pPr>
            <a:lvl6pPr algn="l">
              <a:defRPr sz="1875" b="1">
                <a:solidFill>
                  <a:srgbClr val="54DEEF"/>
                </a:solidFill>
                <a:latin typeface="DejaVu Sans Mono"/>
                <a:ea typeface="DejaVu Sans Mono"/>
                <a:cs typeface="DejaVu Sans Mono"/>
              </a:defRPr>
            </a:lvl6pPr>
            <a:lvl7pPr algn="l">
              <a:defRPr sz="1875" b="1">
                <a:solidFill>
                  <a:srgbClr val="54DEEF"/>
                </a:solidFill>
                <a:latin typeface="DejaVu Sans Mono"/>
                <a:ea typeface="DejaVu Sans Mono"/>
                <a:cs typeface="DejaVu Sans Mono"/>
              </a:defRPr>
            </a:lvl7pPr>
            <a:lvl8pPr algn="l">
              <a:defRPr sz="1875" b="1">
                <a:solidFill>
                  <a:srgbClr val="54DEEF"/>
                </a:solidFill>
                <a:latin typeface="DejaVu Sans Mono"/>
                <a:ea typeface="DejaVu Sans Mono"/>
                <a:cs typeface="DejaVu Sans Mono"/>
              </a:defRPr>
            </a:lvl8pPr>
            <a:lvl9pPr algn="l">
              <a:defRPr sz="1875" b="1">
                <a:solidFill>
                  <a:srgbClr val="54DEEF"/>
                </a:solidFill>
                <a:latin typeface="DejaVu Sans Mono"/>
                <a:ea typeface="DejaVu Sans Mono"/>
                <a:cs typeface="DejaVu Sans Mono"/>
              </a:defRPr>
            </a:lvl9pPr>
          </a:lstStyle>
          <a:p xmlns:a="http://schemas.openxmlformats.org/drawingml/2006/main">
            <a:pPr algn="l">
              <a:defRPr sz="1875" b="1">
                <a:solidFill>
                  <a:srgbClr val="54DEEF"/>
                </a:solidFill>
                <a:latin typeface="DejaVu Sans Mono"/>
                <a:ea typeface="DejaVu Sans Mono"/>
                <a:cs typeface="DejaVu Sans Mono"/>
              </a:defRPr>
            </a:pPr>
            <a:r>
              <a:rPr sz="1875" b="1">
                <a:solidFill>
                  <a:srgbClr val="54DEEF"/>
                </a:solidFill>
                <a:latin typeface="DejaVu Sans Mono"/>
                <a:ea typeface="DejaVu Sans Mono"/>
                <a:cs typeface="DejaVu Sans Mono"/>
              </a:rPr>
              <a:t>Agenda:</a:t>
            </a:r>
          </a:p>
        </p:txBody>
      </p:sp>
      <p:sp>
        <p:nvSpPr>
          <p:cNvPr id="3" name="agenda-item">
            <a:extLst xmlns:a="http://schemas.openxmlformats.org/drawingml/2006/main">
              <a:ext uri="{FF2B5EF4-FFF2-40B4-BE49-F238E27FC236}">
                <a16:creationId xmlns:a16="http://schemas.microsoft.com/office/drawing/2014/main" id="{68AB560C-5F76-4F92-AAE7-08768C82084F}"/>
              </a:ext>
            </a:extLst>
          </p:cNvPr>
          <p:cNvSpPr>
            <a:spLocks xmlns:a="http://schemas.openxmlformats.org/drawingml/2006/main" noGrp="1"/>
          </p:cNvSpPr>
          <p:nvPr/>
        </p:nvSpPr>
        <p:spPr>
          <a:xfrm xmlns:a="http://schemas.openxmlformats.org/drawingml/2006/main">
            <a:off x="400050" y="142875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Was ist ein VPN?</a:t>
            </a:r>
          </a:p>
        </p:txBody>
      </p:sp>
      <p:sp>
        <p:nvSpPr>
          <p:cNvPr id="4" name="agenda-item">
            <a:extLst xmlns:a="http://schemas.openxmlformats.org/drawingml/2006/main">
              <a:ext uri="{FF2B5EF4-FFF2-40B4-BE49-F238E27FC236}">
                <a16:creationId xmlns:a16="http://schemas.microsoft.com/office/drawing/2014/main" id="{9EFCB4EF-1C8D-4EEA-A794-77EB4EDCA976}"/>
              </a:ext>
            </a:extLst>
          </p:cNvPr>
          <p:cNvSpPr>
            <a:spLocks xmlns:a="http://schemas.openxmlformats.org/drawingml/2006/main" noGrp="1"/>
          </p:cNvSpPr>
          <p:nvPr/>
        </p:nvSpPr>
        <p:spPr>
          <a:xfrm xmlns:a="http://schemas.openxmlformats.org/drawingml/2006/main">
            <a:off x="400050" y="209550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Aufbau eines VPN</a:t>
            </a:r>
          </a:p>
        </p:txBody>
      </p:sp>
      <p:sp>
        <p:nvSpPr>
          <p:cNvPr id="5" name="agenda-item">
            <a:extLst xmlns:a="http://schemas.openxmlformats.org/drawingml/2006/main">
              <a:ext uri="{FF2B5EF4-FFF2-40B4-BE49-F238E27FC236}">
                <a16:creationId xmlns:a16="http://schemas.microsoft.com/office/drawing/2014/main" id="{13A95D7E-E504-476A-96CD-3E5B90834597}"/>
              </a:ext>
            </a:extLst>
          </p:cNvPr>
          <p:cNvSpPr>
            <a:spLocks xmlns:a="http://schemas.openxmlformats.org/drawingml/2006/main" noGrp="1"/>
          </p:cNvSpPr>
          <p:nvPr/>
        </p:nvSpPr>
        <p:spPr>
          <a:xfrm xmlns:a="http://schemas.openxmlformats.org/drawingml/2006/main">
            <a:off x="400050" y="276225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Ausprägungen eines VPN Netzes</a:t>
            </a:r>
          </a:p>
        </p:txBody>
      </p:sp>
      <p:sp>
        <p:nvSpPr>
          <p:cNvPr id="6" name="agenda-item">
            <a:extLst xmlns:a="http://schemas.openxmlformats.org/drawingml/2006/main">
              <a:ext uri="{FF2B5EF4-FFF2-40B4-BE49-F238E27FC236}">
                <a16:creationId xmlns:a16="http://schemas.microsoft.com/office/drawing/2014/main" id="{18414BC8-CA6E-4EBE-9980-2AA26E657100}"/>
              </a:ext>
            </a:extLst>
          </p:cNvPr>
          <p:cNvSpPr>
            <a:spLocks xmlns:a="http://schemas.openxmlformats.org/drawingml/2006/main" noGrp="1"/>
          </p:cNvSpPr>
          <p:nvPr/>
        </p:nvSpPr>
        <p:spPr>
          <a:xfrm xmlns:a="http://schemas.openxmlformats.org/drawingml/2006/main">
            <a:off x="400050" y="371475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54DEEF"/>
                </a:solidFill>
                <a:latin typeface="DejaVu Sans"/>
                <a:ea typeface="DejaVu Sans"/>
                <a:cs typeface="DejaVu Sans"/>
              </a:defRPr>
            </a:defPPr>
            <a:lvl1pPr algn="l">
              <a:defRPr sz="1575" b="1">
                <a:solidFill>
                  <a:srgbClr val="54DEEF"/>
                </a:solidFill>
                <a:latin typeface="DejaVu Sans"/>
                <a:ea typeface="DejaVu Sans"/>
                <a:cs typeface="DejaVu Sans"/>
              </a:defRPr>
            </a:lvl1pPr>
            <a:lvl2pPr algn="l">
              <a:defRPr sz="1575" b="1">
                <a:solidFill>
                  <a:srgbClr val="54DEEF"/>
                </a:solidFill>
                <a:latin typeface="DejaVu Sans"/>
                <a:ea typeface="DejaVu Sans"/>
                <a:cs typeface="DejaVu Sans"/>
              </a:defRPr>
            </a:lvl2pPr>
            <a:lvl3pPr algn="l">
              <a:defRPr sz="1575" b="1">
                <a:solidFill>
                  <a:srgbClr val="54DEEF"/>
                </a:solidFill>
                <a:latin typeface="DejaVu Sans"/>
                <a:ea typeface="DejaVu Sans"/>
                <a:cs typeface="DejaVu Sans"/>
              </a:defRPr>
            </a:lvl3pPr>
            <a:lvl4pPr algn="l">
              <a:defRPr sz="1575" b="1">
                <a:solidFill>
                  <a:srgbClr val="54DEEF"/>
                </a:solidFill>
                <a:latin typeface="DejaVu Sans"/>
                <a:ea typeface="DejaVu Sans"/>
                <a:cs typeface="DejaVu Sans"/>
              </a:defRPr>
            </a:lvl4pPr>
            <a:lvl5pPr algn="l">
              <a:defRPr sz="1575" b="1">
                <a:solidFill>
                  <a:srgbClr val="54DEEF"/>
                </a:solidFill>
                <a:latin typeface="DejaVu Sans"/>
                <a:ea typeface="DejaVu Sans"/>
                <a:cs typeface="DejaVu Sans"/>
              </a:defRPr>
            </a:lvl5pPr>
            <a:lvl6pPr algn="l">
              <a:defRPr sz="1575" b="1">
                <a:solidFill>
                  <a:srgbClr val="54DEEF"/>
                </a:solidFill>
                <a:latin typeface="DejaVu Sans"/>
                <a:ea typeface="DejaVu Sans"/>
                <a:cs typeface="DejaVu Sans"/>
              </a:defRPr>
            </a:lvl6pPr>
            <a:lvl7pPr algn="l">
              <a:defRPr sz="1575" b="1">
                <a:solidFill>
                  <a:srgbClr val="54DEEF"/>
                </a:solidFill>
                <a:latin typeface="DejaVu Sans"/>
                <a:ea typeface="DejaVu Sans"/>
                <a:cs typeface="DejaVu Sans"/>
              </a:defRPr>
            </a:lvl7pPr>
            <a:lvl8pPr algn="l">
              <a:defRPr sz="1575" b="1">
                <a:solidFill>
                  <a:srgbClr val="54DEEF"/>
                </a:solidFill>
                <a:latin typeface="DejaVu Sans"/>
                <a:ea typeface="DejaVu Sans"/>
                <a:cs typeface="DejaVu Sans"/>
              </a:defRPr>
            </a:lvl8pPr>
            <a:lvl9pPr algn="l">
              <a:defRPr sz="1575" b="1">
                <a:solidFill>
                  <a:srgbClr val="54DEEF"/>
                </a:solidFill>
                <a:latin typeface="DejaVu Sans"/>
                <a:ea typeface="DejaVu Sans"/>
                <a:cs typeface="DejaVu Sans"/>
              </a:defRPr>
            </a:lvl9pPr>
          </a:lstStyle>
          <a:p xmlns:a="http://schemas.openxmlformats.org/drawingml/2006/main">
            <a:pPr algn="l">
              <a:defRPr sz="1575" b="1">
                <a:solidFill>
                  <a:srgbClr val="54DEEF"/>
                </a:solidFill>
                <a:latin typeface="DejaVu Sans"/>
                <a:ea typeface="DejaVu Sans"/>
                <a:cs typeface="DejaVu Sans"/>
              </a:defRPr>
            </a:pPr>
            <a:r>
              <a:rPr sz="1575" b="1">
                <a:solidFill>
                  <a:srgbClr val="54DEEF"/>
                </a:solidFill>
                <a:latin typeface="DejaVu Sans"/>
                <a:ea typeface="DejaVu Sans"/>
                <a:cs typeface="DejaVu Sans"/>
              </a:rPr>
              <a:t>Tunneling Protokolle</a:t>
            </a:r>
          </a:p>
        </p:txBody>
      </p:sp>
      <p:sp>
        <p:nvSpPr>
          <p:cNvPr id="7" name="agenda-item">
            <a:extLst xmlns:a="http://schemas.openxmlformats.org/drawingml/2006/main">
              <a:ext uri="{FF2B5EF4-FFF2-40B4-BE49-F238E27FC236}">
                <a16:creationId xmlns:a16="http://schemas.microsoft.com/office/drawing/2014/main" id="{F9BA36BD-A4C1-408E-91DD-B38E0A7A2CBD}"/>
              </a:ext>
            </a:extLst>
          </p:cNvPr>
          <p:cNvSpPr>
            <a:spLocks xmlns:a="http://schemas.openxmlformats.org/drawingml/2006/main" noGrp="1"/>
          </p:cNvSpPr>
          <p:nvPr/>
        </p:nvSpPr>
        <p:spPr>
          <a:xfrm xmlns:a="http://schemas.openxmlformats.org/drawingml/2006/main">
            <a:off x="400050" y="4524375"/>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IPSec</a:t>
            </a:r>
          </a:p>
        </p:txBody>
      </p:sp>
      <p:sp>
        <p:nvSpPr>
          <p:cNvPr id="8" name="agenda-item">
            <a:extLst xmlns:a="http://schemas.openxmlformats.org/drawingml/2006/main">
              <a:ext uri="{FF2B5EF4-FFF2-40B4-BE49-F238E27FC236}">
                <a16:creationId xmlns:a16="http://schemas.microsoft.com/office/drawing/2014/main" id="{A2E21412-CCF9-46A6-BB83-DAFDF268451E}"/>
              </a:ext>
            </a:extLst>
          </p:cNvPr>
          <p:cNvSpPr>
            <a:spLocks xmlns:a="http://schemas.openxmlformats.org/drawingml/2006/main" noGrp="1"/>
          </p:cNvSpPr>
          <p:nvPr/>
        </p:nvSpPr>
        <p:spPr>
          <a:xfrm xmlns:a="http://schemas.openxmlformats.org/drawingml/2006/main">
            <a:off x="400050" y="5191125"/>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VPN in Verbindung mit einer Firewall</a:t>
            </a:r>
          </a:p>
        </p:txBody>
      </p:sp>
      <p:sp>
        <p:nvSpPr>
          <p:cNvPr id="9" name="agenda-item">
            <a:extLst xmlns:a="http://schemas.openxmlformats.org/drawingml/2006/main">
              <a:ext uri="{FF2B5EF4-FFF2-40B4-BE49-F238E27FC236}">
                <a16:creationId xmlns:a16="http://schemas.microsoft.com/office/drawing/2014/main" id="{20E6E51E-8CFC-4584-B5C0-BD6BA7AF078E}"/>
              </a:ext>
            </a:extLst>
          </p:cNvPr>
          <p:cNvSpPr>
            <a:spLocks xmlns:a="http://schemas.openxmlformats.org/drawingml/2006/main" noGrp="1"/>
          </p:cNvSpPr>
          <p:nvPr/>
        </p:nvSpPr>
        <p:spPr>
          <a:xfrm xmlns:a="http://schemas.openxmlformats.org/drawingml/2006/main">
            <a:off x="400050" y="6334125"/>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Fazit</a:t>
            </a:r>
          </a:p>
        </p:txBody>
      </p:sp>
      <p:sp>
        <p:nvSpPr>
          <p:cNvPr id="10" name="title">
            <a:extLst xmlns:a="http://schemas.openxmlformats.org/drawingml/2006/main">
              <a:ext uri="{FF2B5EF4-FFF2-40B4-BE49-F238E27FC236}">
                <a16:creationId xmlns:a16="http://schemas.microsoft.com/office/drawing/2014/main" id="{BA55EAF3-AD31-414E-A932-F5EAAC952DF7}"/>
              </a:ext>
            </a:extLst>
          </p:cNvPr>
          <p:cNvSpPr>
            <a:spLocks xmlns:a="http://schemas.openxmlformats.org/drawingml/2006/main" noGrp="1"/>
          </p:cNvSpPr>
          <p:nvPr/>
        </p:nvSpPr>
        <p:spPr>
          <a:xfrm xmlns:a="http://schemas.openxmlformats.org/drawingml/2006/main">
            <a:off x="3619500" y="590550"/>
            <a:ext cx="1085850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525" b="1">
                <a:solidFill>
                  <a:srgbClr val="F1F7FC"/>
                </a:solidFill>
                <a:latin typeface="DejaVu Sans"/>
                <a:ea typeface="DejaVu Sans"/>
                <a:cs typeface="DejaVu Sans"/>
              </a:defRPr>
            </a:defPPr>
            <a:lvl1pPr algn="l">
              <a:defRPr sz="3525" b="1">
                <a:solidFill>
                  <a:srgbClr val="F1F7FC"/>
                </a:solidFill>
                <a:latin typeface="DejaVu Sans"/>
                <a:ea typeface="DejaVu Sans"/>
                <a:cs typeface="DejaVu Sans"/>
              </a:defRPr>
            </a:lvl1pPr>
            <a:lvl2pPr algn="l">
              <a:defRPr sz="3525" b="1">
                <a:solidFill>
                  <a:srgbClr val="F1F7FC"/>
                </a:solidFill>
                <a:latin typeface="DejaVu Sans"/>
                <a:ea typeface="DejaVu Sans"/>
                <a:cs typeface="DejaVu Sans"/>
              </a:defRPr>
            </a:lvl2pPr>
            <a:lvl3pPr algn="l">
              <a:defRPr sz="3525" b="1">
                <a:solidFill>
                  <a:srgbClr val="F1F7FC"/>
                </a:solidFill>
                <a:latin typeface="DejaVu Sans"/>
                <a:ea typeface="DejaVu Sans"/>
                <a:cs typeface="DejaVu Sans"/>
              </a:defRPr>
            </a:lvl3pPr>
            <a:lvl4pPr algn="l">
              <a:defRPr sz="3525" b="1">
                <a:solidFill>
                  <a:srgbClr val="F1F7FC"/>
                </a:solidFill>
                <a:latin typeface="DejaVu Sans"/>
                <a:ea typeface="DejaVu Sans"/>
                <a:cs typeface="DejaVu Sans"/>
              </a:defRPr>
            </a:lvl4pPr>
            <a:lvl5pPr algn="l">
              <a:defRPr sz="3525" b="1">
                <a:solidFill>
                  <a:srgbClr val="F1F7FC"/>
                </a:solidFill>
                <a:latin typeface="DejaVu Sans"/>
                <a:ea typeface="DejaVu Sans"/>
                <a:cs typeface="DejaVu Sans"/>
              </a:defRPr>
            </a:lvl5pPr>
            <a:lvl6pPr algn="l">
              <a:defRPr sz="3525" b="1">
                <a:solidFill>
                  <a:srgbClr val="F1F7FC"/>
                </a:solidFill>
                <a:latin typeface="DejaVu Sans"/>
                <a:ea typeface="DejaVu Sans"/>
                <a:cs typeface="DejaVu Sans"/>
              </a:defRPr>
            </a:lvl6pPr>
            <a:lvl7pPr algn="l">
              <a:defRPr sz="3525" b="1">
                <a:solidFill>
                  <a:srgbClr val="F1F7FC"/>
                </a:solidFill>
                <a:latin typeface="DejaVu Sans"/>
                <a:ea typeface="DejaVu Sans"/>
                <a:cs typeface="DejaVu Sans"/>
              </a:defRPr>
            </a:lvl7pPr>
            <a:lvl8pPr algn="l">
              <a:defRPr sz="3525" b="1">
                <a:solidFill>
                  <a:srgbClr val="F1F7FC"/>
                </a:solidFill>
                <a:latin typeface="DejaVu Sans"/>
                <a:ea typeface="DejaVu Sans"/>
                <a:cs typeface="DejaVu Sans"/>
              </a:defRPr>
            </a:lvl8pPr>
            <a:lvl9pPr algn="l">
              <a:defRPr sz="3525" b="1">
                <a:solidFill>
                  <a:srgbClr val="F1F7FC"/>
                </a:solidFill>
                <a:latin typeface="DejaVu Sans"/>
                <a:ea typeface="DejaVu Sans"/>
                <a:cs typeface="DejaVu Sans"/>
              </a:defRPr>
            </a:lvl9pPr>
          </a:lstStyle>
          <a:p xmlns:a="http://schemas.openxmlformats.org/drawingml/2006/main">
            <a:pPr algn="l">
              <a:defRPr sz="3525" b="1">
                <a:solidFill>
                  <a:srgbClr val="F1F7FC"/>
                </a:solidFill>
                <a:latin typeface="DejaVu Sans"/>
                <a:ea typeface="DejaVu Sans"/>
                <a:cs typeface="DejaVu Sans"/>
              </a:defRPr>
            </a:pPr>
            <a:r>
              <a:rPr sz="3525" b="1">
                <a:solidFill>
                  <a:srgbClr val="F1F7FC"/>
                </a:solidFill>
                <a:latin typeface="DejaVu Sans"/>
                <a:ea typeface="DejaVu Sans"/>
                <a:cs typeface="DejaVu Sans"/>
              </a:rPr>
              <a:t>Tunneling Protokolle</a:t>
            </a:r>
          </a:p>
        </p:txBody>
      </p:sp>
      <p:sp>
        <p:nvSpPr>
          <p:cNvPr id="11" name="page-number">
            <a:extLst xmlns:a="http://schemas.openxmlformats.org/drawingml/2006/main">
              <a:ext uri="{FF2B5EF4-FFF2-40B4-BE49-F238E27FC236}">
                <a16:creationId xmlns:a16="http://schemas.microsoft.com/office/drawing/2014/main" id="{A8998B95-1D44-44DC-AFF9-E8E5657698B0}"/>
              </a:ext>
            </a:extLst>
          </p:cNvPr>
          <p:cNvSpPr>
            <a:spLocks xmlns:a="http://schemas.openxmlformats.org/drawingml/2006/main" noGrp="1"/>
          </p:cNvSpPr>
          <p:nvPr/>
        </p:nvSpPr>
        <p:spPr>
          <a:xfrm xmlns:a="http://schemas.openxmlformats.org/drawingml/2006/main">
            <a:off x="13477875" y="8020050"/>
            <a:ext cx="1285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AABFD1"/>
                </a:solidFill>
                <a:latin typeface="DejaVu Sans Mono"/>
                <a:ea typeface="DejaVu Sans Mono"/>
                <a:cs typeface="DejaVu Sans Mono"/>
              </a:defRPr>
            </a:defPPr>
            <a:lvl1pPr algn="r">
              <a:defRPr sz="1350" b="0">
                <a:solidFill>
                  <a:srgbClr val="AABFD1"/>
                </a:solidFill>
                <a:latin typeface="DejaVu Sans Mono"/>
                <a:ea typeface="DejaVu Sans Mono"/>
                <a:cs typeface="DejaVu Sans Mono"/>
              </a:defRPr>
            </a:lvl1pPr>
            <a:lvl2pPr algn="r">
              <a:defRPr sz="1350" b="0">
                <a:solidFill>
                  <a:srgbClr val="AABFD1"/>
                </a:solidFill>
                <a:latin typeface="DejaVu Sans Mono"/>
                <a:ea typeface="DejaVu Sans Mono"/>
                <a:cs typeface="DejaVu Sans Mono"/>
              </a:defRPr>
            </a:lvl2pPr>
            <a:lvl3pPr algn="r">
              <a:defRPr sz="1350" b="0">
                <a:solidFill>
                  <a:srgbClr val="AABFD1"/>
                </a:solidFill>
                <a:latin typeface="DejaVu Sans Mono"/>
                <a:ea typeface="DejaVu Sans Mono"/>
                <a:cs typeface="DejaVu Sans Mono"/>
              </a:defRPr>
            </a:lvl3pPr>
            <a:lvl4pPr algn="r">
              <a:defRPr sz="1350" b="0">
                <a:solidFill>
                  <a:srgbClr val="AABFD1"/>
                </a:solidFill>
                <a:latin typeface="DejaVu Sans Mono"/>
                <a:ea typeface="DejaVu Sans Mono"/>
                <a:cs typeface="DejaVu Sans Mono"/>
              </a:defRPr>
            </a:lvl4pPr>
            <a:lvl5pPr algn="r">
              <a:defRPr sz="1350" b="0">
                <a:solidFill>
                  <a:srgbClr val="AABFD1"/>
                </a:solidFill>
                <a:latin typeface="DejaVu Sans Mono"/>
                <a:ea typeface="DejaVu Sans Mono"/>
                <a:cs typeface="DejaVu Sans Mono"/>
              </a:defRPr>
            </a:lvl5pPr>
            <a:lvl6pPr algn="r">
              <a:defRPr sz="1350" b="0">
                <a:solidFill>
                  <a:srgbClr val="AABFD1"/>
                </a:solidFill>
                <a:latin typeface="DejaVu Sans Mono"/>
                <a:ea typeface="DejaVu Sans Mono"/>
                <a:cs typeface="DejaVu Sans Mono"/>
              </a:defRPr>
            </a:lvl6pPr>
            <a:lvl7pPr algn="r">
              <a:defRPr sz="1350" b="0">
                <a:solidFill>
                  <a:srgbClr val="AABFD1"/>
                </a:solidFill>
                <a:latin typeface="DejaVu Sans Mono"/>
                <a:ea typeface="DejaVu Sans Mono"/>
                <a:cs typeface="DejaVu Sans Mono"/>
              </a:defRPr>
            </a:lvl7pPr>
            <a:lvl8pPr algn="r">
              <a:defRPr sz="1350" b="0">
                <a:solidFill>
                  <a:srgbClr val="AABFD1"/>
                </a:solidFill>
                <a:latin typeface="DejaVu Sans Mono"/>
                <a:ea typeface="DejaVu Sans Mono"/>
                <a:cs typeface="DejaVu Sans Mono"/>
              </a:defRPr>
            </a:lvl8pPr>
            <a:lvl9pPr algn="r">
              <a:defRPr sz="1350" b="0">
                <a:solidFill>
                  <a:srgbClr val="AABFD1"/>
                </a:solidFill>
                <a:latin typeface="DejaVu Sans Mono"/>
                <a:ea typeface="DejaVu Sans Mono"/>
                <a:cs typeface="DejaVu Sans Mono"/>
              </a:defRPr>
            </a:lvl9pPr>
          </a:lstStyle>
          <a:p xmlns:a="http://schemas.openxmlformats.org/drawingml/2006/main">
            <a:pPr algn="r">
              <a:defRPr sz="1350" b="0">
                <a:solidFill>
                  <a:srgbClr val="AABFD1"/>
                </a:solidFill>
                <a:latin typeface="DejaVu Sans Mono"/>
                <a:ea typeface="DejaVu Sans Mono"/>
                <a:cs typeface="DejaVu Sans Mono"/>
              </a:defRPr>
            </a:pPr>
            <a:r>
              <a:rPr sz="1350" b="0">
                <a:solidFill>
                  <a:srgbClr val="AABFD1"/>
                </a:solidFill>
                <a:latin typeface="DejaVu Sans Mono"/>
                <a:ea typeface="DejaVu Sans Mono"/>
                <a:cs typeface="DejaVu Sans Mono"/>
              </a:rPr>
              <a:t>19 / 33</a:t>
            </a:r>
          </a:p>
        </p:txBody>
      </p:sp>
      <p:sp>
        <p:nvSpPr>
          <p:cNvPr id="12" name="subheading">
            <a:extLst xmlns:a="http://schemas.openxmlformats.org/drawingml/2006/main">
              <a:ext uri="{FF2B5EF4-FFF2-40B4-BE49-F238E27FC236}">
                <a16:creationId xmlns:a16="http://schemas.microsoft.com/office/drawing/2014/main" id="{85D68E1F-BDB6-41D3-B99D-F2685139BE53}"/>
              </a:ext>
            </a:extLst>
          </p:cNvPr>
          <p:cNvSpPr>
            <a:spLocks xmlns:a="http://schemas.openxmlformats.org/drawingml/2006/main" noGrp="1"/>
          </p:cNvSpPr>
          <p:nvPr/>
        </p:nvSpPr>
        <p:spPr>
          <a:xfrm xmlns:a="http://schemas.openxmlformats.org/drawingml/2006/main">
            <a:off x="3619500" y="2047875"/>
            <a:ext cx="10858500" cy="5227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54DEEF"/>
                </a:solidFill>
                <a:latin typeface="DejaVu Sans"/>
                <a:ea typeface="DejaVu Sans"/>
                <a:cs typeface="DejaVu Sans"/>
              </a:defRPr>
            </a:defPPr>
            <a:lvl1pPr algn="l">
              <a:defRPr sz="2550" b="1">
                <a:solidFill>
                  <a:srgbClr val="54DEEF"/>
                </a:solidFill>
                <a:latin typeface="DejaVu Sans"/>
                <a:ea typeface="DejaVu Sans"/>
                <a:cs typeface="DejaVu Sans"/>
              </a:defRPr>
            </a:lvl1pPr>
            <a:lvl2pPr algn="l">
              <a:defRPr sz="2550" b="1">
                <a:solidFill>
                  <a:srgbClr val="54DEEF"/>
                </a:solidFill>
                <a:latin typeface="DejaVu Sans"/>
                <a:ea typeface="DejaVu Sans"/>
                <a:cs typeface="DejaVu Sans"/>
              </a:defRPr>
            </a:lvl2pPr>
            <a:lvl3pPr algn="l">
              <a:defRPr sz="2550" b="1">
                <a:solidFill>
                  <a:srgbClr val="54DEEF"/>
                </a:solidFill>
                <a:latin typeface="DejaVu Sans"/>
                <a:ea typeface="DejaVu Sans"/>
                <a:cs typeface="DejaVu Sans"/>
              </a:defRPr>
            </a:lvl3pPr>
            <a:lvl4pPr algn="l">
              <a:defRPr sz="2550" b="1">
                <a:solidFill>
                  <a:srgbClr val="54DEEF"/>
                </a:solidFill>
                <a:latin typeface="DejaVu Sans"/>
                <a:ea typeface="DejaVu Sans"/>
                <a:cs typeface="DejaVu Sans"/>
              </a:defRPr>
            </a:lvl4pPr>
            <a:lvl5pPr algn="l">
              <a:defRPr sz="2550" b="1">
                <a:solidFill>
                  <a:srgbClr val="54DEEF"/>
                </a:solidFill>
                <a:latin typeface="DejaVu Sans"/>
                <a:ea typeface="DejaVu Sans"/>
                <a:cs typeface="DejaVu Sans"/>
              </a:defRPr>
            </a:lvl5pPr>
            <a:lvl6pPr algn="l">
              <a:defRPr sz="2550" b="1">
                <a:solidFill>
                  <a:srgbClr val="54DEEF"/>
                </a:solidFill>
                <a:latin typeface="DejaVu Sans"/>
                <a:ea typeface="DejaVu Sans"/>
                <a:cs typeface="DejaVu Sans"/>
              </a:defRPr>
            </a:lvl6pPr>
            <a:lvl7pPr algn="l">
              <a:defRPr sz="2550" b="1">
                <a:solidFill>
                  <a:srgbClr val="54DEEF"/>
                </a:solidFill>
                <a:latin typeface="DejaVu Sans"/>
                <a:ea typeface="DejaVu Sans"/>
                <a:cs typeface="DejaVu Sans"/>
              </a:defRPr>
            </a:lvl7pPr>
            <a:lvl8pPr algn="l">
              <a:defRPr sz="2550" b="1">
                <a:solidFill>
                  <a:srgbClr val="54DEEF"/>
                </a:solidFill>
                <a:latin typeface="DejaVu Sans"/>
                <a:ea typeface="DejaVu Sans"/>
                <a:cs typeface="DejaVu Sans"/>
              </a:defRPr>
            </a:lvl8pPr>
            <a:lvl9pPr algn="l">
              <a:defRPr sz="2550" b="1">
                <a:solidFill>
                  <a:srgbClr val="54DEEF"/>
                </a:solidFill>
                <a:latin typeface="DejaVu Sans"/>
                <a:ea typeface="DejaVu Sans"/>
                <a:cs typeface="DejaVu Sans"/>
              </a:defRPr>
            </a:lvl9pPr>
          </a:lstStyle>
          <a:p xmlns:a="http://schemas.openxmlformats.org/drawingml/2006/main">
            <a:pPr algn="l">
              <a:defRPr sz="2550" b="1">
                <a:solidFill>
                  <a:srgbClr val="54DEEF"/>
                </a:solidFill>
                <a:latin typeface="DejaVu Sans"/>
                <a:ea typeface="DejaVu Sans"/>
                <a:cs typeface="DejaVu Sans"/>
              </a:defRPr>
            </a:pPr>
            <a:r>
              <a:rPr sz="2550" b="1">
                <a:solidFill>
                  <a:srgbClr val="54DEEF"/>
                </a:solidFill>
                <a:latin typeface="DejaVu Sans"/>
                <a:ea typeface="DejaVu Sans"/>
                <a:cs typeface="DejaVu Sans"/>
              </a:rPr>
              <a:t>Nachteile:</a:t>
            </a:r>
          </a:p>
        </p:txBody>
      </p:sp>
      <p:sp>
        <p:nvSpPr>
          <p:cNvPr id="13" name="content">
            <a:extLst xmlns:a="http://schemas.openxmlformats.org/drawingml/2006/main">
              <a:ext uri="{FF2B5EF4-FFF2-40B4-BE49-F238E27FC236}">
                <a16:creationId xmlns:a16="http://schemas.microsoft.com/office/drawing/2014/main" id="{88C6CB2D-9F83-4CD1-B2C2-D4D07DE6B27D}"/>
              </a:ext>
            </a:extLst>
          </p:cNvPr>
          <p:cNvSpPr>
            <a:spLocks xmlns:a="http://schemas.openxmlformats.org/drawingml/2006/main" noGrp="1"/>
          </p:cNvSpPr>
          <p:nvPr/>
        </p:nvSpPr>
        <p:spPr>
          <a:xfrm xmlns:a="http://schemas.openxmlformats.org/drawingml/2006/main">
            <a:off x="3619500" y="2780157"/>
            <a:ext cx="10858500" cy="4850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0">
                <a:solidFill>
                  <a:srgbClr val="E0EAF4"/>
                </a:solidFill>
                <a:latin typeface="DejaVu Sans"/>
                <a:ea typeface="DejaVu Sans"/>
                <a:cs typeface="DejaVu Sans"/>
              </a:defRPr>
            </a:defPPr>
            <a:lvl1pPr algn="l">
              <a:defRPr sz="2325" b="0">
                <a:solidFill>
                  <a:srgbClr val="E0EAF4"/>
                </a:solidFill>
                <a:latin typeface="DejaVu Sans"/>
                <a:ea typeface="DejaVu Sans"/>
                <a:cs typeface="DejaVu Sans"/>
              </a:defRPr>
            </a:lvl1pPr>
            <a:lvl2pPr algn="l">
              <a:defRPr sz="2325" b="0">
                <a:solidFill>
                  <a:srgbClr val="E0EAF4"/>
                </a:solidFill>
                <a:latin typeface="DejaVu Sans"/>
                <a:ea typeface="DejaVu Sans"/>
                <a:cs typeface="DejaVu Sans"/>
              </a:defRPr>
            </a:lvl2pPr>
            <a:lvl3pPr algn="l">
              <a:defRPr sz="2325" b="0">
                <a:solidFill>
                  <a:srgbClr val="E0EAF4"/>
                </a:solidFill>
                <a:latin typeface="DejaVu Sans"/>
                <a:ea typeface="DejaVu Sans"/>
                <a:cs typeface="DejaVu Sans"/>
              </a:defRPr>
            </a:lvl3pPr>
            <a:lvl4pPr algn="l">
              <a:defRPr sz="2325" b="0">
                <a:solidFill>
                  <a:srgbClr val="E0EAF4"/>
                </a:solidFill>
                <a:latin typeface="DejaVu Sans"/>
                <a:ea typeface="DejaVu Sans"/>
                <a:cs typeface="DejaVu Sans"/>
              </a:defRPr>
            </a:lvl4pPr>
            <a:lvl5pPr algn="l">
              <a:defRPr sz="2325" b="0">
                <a:solidFill>
                  <a:srgbClr val="E0EAF4"/>
                </a:solidFill>
                <a:latin typeface="DejaVu Sans"/>
                <a:ea typeface="DejaVu Sans"/>
                <a:cs typeface="DejaVu Sans"/>
              </a:defRPr>
            </a:lvl5pPr>
            <a:lvl6pPr algn="l">
              <a:defRPr sz="2325" b="0">
                <a:solidFill>
                  <a:srgbClr val="E0EAF4"/>
                </a:solidFill>
                <a:latin typeface="DejaVu Sans"/>
                <a:ea typeface="DejaVu Sans"/>
                <a:cs typeface="DejaVu Sans"/>
              </a:defRPr>
            </a:lvl6pPr>
            <a:lvl7pPr algn="l">
              <a:defRPr sz="2325" b="0">
                <a:solidFill>
                  <a:srgbClr val="E0EAF4"/>
                </a:solidFill>
                <a:latin typeface="DejaVu Sans"/>
                <a:ea typeface="DejaVu Sans"/>
                <a:cs typeface="DejaVu Sans"/>
              </a:defRPr>
            </a:lvl7pPr>
            <a:lvl8pPr algn="l">
              <a:defRPr sz="2325" b="0">
                <a:solidFill>
                  <a:srgbClr val="E0EAF4"/>
                </a:solidFill>
                <a:latin typeface="DejaVu Sans"/>
                <a:ea typeface="DejaVu Sans"/>
                <a:cs typeface="DejaVu Sans"/>
              </a:defRPr>
            </a:lvl8pPr>
            <a:lvl9pPr algn="l">
              <a:defRPr sz="2325" b="0">
                <a:solidFill>
                  <a:srgbClr val="E0EAF4"/>
                </a:solidFill>
                <a:latin typeface="DejaVu Sans"/>
                <a:ea typeface="DejaVu Sans"/>
                <a:cs typeface="DejaVu Sans"/>
              </a:defRPr>
            </a:lvl9pPr>
          </a:lstStyle>
          <a:p xmlns:a="http://schemas.openxmlformats.org/drawingml/2006/main">
            <a:pPr marL="355600" indent="-292100" algn="l">
              <a:spcAft>
                <a:spcPts val="0"/>
              </a:spcAft>
              <a:buChar char="•"/>
              <a:defRPr sz="2325" b="0">
                <a:solidFill>
                  <a:srgbClr val="E0EAF4"/>
                </a:solidFill>
                <a:latin typeface="DejaVu Sans"/>
                <a:ea typeface="DejaVu Sans"/>
                <a:cs typeface="DejaVu Sans"/>
              </a:defRPr>
            </a:pPr>
            <a:r>
              <a:rPr b="0">
                <a:latin typeface="DejaVu Sans"/>
                <a:ea typeface="DejaVu Sans"/>
                <a:cs typeface="DejaVu Sans"/>
              </a:rPr>
              <a:t>Windows als Home Gateway erforderlich</a:t>
            </a:r>
          </a:p>
        </p:txBody>
      </p:sp>
      <p:sp>
        <p:nvSpPr>
          <p:cNvPr id="14" name="content">
            <a:extLst xmlns:a="http://schemas.openxmlformats.org/drawingml/2006/main">
              <a:ext uri="{FF2B5EF4-FFF2-40B4-BE49-F238E27FC236}">
                <a16:creationId xmlns:a16="http://schemas.microsoft.com/office/drawing/2014/main" id="{CC22984C-C9AC-46A0-A40F-3339BA0B9C1F}"/>
              </a:ext>
            </a:extLst>
          </p:cNvPr>
          <p:cNvSpPr>
            <a:spLocks xmlns:a="http://schemas.openxmlformats.org/drawingml/2006/main" noGrp="1"/>
          </p:cNvSpPr>
          <p:nvPr/>
        </p:nvSpPr>
        <p:spPr>
          <a:xfrm xmlns:a="http://schemas.openxmlformats.org/drawingml/2006/main">
            <a:off x="3619500" y="3474720"/>
            <a:ext cx="10858500" cy="4850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0">
                <a:solidFill>
                  <a:srgbClr val="E0EAF4"/>
                </a:solidFill>
                <a:latin typeface="DejaVu Sans"/>
                <a:ea typeface="DejaVu Sans"/>
                <a:cs typeface="DejaVu Sans"/>
              </a:defRPr>
            </a:defPPr>
            <a:lvl1pPr algn="l">
              <a:defRPr sz="2325" b="0">
                <a:solidFill>
                  <a:srgbClr val="E0EAF4"/>
                </a:solidFill>
                <a:latin typeface="DejaVu Sans"/>
                <a:ea typeface="DejaVu Sans"/>
                <a:cs typeface="DejaVu Sans"/>
              </a:defRPr>
            </a:lvl1pPr>
            <a:lvl2pPr algn="l">
              <a:defRPr sz="2325" b="0">
                <a:solidFill>
                  <a:srgbClr val="E0EAF4"/>
                </a:solidFill>
                <a:latin typeface="DejaVu Sans"/>
                <a:ea typeface="DejaVu Sans"/>
                <a:cs typeface="DejaVu Sans"/>
              </a:defRPr>
            </a:lvl2pPr>
            <a:lvl3pPr algn="l">
              <a:defRPr sz="2325" b="0">
                <a:solidFill>
                  <a:srgbClr val="E0EAF4"/>
                </a:solidFill>
                <a:latin typeface="DejaVu Sans"/>
                <a:ea typeface="DejaVu Sans"/>
                <a:cs typeface="DejaVu Sans"/>
              </a:defRPr>
            </a:lvl3pPr>
            <a:lvl4pPr algn="l">
              <a:defRPr sz="2325" b="0">
                <a:solidFill>
                  <a:srgbClr val="E0EAF4"/>
                </a:solidFill>
                <a:latin typeface="DejaVu Sans"/>
                <a:ea typeface="DejaVu Sans"/>
                <a:cs typeface="DejaVu Sans"/>
              </a:defRPr>
            </a:lvl4pPr>
            <a:lvl5pPr algn="l">
              <a:defRPr sz="2325" b="0">
                <a:solidFill>
                  <a:srgbClr val="E0EAF4"/>
                </a:solidFill>
                <a:latin typeface="DejaVu Sans"/>
                <a:ea typeface="DejaVu Sans"/>
                <a:cs typeface="DejaVu Sans"/>
              </a:defRPr>
            </a:lvl5pPr>
            <a:lvl6pPr algn="l">
              <a:defRPr sz="2325" b="0">
                <a:solidFill>
                  <a:srgbClr val="E0EAF4"/>
                </a:solidFill>
                <a:latin typeface="DejaVu Sans"/>
                <a:ea typeface="DejaVu Sans"/>
                <a:cs typeface="DejaVu Sans"/>
              </a:defRPr>
            </a:lvl6pPr>
            <a:lvl7pPr algn="l">
              <a:defRPr sz="2325" b="0">
                <a:solidFill>
                  <a:srgbClr val="E0EAF4"/>
                </a:solidFill>
                <a:latin typeface="DejaVu Sans"/>
                <a:ea typeface="DejaVu Sans"/>
                <a:cs typeface="DejaVu Sans"/>
              </a:defRPr>
            </a:lvl7pPr>
            <a:lvl8pPr algn="l">
              <a:defRPr sz="2325" b="0">
                <a:solidFill>
                  <a:srgbClr val="E0EAF4"/>
                </a:solidFill>
                <a:latin typeface="DejaVu Sans"/>
                <a:ea typeface="DejaVu Sans"/>
                <a:cs typeface="DejaVu Sans"/>
              </a:defRPr>
            </a:lvl8pPr>
            <a:lvl9pPr algn="l">
              <a:defRPr sz="2325" b="0">
                <a:solidFill>
                  <a:srgbClr val="E0EAF4"/>
                </a:solidFill>
                <a:latin typeface="DejaVu Sans"/>
                <a:ea typeface="DejaVu Sans"/>
                <a:cs typeface="DejaVu Sans"/>
              </a:defRPr>
            </a:lvl9pPr>
          </a:lstStyle>
          <a:p xmlns:a="http://schemas.openxmlformats.org/drawingml/2006/main">
            <a:pPr marL="355600" indent="-292100" algn="l">
              <a:spcAft>
                <a:spcPts val="0"/>
              </a:spcAft>
              <a:buChar char="•"/>
              <a:defRPr sz="2325" b="0">
                <a:solidFill>
                  <a:srgbClr val="E0EAF4"/>
                </a:solidFill>
                <a:latin typeface="DejaVu Sans"/>
                <a:ea typeface="DejaVu Sans"/>
                <a:cs typeface="DejaVu Sans"/>
              </a:defRPr>
            </a:pPr>
            <a:r>
              <a:rPr b="0">
                <a:latin typeface="DejaVu Sans"/>
                <a:ea typeface="DejaVu Sans"/>
                <a:cs typeface="DejaVu Sans"/>
              </a:rPr>
              <a:t>feste IP- Adressen werden benötigt</a:t>
            </a:r>
          </a:p>
        </p:txBody>
      </p:sp>
      <p:sp>
        <p:nvSpPr>
          <p:cNvPr id="15" name="content">
            <a:extLst xmlns:a="http://schemas.openxmlformats.org/drawingml/2006/main">
              <a:ext uri="{FF2B5EF4-FFF2-40B4-BE49-F238E27FC236}">
                <a16:creationId xmlns:a16="http://schemas.microsoft.com/office/drawing/2014/main" id="{7DC33844-FBCE-40A1-8DAE-0AEFA02B07B8}"/>
              </a:ext>
            </a:extLst>
          </p:cNvPr>
          <p:cNvSpPr>
            <a:spLocks xmlns:a="http://schemas.openxmlformats.org/drawingml/2006/main" noGrp="1"/>
          </p:cNvSpPr>
          <p:nvPr/>
        </p:nvSpPr>
        <p:spPr>
          <a:xfrm xmlns:a="http://schemas.openxmlformats.org/drawingml/2006/main">
            <a:off x="3619500" y="4169283"/>
            <a:ext cx="10858500" cy="4850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0">
                <a:solidFill>
                  <a:srgbClr val="E0EAF4"/>
                </a:solidFill>
                <a:latin typeface="DejaVu Sans"/>
                <a:ea typeface="DejaVu Sans"/>
                <a:cs typeface="DejaVu Sans"/>
              </a:defRPr>
            </a:defPPr>
            <a:lvl1pPr algn="l">
              <a:defRPr sz="2325" b="0">
                <a:solidFill>
                  <a:srgbClr val="E0EAF4"/>
                </a:solidFill>
                <a:latin typeface="DejaVu Sans"/>
                <a:ea typeface="DejaVu Sans"/>
                <a:cs typeface="DejaVu Sans"/>
              </a:defRPr>
            </a:lvl1pPr>
            <a:lvl2pPr algn="l">
              <a:defRPr sz="2325" b="0">
                <a:solidFill>
                  <a:srgbClr val="E0EAF4"/>
                </a:solidFill>
                <a:latin typeface="DejaVu Sans"/>
                <a:ea typeface="DejaVu Sans"/>
                <a:cs typeface="DejaVu Sans"/>
              </a:defRPr>
            </a:lvl2pPr>
            <a:lvl3pPr algn="l">
              <a:defRPr sz="2325" b="0">
                <a:solidFill>
                  <a:srgbClr val="E0EAF4"/>
                </a:solidFill>
                <a:latin typeface="DejaVu Sans"/>
                <a:ea typeface="DejaVu Sans"/>
                <a:cs typeface="DejaVu Sans"/>
              </a:defRPr>
            </a:lvl3pPr>
            <a:lvl4pPr algn="l">
              <a:defRPr sz="2325" b="0">
                <a:solidFill>
                  <a:srgbClr val="E0EAF4"/>
                </a:solidFill>
                <a:latin typeface="DejaVu Sans"/>
                <a:ea typeface="DejaVu Sans"/>
                <a:cs typeface="DejaVu Sans"/>
              </a:defRPr>
            </a:lvl4pPr>
            <a:lvl5pPr algn="l">
              <a:defRPr sz="2325" b="0">
                <a:solidFill>
                  <a:srgbClr val="E0EAF4"/>
                </a:solidFill>
                <a:latin typeface="DejaVu Sans"/>
                <a:ea typeface="DejaVu Sans"/>
                <a:cs typeface="DejaVu Sans"/>
              </a:defRPr>
            </a:lvl5pPr>
            <a:lvl6pPr algn="l">
              <a:defRPr sz="2325" b="0">
                <a:solidFill>
                  <a:srgbClr val="E0EAF4"/>
                </a:solidFill>
                <a:latin typeface="DejaVu Sans"/>
                <a:ea typeface="DejaVu Sans"/>
                <a:cs typeface="DejaVu Sans"/>
              </a:defRPr>
            </a:lvl6pPr>
            <a:lvl7pPr algn="l">
              <a:defRPr sz="2325" b="0">
                <a:solidFill>
                  <a:srgbClr val="E0EAF4"/>
                </a:solidFill>
                <a:latin typeface="DejaVu Sans"/>
                <a:ea typeface="DejaVu Sans"/>
                <a:cs typeface="DejaVu Sans"/>
              </a:defRPr>
            </a:lvl7pPr>
            <a:lvl8pPr algn="l">
              <a:defRPr sz="2325" b="0">
                <a:solidFill>
                  <a:srgbClr val="E0EAF4"/>
                </a:solidFill>
                <a:latin typeface="DejaVu Sans"/>
                <a:ea typeface="DejaVu Sans"/>
                <a:cs typeface="DejaVu Sans"/>
              </a:defRPr>
            </a:lvl8pPr>
            <a:lvl9pPr algn="l">
              <a:defRPr sz="2325" b="0">
                <a:solidFill>
                  <a:srgbClr val="E0EAF4"/>
                </a:solidFill>
                <a:latin typeface="DejaVu Sans"/>
                <a:ea typeface="DejaVu Sans"/>
                <a:cs typeface="DejaVu Sans"/>
              </a:defRPr>
            </a:lvl9pPr>
          </a:lstStyle>
          <a:p xmlns:a="http://schemas.openxmlformats.org/drawingml/2006/main">
            <a:pPr marL="355600" indent="-292100" algn="l">
              <a:spcAft>
                <a:spcPts val="0"/>
              </a:spcAft>
              <a:buChar char="•"/>
              <a:defRPr sz="2325" b="0">
                <a:solidFill>
                  <a:srgbClr val="E0EAF4"/>
                </a:solidFill>
                <a:latin typeface="DejaVu Sans"/>
                <a:ea typeface="DejaVu Sans"/>
                <a:cs typeface="DejaVu Sans"/>
              </a:defRPr>
            </a:pPr>
            <a:r>
              <a:rPr b="0">
                <a:latin typeface="DejaVu Sans"/>
                <a:ea typeface="DejaVu Sans"/>
                <a:cs typeface="DejaVu Sans"/>
              </a:rPr>
              <a:t>nur ein Tunnel möglich</a:t>
            </a:r>
          </a:p>
        </p:txBody>
      </p:sp>
      <p:sp>
        <p:nvSpPr>
          <p:cNvPr id="16" name="subheading">
            <a:extLst xmlns:a="http://schemas.openxmlformats.org/drawingml/2006/main">
              <a:ext uri="{FF2B5EF4-FFF2-40B4-BE49-F238E27FC236}">
                <a16:creationId xmlns:a16="http://schemas.microsoft.com/office/drawing/2014/main" id="{9666879E-1430-44D6-B1E1-D17AA68834B1}"/>
              </a:ext>
            </a:extLst>
          </p:cNvPr>
          <p:cNvSpPr>
            <a:spLocks xmlns:a="http://schemas.openxmlformats.org/drawingml/2006/main" noGrp="1"/>
          </p:cNvSpPr>
          <p:nvPr/>
        </p:nvSpPr>
        <p:spPr>
          <a:xfrm xmlns:a="http://schemas.openxmlformats.org/drawingml/2006/main">
            <a:off x="3619500" y="4863846"/>
            <a:ext cx="10858500" cy="5227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54DEEF"/>
                </a:solidFill>
                <a:latin typeface="DejaVu Sans"/>
                <a:ea typeface="DejaVu Sans"/>
                <a:cs typeface="DejaVu Sans"/>
              </a:defRPr>
            </a:defPPr>
            <a:lvl1pPr algn="l">
              <a:defRPr sz="2550" b="1">
                <a:solidFill>
                  <a:srgbClr val="54DEEF"/>
                </a:solidFill>
                <a:latin typeface="DejaVu Sans"/>
                <a:ea typeface="DejaVu Sans"/>
                <a:cs typeface="DejaVu Sans"/>
              </a:defRPr>
            </a:lvl1pPr>
            <a:lvl2pPr algn="l">
              <a:defRPr sz="2550" b="1">
                <a:solidFill>
                  <a:srgbClr val="54DEEF"/>
                </a:solidFill>
                <a:latin typeface="DejaVu Sans"/>
                <a:ea typeface="DejaVu Sans"/>
                <a:cs typeface="DejaVu Sans"/>
              </a:defRPr>
            </a:lvl2pPr>
            <a:lvl3pPr algn="l">
              <a:defRPr sz="2550" b="1">
                <a:solidFill>
                  <a:srgbClr val="54DEEF"/>
                </a:solidFill>
                <a:latin typeface="DejaVu Sans"/>
                <a:ea typeface="DejaVu Sans"/>
                <a:cs typeface="DejaVu Sans"/>
              </a:defRPr>
            </a:lvl3pPr>
            <a:lvl4pPr algn="l">
              <a:defRPr sz="2550" b="1">
                <a:solidFill>
                  <a:srgbClr val="54DEEF"/>
                </a:solidFill>
                <a:latin typeface="DejaVu Sans"/>
                <a:ea typeface="DejaVu Sans"/>
                <a:cs typeface="DejaVu Sans"/>
              </a:defRPr>
            </a:lvl4pPr>
            <a:lvl5pPr algn="l">
              <a:defRPr sz="2550" b="1">
                <a:solidFill>
                  <a:srgbClr val="54DEEF"/>
                </a:solidFill>
                <a:latin typeface="DejaVu Sans"/>
                <a:ea typeface="DejaVu Sans"/>
                <a:cs typeface="DejaVu Sans"/>
              </a:defRPr>
            </a:lvl5pPr>
            <a:lvl6pPr algn="l">
              <a:defRPr sz="2550" b="1">
                <a:solidFill>
                  <a:srgbClr val="54DEEF"/>
                </a:solidFill>
                <a:latin typeface="DejaVu Sans"/>
                <a:ea typeface="DejaVu Sans"/>
                <a:cs typeface="DejaVu Sans"/>
              </a:defRPr>
            </a:lvl6pPr>
            <a:lvl7pPr algn="l">
              <a:defRPr sz="2550" b="1">
                <a:solidFill>
                  <a:srgbClr val="54DEEF"/>
                </a:solidFill>
                <a:latin typeface="DejaVu Sans"/>
                <a:ea typeface="DejaVu Sans"/>
                <a:cs typeface="DejaVu Sans"/>
              </a:defRPr>
            </a:lvl7pPr>
            <a:lvl8pPr algn="l">
              <a:defRPr sz="2550" b="1">
                <a:solidFill>
                  <a:srgbClr val="54DEEF"/>
                </a:solidFill>
                <a:latin typeface="DejaVu Sans"/>
                <a:ea typeface="DejaVu Sans"/>
                <a:cs typeface="DejaVu Sans"/>
              </a:defRPr>
            </a:lvl8pPr>
            <a:lvl9pPr algn="l">
              <a:defRPr sz="2550" b="1">
                <a:solidFill>
                  <a:srgbClr val="54DEEF"/>
                </a:solidFill>
                <a:latin typeface="DejaVu Sans"/>
                <a:ea typeface="DejaVu Sans"/>
                <a:cs typeface="DejaVu Sans"/>
              </a:defRPr>
            </a:lvl9pPr>
          </a:lstStyle>
          <a:p xmlns:a="http://schemas.openxmlformats.org/drawingml/2006/main">
            <a:pPr algn="l">
              <a:defRPr sz="2550" b="1">
                <a:solidFill>
                  <a:srgbClr val="54DEEF"/>
                </a:solidFill>
                <a:latin typeface="DejaVu Sans"/>
                <a:ea typeface="DejaVu Sans"/>
                <a:cs typeface="DejaVu Sans"/>
              </a:defRPr>
            </a:pPr>
            <a:r>
              <a:rPr sz="2550" b="1">
                <a:solidFill>
                  <a:srgbClr val="54DEEF"/>
                </a:solidFill>
                <a:latin typeface="DejaVu Sans"/>
                <a:ea typeface="DejaVu Sans"/>
                <a:cs typeface="DejaVu Sans"/>
              </a:rPr>
              <a:t>Vorteil:</a:t>
            </a:r>
          </a:p>
        </p:txBody>
      </p:sp>
      <p:sp>
        <p:nvSpPr>
          <p:cNvPr id="17" name="content">
            <a:extLst xmlns:a="http://schemas.openxmlformats.org/drawingml/2006/main">
              <a:ext uri="{FF2B5EF4-FFF2-40B4-BE49-F238E27FC236}">
                <a16:creationId xmlns:a16="http://schemas.microsoft.com/office/drawing/2014/main" id="{78BD5786-0C62-4066-9E24-081BE025BBDB}"/>
              </a:ext>
            </a:extLst>
          </p:cNvPr>
          <p:cNvSpPr>
            <a:spLocks xmlns:a="http://schemas.openxmlformats.org/drawingml/2006/main" noGrp="1"/>
          </p:cNvSpPr>
          <p:nvPr/>
        </p:nvSpPr>
        <p:spPr>
          <a:xfrm xmlns:a="http://schemas.openxmlformats.org/drawingml/2006/main">
            <a:off x="3619500" y="5596128"/>
            <a:ext cx="10858500" cy="4850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0">
                <a:solidFill>
                  <a:srgbClr val="E0EAF4"/>
                </a:solidFill>
                <a:latin typeface="DejaVu Sans"/>
                <a:ea typeface="DejaVu Sans"/>
                <a:cs typeface="DejaVu Sans"/>
              </a:defRPr>
            </a:defPPr>
            <a:lvl1pPr algn="l">
              <a:defRPr sz="2325" b="0">
                <a:solidFill>
                  <a:srgbClr val="E0EAF4"/>
                </a:solidFill>
                <a:latin typeface="DejaVu Sans"/>
                <a:ea typeface="DejaVu Sans"/>
                <a:cs typeface="DejaVu Sans"/>
              </a:defRPr>
            </a:lvl1pPr>
            <a:lvl2pPr algn="l">
              <a:defRPr sz="2325" b="0">
                <a:solidFill>
                  <a:srgbClr val="E0EAF4"/>
                </a:solidFill>
                <a:latin typeface="DejaVu Sans"/>
                <a:ea typeface="DejaVu Sans"/>
                <a:cs typeface="DejaVu Sans"/>
              </a:defRPr>
            </a:lvl2pPr>
            <a:lvl3pPr algn="l">
              <a:defRPr sz="2325" b="0">
                <a:solidFill>
                  <a:srgbClr val="E0EAF4"/>
                </a:solidFill>
                <a:latin typeface="DejaVu Sans"/>
                <a:ea typeface="DejaVu Sans"/>
                <a:cs typeface="DejaVu Sans"/>
              </a:defRPr>
            </a:lvl3pPr>
            <a:lvl4pPr algn="l">
              <a:defRPr sz="2325" b="0">
                <a:solidFill>
                  <a:srgbClr val="E0EAF4"/>
                </a:solidFill>
                <a:latin typeface="DejaVu Sans"/>
                <a:ea typeface="DejaVu Sans"/>
                <a:cs typeface="DejaVu Sans"/>
              </a:defRPr>
            </a:lvl4pPr>
            <a:lvl5pPr algn="l">
              <a:defRPr sz="2325" b="0">
                <a:solidFill>
                  <a:srgbClr val="E0EAF4"/>
                </a:solidFill>
                <a:latin typeface="DejaVu Sans"/>
                <a:ea typeface="DejaVu Sans"/>
                <a:cs typeface="DejaVu Sans"/>
              </a:defRPr>
            </a:lvl5pPr>
            <a:lvl6pPr algn="l">
              <a:defRPr sz="2325" b="0">
                <a:solidFill>
                  <a:srgbClr val="E0EAF4"/>
                </a:solidFill>
                <a:latin typeface="DejaVu Sans"/>
                <a:ea typeface="DejaVu Sans"/>
                <a:cs typeface="DejaVu Sans"/>
              </a:defRPr>
            </a:lvl6pPr>
            <a:lvl7pPr algn="l">
              <a:defRPr sz="2325" b="0">
                <a:solidFill>
                  <a:srgbClr val="E0EAF4"/>
                </a:solidFill>
                <a:latin typeface="DejaVu Sans"/>
                <a:ea typeface="DejaVu Sans"/>
                <a:cs typeface="DejaVu Sans"/>
              </a:defRPr>
            </a:lvl7pPr>
            <a:lvl8pPr algn="l">
              <a:defRPr sz="2325" b="0">
                <a:solidFill>
                  <a:srgbClr val="E0EAF4"/>
                </a:solidFill>
                <a:latin typeface="DejaVu Sans"/>
                <a:ea typeface="DejaVu Sans"/>
                <a:cs typeface="DejaVu Sans"/>
              </a:defRPr>
            </a:lvl8pPr>
            <a:lvl9pPr algn="l">
              <a:defRPr sz="2325" b="0">
                <a:solidFill>
                  <a:srgbClr val="E0EAF4"/>
                </a:solidFill>
                <a:latin typeface="DejaVu Sans"/>
                <a:ea typeface="DejaVu Sans"/>
                <a:cs typeface="DejaVu Sans"/>
              </a:defRPr>
            </a:lvl9pPr>
          </a:lstStyle>
          <a:p xmlns:a="http://schemas.openxmlformats.org/drawingml/2006/main">
            <a:pPr marL="355600" indent="-292100" algn="l">
              <a:spcAft>
                <a:spcPts val="0"/>
              </a:spcAft>
              <a:buChar char="•"/>
              <a:defRPr sz="2325" b="0">
                <a:solidFill>
                  <a:srgbClr val="E0EAF4"/>
                </a:solidFill>
                <a:latin typeface="DejaVu Sans"/>
                <a:ea typeface="DejaVu Sans"/>
                <a:cs typeface="DejaVu Sans"/>
              </a:defRPr>
            </a:pPr>
            <a:r>
              <a:rPr b="0">
                <a:latin typeface="DejaVu Sans"/>
                <a:ea typeface="DejaVu Sans"/>
                <a:cs typeface="DejaVu Sans"/>
              </a:rPr>
              <a:t>im Lieferumfang von Windows enthalten</a:t>
            </a:r>
          </a:p>
        </p:txBody>
      </p:sp>
    </p:spTree>
    <p:extLst>
      <p:ext uri="{BB962C8B-B14F-4D97-AF65-F5344CB8AC3E}">
        <p14:creationId xmlns:p14="http://schemas.microsoft.com/office/powerpoint/2010/main" val="601676308"/>
      </p:ext>
    </p:extLst>
  </p:cSld>
</p:sld>
</file>

<file path=ppt/slides/slide20.xml><?xml version="1.0" encoding="utf-8"?>
<p:sld xmlns:p="http://schemas.openxmlformats.org/presentationml/2006/main">
  <p:cSld>
    <p:bg>
      <p:bgPr>
        <a:solidFill xmlns:a="http://schemas.openxmlformats.org/drawingml/2006/main">
          <a:srgbClr val="081522"/>
        </a:solidFill>
      </p:bgPr>
    </p:bg>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2FAC963E-AC5A-40B0-902A-DF51373FD77F}"/>
              </a:ext>
            </a:extLst>
          </p:cNvPr>
          <p:cNvPicPr>
            <a:picLocks xmlns:a="http://schemas.openxmlformats.org/drawingml/2006/main" noChangeAspect="1"/>
          </p:cNvPicPr>
          <p:nvPr/>
        </p:nvPicPr>
        <p:blipFill>
          <a:blip xmlns:r="http://schemas.openxmlformats.org/officeDocument/2006/relationships" xmlns:a="http://schemas.openxmlformats.org/drawingml/2006/main" r:embed="Rc0e1a1577a0845d3"/>
          <a:srcRect xmlns:a="http://schemas.openxmlformats.org/drawingml/2006/main" l="0" t="27" r="0" b="27"/>
          <a:stretch xmlns:a="http://schemas.openxmlformats.org/drawingml/2006/main">
            <a:fillRect l="0" t="0" r="0" b="0"/>
          </a:stretch>
        </p:blipFill>
        <p:spPr>
          <a:xfrm xmlns:a="http://schemas.openxmlformats.org/drawingml/2006/main">
            <a:off x="0" y="0"/>
            <a:ext cx="15240000" cy="8572500"/>
          </a:xfrm>
          <a:prstGeom xmlns:a="http://schemas.openxmlformats.org/drawingml/2006/main" prst="rect">
            <a:avLst/>
          </a:prstGeom>
        </p:spPr>
      </p:pic>
      <p:sp>
        <p:nvSpPr>
          <p:cNvPr id="2" name="agenda-heading">
            <a:extLst xmlns:a="http://schemas.openxmlformats.org/drawingml/2006/main">
              <a:ext uri="{FF2B5EF4-FFF2-40B4-BE49-F238E27FC236}">
                <a16:creationId xmlns:a16="http://schemas.microsoft.com/office/drawing/2014/main" id="{A1DBF91B-B426-4E3D-BF30-BC16374004B0}"/>
              </a:ext>
            </a:extLst>
          </p:cNvPr>
          <p:cNvSpPr>
            <a:spLocks xmlns:a="http://schemas.openxmlformats.org/drawingml/2006/main" noGrp="1"/>
          </p:cNvSpPr>
          <p:nvPr/>
        </p:nvSpPr>
        <p:spPr>
          <a:xfrm xmlns:a="http://schemas.openxmlformats.org/drawingml/2006/main">
            <a:off x="400050" y="638175"/>
            <a:ext cx="2333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54DEEF"/>
                </a:solidFill>
                <a:latin typeface="DejaVu Sans Mono"/>
                <a:ea typeface="DejaVu Sans Mono"/>
                <a:cs typeface="DejaVu Sans Mono"/>
              </a:defRPr>
            </a:defPPr>
            <a:lvl1pPr algn="l">
              <a:defRPr sz="1875" b="1">
                <a:solidFill>
                  <a:srgbClr val="54DEEF"/>
                </a:solidFill>
                <a:latin typeface="DejaVu Sans Mono"/>
                <a:ea typeface="DejaVu Sans Mono"/>
                <a:cs typeface="DejaVu Sans Mono"/>
              </a:defRPr>
            </a:lvl1pPr>
            <a:lvl2pPr algn="l">
              <a:defRPr sz="1875" b="1">
                <a:solidFill>
                  <a:srgbClr val="54DEEF"/>
                </a:solidFill>
                <a:latin typeface="DejaVu Sans Mono"/>
                <a:ea typeface="DejaVu Sans Mono"/>
                <a:cs typeface="DejaVu Sans Mono"/>
              </a:defRPr>
            </a:lvl2pPr>
            <a:lvl3pPr algn="l">
              <a:defRPr sz="1875" b="1">
                <a:solidFill>
                  <a:srgbClr val="54DEEF"/>
                </a:solidFill>
                <a:latin typeface="DejaVu Sans Mono"/>
                <a:ea typeface="DejaVu Sans Mono"/>
                <a:cs typeface="DejaVu Sans Mono"/>
              </a:defRPr>
            </a:lvl3pPr>
            <a:lvl4pPr algn="l">
              <a:defRPr sz="1875" b="1">
                <a:solidFill>
                  <a:srgbClr val="54DEEF"/>
                </a:solidFill>
                <a:latin typeface="DejaVu Sans Mono"/>
                <a:ea typeface="DejaVu Sans Mono"/>
                <a:cs typeface="DejaVu Sans Mono"/>
              </a:defRPr>
            </a:lvl4pPr>
            <a:lvl5pPr algn="l">
              <a:defRPr sz="1875" b="1">
                <a:solidFill>
                  <a:srgbClr val="54DEEF"/>
                </a:solidFill>
                <a:latin typeface="DejaVu Sans Mono"/>
                <a:ea typeface="DejaVu Sans Mono"/>
                <a:cs typeface="DejaVu Sans Mono"/>
              </a:defRPr>
            </a:lvl5pPr>
            <a:lvl6pPr algn="l">
              <a:defRPr sz="1875" b="1">
                <a:solidFill>
                  <a:srgbClr val="54DEEF"/>
                </a:solidFill>
                <a:latin typeface="DejaVu Sans Mono"/>
                <a:ea typeface="DejaVu Sans Mono"/>
                <a:cs typeface="DejaVu Sans Mono"/>
              </a:defRPr>
            </a:lvl6pPr>
            <a:lvl7pPr algn="l">
              <a:defRPr sz="1875" b="1">
                <a:solidFill>
                  <a:srgbClr val="54DEEF"/>
                </a:solidFill>
                <a:latin typeface="DejaVu Sans Mono"/>
                <a:ea typeface="DejaVu Sans Mono"/>
                <a:cs typeface="DejaVu Sans Mono"/>
              </a:defRPr>
            </a:lvl7pPr>
            <a:lvl8pPr algn="l">
              <a:defRPr sz="1875" b="1">
                <a:solidFill>
                  <a:srgbClr val="54DEEF"/>
                </a:solidFill>
                <a:latin typeface="DejaVu Sans Mono"/>
                <a:ea typeface="DejaVu Sans Mono"/>
                <a:cs typeface="DejaVu Sans Mono"/>
              </a:defRPr>
            </a:lvl8pPr>
            <a:lvl9pPr algn="l">
              <a:defRPr sz="1875" b="1">
                <a:solidFill>
                  <a:srgbClr val="54DEEF"/>
                </a:solidFill>
                <a:latin typeface="DejaVu Sans Mono"/>
                <a:ea typeface="DejaVu Sans Mono"/>
                <a:cs typeface="DejaVu Sans Mono"/>
              </a:defRPr>
            </a:lvl9pPr>
          </a:lstStyle>
          <a:p xmlns:a="http://schemas.openxmlformats.org/drawingml/2006/main">
            <a:pPr algn="l">
              <a:defRPr sz="1875" b="1">
                <a:solidFill>
                  <a:srgbClr val="54DEEF"/>
                </a:solidFill>
                <a:latin typeface="DejaVu Sans Mono"/>
                <a:ea typeface="DejaVu Sans Mono"/>
                <a:cs typeface="DejaVu Sans Mono"/>
              </a:defRPr>
            </a:pPr>
            <a:r>
              <a:rPr sz="1875" b="1">
                <a:solidFill>
                  <a:srgbClr val="54DEEF"/>
                </a:solidFill>
                <a:latin typeface="DejaVu Sans Mono"/>
                <a:ea typeface="DejaVu Sans Mono"/>
                <a:cs typeface="DejaVu Sans Mono"/>
              </a:rPr>
              <a:t>Agenda:</a:t>
            </a:r>
          </a:p>
        </p:txBody>
      </p:sp>
      <p:sp>
        <p:nvSpPr>
          <p:cNvPr id="3" name="agenda-item">
            <a:extLst xmlns:a="http://schemas.openxmlformats.org/drawingml/2006/main">
              <a:ext uri="{FF2B5EF4-FFF2-40B4-BE49-F238E27FC236}">
                <a16:creationId xmlns:a16="http://schemas.microsoft.com/office/drawing/2014/main" id="{C1B5844E-C81C-43EB-80AB-B9CD3ADB9DD7}"/>
              </a:ext>
            </a:extLst>
          </p:cNvPr>
          <p:cNvSpPr>
            <a:spLocks xmlns:a="http://schemas.openxmlformats.org/drawingml/2006/main" noGrp="1"/>
          </p:cNvSpPr>
          <p:nvPr/>
        </p:nvSpPr>
        <p:spPr>
          <a:xfrm xmlns:a="http://schemas.openxmlformats.org/drawingml/2006/main">
            <a:off x="400050" y="142875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Was ist ein VPN?</a:t>
            </a:r>
          </a:p>
        </p:txBody>
      </p:sp>
      <p:sp>
        <p:nvSpPr>
          <p:cNvPr id="4" name="agenda-item">
            <a:extLst xmlns:a="http://schemas.openxmlformats.org/drawingml/2006/main">
              <a:ext uri="{FF2B5EF4-FFF2-40B4-BE49-F238E27FC236}">
                <a16:creationId xmlns:a16="http://schemas.microsoft.com/office/drawing/2014/main" id="{CE214DF1-FD7B-408F-B5E8-D5EBFB2FEEA3}"/>
              </a:ext>
            </a:extLst>
          </p:cNvPr>
          <p:cNvSpPr>
            <a:spLocks xmlns:a="http://schemas.openxmlformats.org/drawingml/2006/main" noGrp="1"/>
          </p:cNvSpPr>
          <p:nvPr/>
        </p:nvSpPr>
        <p:spPr>
          <a:xfrm xmlns:a="http://schemas.openxmlformats.org/drawingml/2006/main">
            <a:off x="400050" y="209550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Aufbau eines VPN</a:t>
            </a:r>
          </a:p>
        </p:txBody>
      </p:sp>
      <p:sp>
        <p:nvSpPr>
          <p:cNvPr id="5" name="agenda-item">
            <a:extLst xmlns:a="http://schemas.openxmlformats.org/drawingml/2006/main">
              <a:ext uri="{FF2B5EF4-FFF2-40B4-BE49-F238E27FC236}">
                <a16:creationId xmlns:a16="http://schemas.microsoft.com/office/drawing/2014/main" id="{504BFEB0-4CEC-458E-BC6E-93A36BC1874F}"/>
              </a:ext>
            </a:extLst>
          </p:cNvPr>
          <p:cNvSpPr>
            <a:spLocks xmlns:a="http://schemas.openxmlformats.org/drawingml/2006/main" noGrp="1"/>
          </p:cNvSpPr>
          <p:nvPr/>
        </p:nvSpPr>
        <p:spPr>
          <a:xfrm xmlns:a="http://schemas.openxmlformats.org/drawingml/2006/main">
            <a:off x="400050" y="276225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Ausprägungen eines VPN Netzes</a:t>
            </a:r>
          </a:p>
        </p:txBody>
      </p:sp>
      <p:sp>
        <p:nvSpPr>
          <p:cNvPr id="6" name="agenda-item">
            <a:extLst xmlns:a="http://schemas.openxmlformats.org/drawingml/2006/main">
              <a:ext uri="{FF2B5EF4-FFF2-40B4-BE49-F238E27FC236}">
                <a16:creationId xmlns:a16="http://schemas.microsoft.com/office/drawing/2014/main" id="{C32F7813-2CAE-40BC-8A2E-0155B1A609F8}"/>
              </a:ext>
            </a:extLst>
          </p:cNvPr>
          <p:cNvSpPr>
            <a:spLocks xmlns:a="http://schemas.openxmlformats.org/drawingml/2006/main" noGrp="1"/>
          </p:cNvSpPr>
          <p:nvPr/>
        </p:nvSpPr>
        <p:spPr>
          <a:xfrm xmlns:a="http://schemas.openxmlformats.org/drawingml/2006/main">
            <a:off x="400050" y="371475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54DEEF"/>
                </a:solidFill>
                <a:latin typeface="DejaVu Sans"/>
                <a:ea typeface="DejaVu Sans"/>
                <a:cs typeface="DejaVu Sans"/>
              </a:defRPr>
            </a:defPPr>
            <a:lvl1pPr algn="l">
              <a:defRPr sz="1575" b="1">
                <a:solidFill>
                  <a:srgbClr val="54DEEF"/>
                </a:solidFill>
                <a:latin typeface="DejaVu Sans"/>
                <a:ea typeface="DejaVu Sans"/>
                <a:cs typeface="DejaVu Sans"/>
              </a:defRPr>
            </a:lvl1pPr>
            <a:lvl2pPr algn="l">
              <a:defRPr sz="1575" b="1">
                <a:solidFill>
                  <a:srgbClr val="54DEEF"/>
                </a:solidFill>
                <a:latin typeface="DejaVu Sans"/>
                <a:ea typeface="DejaVu Sans"/>
                <a:cs typeface="DejaVu Sans"/>
              </a:defRPr>
            </a:lvl2pPr>
            <a:lvl3pPr algn="l">
              <a:defRPr sz="1575" b="1">
                <a:solidFill>
                  <a:srgbClr val="54DEEF"/>
                </a:solidFill>
                <a:latin typeface="DejaVu Sans"/>
                <a:ea typeface="DejaVu Sans"/>
                <a:cs typeface="DejaVu Sans"/>
              </a:defRPr>
            </a:lvl3pPr>
            <a:lvl4pPr algn="l">
              <a:defRPr sz="1575" b="1">
                <a:solidFill>
                  <a:srgbClr val="54DEEF"/>
                </a:solidFill>
                <a:latin typeface="DejaVu Sans"/>
                <a:ea typeface="DejaVu Sans"/>
                <a:cs typeface="DejaVu Sans"/>
              </a:defRPr>
            </a:lvl4pPr>
            <a:lvl5pPr algn="l">
              <a:defRPr sz="1575" b="1">
                <a:solidFill>
                  <a:srgbClr val="54DEEF"/>
                </a:solidFill>
                <a:latin typeface="DejaVu Sans"/>
                <a:ea typeface="DejaVu Sans"/>
                <a:cs typeface="DejaVu Sans"/>
              </a:defRPr>
            </a:lvl5pPr>
            <a:lvl6pPr algn="l">
              <a:defRPr sz="1575" b="1">
                <a:solidFill>
                  <a:srgbClr val="54DEEF"/>
                </a:solidFill>
                <a:latin typeface="DejaVu Sans"/>
                <a:ea typeface="DejaVu Sans"/>
                <a:cs typeface="DejaVu Sans"/>
              </a:defRPr>
            </a:lvl6pPr>
            <a:lvl7pPr algn="l">
              <a:defRPr sz="1575" b="1">
                <a:solidFill>
                  <a:srgbClr val="54DEEF"/>
                </a:solidFill>
                <a:latin typeface="DejaVu Sans"/>
                <a:ea typeface="DejaVu Sans"/>
                <a:cs typeface="DejaVu Sans"/>
              </a:defRPr>
            </a:lvl7pPr>
            <a:lvl8pPr algn="l">
              <a:defRPr sz="1575" b="1">
                <a:solidFill>
                  <a:srgbClr val="54DEEF"/>
                </a:solidFill>
                <a:latin typeface="DejaVu Sans"/>
                <a:ea typeface="DejaVu Sans"/>
                <a:cs typeface="DejaVu Sans"/>
              </a:defRPr>
            </a:lvl8pPr>
            <a:lvl9pPr algn="l">
              <a:defRPr sz="1575" b="1">
                <a:solidFill>
                  <a:srgbClr val="54DEEF"/>
                </a:solidFill>
                <a:latin typeface="DejaVu Sans"/>
                <a:ea typeface="DejaVu Sans"/>
                <a:cs typeface="DejaVu Sans"/>
              </a:defRPr>
            </a:lvl9pPr>
          </a:lstStyle>
          <a:p xmlns:a="http://schemas.openxmlformats.org/drawingml/2006/main">
            <a:pPr algn="l">
              <a:defRPr sz="1575" b="1">
                <a:solidFill>
                  <a:srgbClr val="54DEEF"/>
                </a:solidFill>
                <a:latin typeface="DejaVu Sans"/>
                <a:ea typeface="DejaVu Sans"/>
                <a:cs typeface="DejaVu Sans"/>
              </a:defRPr>
            </a:pPr>
            <a:r>
              <a:rPr sz="1575" b="1">
                <a:solidFill>
                  <a:srgbClr val="54DEEF"/>
                </a:solidFill>
                <a:latin typeface="DejaVu Sans"/>
                <a:ea typeface="DejaVu Sans"/>
                <a:cs typeface="DejaVu Sans"/>
              </a:rPr>
              <a:t>Tunneling Protokolle</a:t>
            </a:r>
          </a:p>
        </p:txBody>
      </p:sp>
      <p:sp>
        <p:nvSpPr>
          <p:cNvPr id="7" name="agenda-item">
            <a:extLst xmlns:a="http://schemas.openxmlformats.org/drawingml/2006/main">
              <a:ext uri="{FF2B5EF4-FFF2-40B4-BE49-F238E27FC236}">
                <a16:creationId xmlns:a16="http://schemas.microsoft.com/office/drawing/2014/main" id="{17073CAB-06A0-4104-902B-6349DDD462A0}"/>
              </a:ext>
            </a:extLst>
          </p:cNvPr>
          <p:cNvSpPr>
            <a:spLocks xmlns:a="http://schemas.openxmlformats.org/drawingml/2006/main" noGrp="1"/>
          </p:cNvSpPr>
          <p:nvPr/>
        </p:nvSpPr>
        <p:spPr>
          <a:xfrm xmlns:a="http://schemas.openxmlformats.org/drawingml/2006/main">
            <a:off x="400050" y="4524375"/>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IPSec</a:t>
            </a:r>
          </a:p>
        </p:txBody>
      </p:sp>
      <p:sp>
        <p:nvSpPr>
          <p:cNvPr id="8" name="agenda-item">
            <a:extLst xmlns:a="http://schemas.openxmlformats.org/drawingml/2006/main">
              <a:ext uri="{FF2B5EF4-FFF2-40B4-BE49-F238E27FC236}">
                <a16:creationId xmlns:a16="http://schemas.microsoft.com/office/drawing/2014/main" id="{11B1690D-8C6A-4D05-A1B9-E74DDB378675}"/>
              </a:ext>
            </a:extLst>
          </p:cNvPr>
          <p:cNvSpPr>
            <a:spLocks xmlns:a="http://schemas.openxmlformats.org/drawingml/2006/main" noGrp="1"/>
          </p:cNvSpPr>
          <p:nvPr/>
        </p:nvSpPr>
        <p:spPr>
          <a:xfrm xmlns:a="http://schemas.openxmlformats.org/drawingml/2006/main">
            <a:off x="400050" y="5191125"/>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VPN in Verbindung mit einer Firewall</a:t>
            </a:r>
          </a:p>
        </p:txBody>
      </p:sp>
      <p:sp>
        <p:nvSpPr>
          <p:cNvPr id="9" name="agenda-item">
            <a:extLst xmlns:a="http://schemas.openxmlformats.org/drawingml/2006/main">
              <a:ext uri="{FF2B5EF4-FFF2-40B4-BE49-F238E27FC236}">
                <a16:creationId xmlns:a16="http://schemas.microsoft.com/office/drawing/2014/main" id="{75A1A34B-931C-4311-AE3F-4C76789F3972}"/>
              </a:ext>
            </a:extLst>
          </p:cNvPr>
          <p:cNvSpPr>
            <a:spLocks xmlns:a="http://schemas.openxmlformats.org/drawingml/2006/main" noGrp="1"/>
          </p:cNvSpPr>
          <p:nvPr/>
        </p:nvSpPr>
        <p:spPr>
          <a:xfrm xmlns:a="http://schemas.openxmlformats.org/drawingml/2006/main">
            <a:off x="400050" y="6334125"/>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Fazit</a:t>
            </a:r>
          </a:p>
        </p:txBody>
      </p:sp>
      <p:sp>
        <p:nvSpPr>
          <p:cNvPr id="10" name="title">
            <a:extLst xmlns:a="http://schemas.openxmlformats.org/drawingml/2006/main">
              <a:ext uri="{FF2B5EF4-FFF2-40B4-BE49-F238E27FC236}">
                <a16:creationId xmlns:a16="http://schemas.microsoft.com/office/drawing/2014/main" id="{C18FEF9A-424F-4CA2-BB7C-DAF66654B78E}"/>
              </a:ext>
            </a:extLst>
          </p:cNvPr>
          <p:cNvSpPr>
            <a:spLocks xmlns:a="http://schemas.openxmlformats.org/drawingml/2006/main" noGrp="1"/>
          </p:cNvSpPr>
          <p:nvPr/>
        </p:nvSpPr>
        <p:spPr>
          <a:xfrm xmlns:a="http://schemas.openxmlformats.org/drawingml/2006/main">
            <a:off x="3619500" y="590550"/>
            <a:ext cx="1085850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525" b="1">
                <a:solidFill>
                  <a:srgbClr val="F1F7FC"/>
                </a:solidFill>
                <a:latin typeface="DejaVu Sans"/>
                <a:ea typeface="DejaVu Sans"/>
                <a:cs typeface="DejaVu Sans"/>
              </a:defRPr>
            </a:defPPr>
            <a:lvl1pPr algn="l">
              <a:defRPr sz="3525" b="1">
                <a:solidFill>
                  <a:srgbClr val="F1F7FC"/>
                </a:solidFill>
                <a:latin typeface="DejaVu Sans"/>
                <a:ea typeface="DejaVu Sans"/>
                <a:cs typeface="DejaVu Sans"/>
              </a:defRPr>
            </a:lvl1pPr>
            <a:lvl2pPr algn="l">
              <a:defRPr sz="3525" b="1">
                <a:solidFill>
                  <a:srgbClr val="F1F7FC"/>
                </a:solidFill>
                <a:latin typeface="DejaVu Sans"/>
                <a:ea typeface="DejaVu Sans"/>
                <a:cs typeface="DejaVu Sans"/>
              </a:defRPr>
            </a:lvl2pPr>
            <a:lvl3pPr algn="l">
              <a:defRPr sz="3525" b="1">
                <a:solidFill>
                  <a:srgbClr val="F1F7FC"/>
                </a:solidFill>
                <a:latin typeface="DejaVu Sans"/>
                <a:ea typeface="DejaVu Sans"/>
                <a:cs typeface="DejaVu Sans"/>
              </a:defRPr>
            </a:lvl3pPr>
            <a:lvl4pPr algn="l">
              <a:defRPr sz="3525" b="1">
                <a:solidFill>
                  <a:srgbClr val="F1F7FC"/>
                </a:solidFill>
                <a:latin typeface="DejaVu Sans"/>
                <a:ea typeface="DejaVu Sans"/>
                <a:cs typeface="DejaVu Sans"/>
              </a:defRPr>
            </a:lvl4pPr>
            <a:lvl5pPr algn="l">
              <a:defRPr sz="3525" b="1">
                <a:solidFill>
                  <a:srgbClr val="F1F7FC"/>
                </a:solidFill>
                <a:latin typeface="DejaVu Sans"/>
                <a:ea typeface="DejaVu Sans"/>
                <a:cs typeface="DejaVu Sans"/>
              </a:defRPr>
            </a:lvl5pPr>
            <a:lvl6pPr algn="l">
              <a:defRPr sz="3525" b="1">
                <a:solidFill>
                  <a:srgbClr val="F1F7FC"/>
                </a:solidFill>
                <a:latin typeface="DejaVu Sans"/>
                <a:ea typeface="DejaVu Sans"/>
                <a:cs typeface="DejaVu Sans"/>
              </a:defRPr>
            </a:lvl6pPr>
            <a:lvl7pPr algn="l">
              <a:defRPr sz="3525" b="1">
                <a:solidFill>
                  <a:srgbClr val="F1F7FC"/>
                </a:solidFill>
                <a:latin typeface="DejaVu Sans"/>
                <a:ea typeface="DejaVu Sans"/>
                <a:cs typeface="DejaVu Sans"/>
              </a:defRPr>
            </a:lvl7pPr>
            <a:lvl8pPr algn="l">
              <a:defRPr sz="3525" b="1">
                <a:solidFill>
                  <a:srgbClr val="F1F7FC"/>
                </a:solidFill>
                <a:latin typeface="DejaVu Sans"/>
                <a:ea typeface="DejaVu Sans"/>
                <a:cs typeface="DejaVu Sans"/>
              </a:defRPr>
            </a:lvl8pPr>
            <a:lvl9pPr algn="l">
              <a:defRPr sz="3525" b="1">
                <a:solidFill>
                  <a:srgbClr val="F1F7FC"/>
                </a:solidFill>
                <a:latin typeface="DejaVu Sans"/>
                <a:ea typeface="DejaVu Sans"/>
                <a:cs typeface="DejaVu Sans"/>
              </a:defRPr>
            </a:lvl9pPr>
          </a:lstStyle>
          <a:p xmlns:a="http://schemas.openxmlformats.org/drawingml/2006/main">
            <a:pPr algn="l">
              <a:defRPr sz="3525" b="1">
                <a:solidFill>
                  <a:srgbClr val="F1F7FC"/>
                </a:solidFill>
                <a:latin typeface="DejaVu Sans"/>
                <a:ea typeface="DejaVu Sans"/>
                <a:cs typeface="DejaVu Sans"/>
              </a:defRPr>
            </a:pPr>
            <a:r>
              <a:rPr sz="3525" b="1">
                <a:solidFill>
                  <a:srgbClr val="F1F7FC"/>
                </a:solidFill>
                <a:latin typeface="DejaVu Sans"/>
                <a:ea typeface="DejaVu Sans"/>
                <a:cs typeface="DejaVu Sans"/>
              </a:rPr>
              <a:t>Tunneling Protokolle</a:t>
            </a:r>
          </a:p>
        </p:txBody>
      </p:sp>
      <p:sp>
        <p:nvSpPr>
          <p:cNvPr id="11" name="page-number">
            <a:extLst xmlns:a="http://schemas.openxmlformats.org/drawingml/2006/main">
              <a:ext uri="{FF2B5EF4-FFF2-40B4-BE49-F238E27FC236}">
                <a16:creationId xmlns:a16="http://schemas.microsoft.com/office/drawing/2014/main" id="{154105BC-8B86-4BB5-8032-5D08959551DD}"/>
              </a:ext>
            </a:extLst>
          </p:cNvPr>
          <p:cNvSpPr>
            <a:spLocks xmlns:a="http://schemas.openxmlformats.org/drawingml/2006/main" noGrp="1"/>
          </p:cNvSpPr>
          <p:nvPr/>
        </p:nvSpPr>
        <p:spPr>
          <a:xfrm xmlns:a="http://schemas.openxmlformats.org/drawingml/2006/main">
            <a:off x="13477875" y="8020050"/>
            <a:ext cx="1285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AABFD1"/>
                </a:solidFill>
                <a:latin typeface="DejaVu Sans Mono"/>
                <a:ea typeface="DejaVu Sans Mono"/>
                <a:cs typeface="DejaVu Sans Mono"/>
              </a:defRPr>
            </a:defPPr>
            <a:lvl1pPr algn="r">
              <a:defRPr sz="1350" b="0">
                <a:solidFill>
                  <a:srgbClr val="AABFD1"/>
                </a:solidFill>
                <a:latin typeface="DejaVu Sans Mono"/>
                <a:ea typeface="DejaVu Sans Mono"/>
                <a:cs typeface="DejaVu Sans Mono"/>
              </a:defRPr>
            </a:lvl1pPr>
            <a:lvl2pPr algn="r">
              <a:defRPr sz="1350" b="0">
                <a:solidFill>
                  <a:srgbClr val="AABFD1"/>
                </a:solidFill>
                <a:latin typeface="DejaVu Sans Mono"/>
                <a:ea typeface="DejaVu Sans Mono"/>
                <a:cs typeface="DejaVu Sans Mono"/>
              </a:defRPr>
            </a:lvl2pPr>
            <a:lvl3pPr algn="r">
              <a:defRPr sz="1350" b="0">
                <a:solidFill>
                  <a:srgbClr val="AABFD1"/>
                </a:solidFill>
                <a:latin typeface="DejaVu Sans Mono"/>
                <a:ea typeface="DejaVu Sans Mono"/>
                <a:cs typeface="DejaVu Sans Mono"/>
              </a:defRPr>
            </a:lvl3pPr>
            <a:lvl4pPr algn="r">
              <a:defRPr sz="1350" b="0">
                <a:solidFill>
                  <a:srgbClr val="AABFD1"/>
                </a:solidFill>
                <a:latin typeface="DejaVu Sans Mono"/>
                <a:ea typeface="DejaVu Sans Mono"/>
                <a:cs typeface="DejaVu Sans Mono"/>
              </a:defRPr>
            </a:lvl4pPr>
            <a:lvl5pPr algn="r">
              <a:defRPr sz="1350" b="0">
                <a:solidFill>
                  <a:srgbClr val="AABFD1"/>
                </a:solidFill>
                <a:latin typeface="DejaVu Sans Mono"/>
                <a:ea typeface="DejaVu Sans Mono"/>
                <a:cs typeface="DejaVu Sans Mono"/>
              </a:defRPr>
            </a:lvl5pPr>
            <a:lvl6pPr algn="r">
              <a:defRPr sz="1350" b="0">
                <a:solidFill>
                  <a:srgbClr val="AABFD1"/>
                </a:solidFill>
                <a:latin typeface="DejaVu Sans Mono"/>
                <a:ea typeface="DejaVu Sans Mono"/>
                <a:cs typeface="DejaVu Sans Mono"/>
              </a:defRPr>
            </a:lvl6pPr>
            <a:lvl7pPr algn="r">
              <a:defRPr sz="1350" b="0">
                <a:solidFill>
                  <a:srgbClr val="AABFD1"/>
                </a:solidFill>
                <a:latin typeface="DejaVu Sans Mono"/>
                <a:ea typeface="DejaVu Sans Mono"/>
                <a:cs typeface="DejaVu Sans Mono"/>
              </a:defRPr>
            </a:lvl7pPr>
            <a:lvl8pPr algn="r">
              <a:defRPr sz="1350" b="0">
                <a:solidFill>
                  <a:srgbClr val="AABFD1"/>
                </a:solidFill>
                <a:latin typeface="DejaVu Sans Mono"/>
                <a:ea typeface="DejaVu Sans Mono"/>
                <a:cs typeface="DejaVu Sans Mono"/>
              </a:defRPr>
            </a:lvl8pPr>
            <a:lvl9pPr algn="r">
              <a:defRPr sz="1350" b="0">
                <a:solidFill>
                  <a:srgbClr val="AABFD1"/>
                </a:solidFill>
                <a:latin typeface="DejaVu Sans Mono"/>
                <a:ea typeface="DejaVu Sans Mono"/>
                <a:cs typeface="DejaVu Sans Mono"/>
              </a:defRPr>
            </a:lvl9pPr>
          </a:lstStyle>
          <a:p xmlns:a="http://schemas.openxmlformats.org/drawingml/2006/main">
            <a:pPr algn="r">
              <a:defRPr sz="1350" b="0">
                <a:solidFill>
                  <a:srgbClr val="AABFD1"/>
                </a:solidFill>
                <a:latin typeface="DejaVu Sans Mono"/>
                <a:ea typeface="DejaVu Sans Mono"/>
                <a:cs typeface="DejaVu Sans Mono"/>
              </a:defRPr>
            </a:pPr>
            <a:r>
              <a:rPr sz="1350" b="0">
                <a:solidFill>
                  <a:srgbClr val="AABFD1"/>
                </a:solidFill>
                <a:latin typeface="DejaVu Sans Mono"/>
                <a:ea typeface="DejaVu Sans Mono"/>
                <a:cs typeface="DejaVu Sans Mono"/>
              </a:rPr>
              <a:t>20 / 33</a:t>
            </a:r>
          </a:p>
        </p:txBody>
      </p:sp>
      <p:sp>
        <p:nvSpPr>
          <p:cNvPr id="12" name="subheading">
            <a:extLst xmlns:a="http://schemas.openxmlformats.org/drawingml/2006/main">
              <a:ext uri="{FF2B5EF4-FFF2-40B4-BE49-F238E27FC236}">
                <a16:creationId xmlns:a16="http://schemas.microsoft.com/office/drawing/2014/main" id="{804D83CC-8871-4F40-ABF2-4C1608CD27A8}"/>
              </a:ext>
            </a:extLst>
          </p:cNvPr>
          <p:cNvSpPr>
            <a:spLocks xmlns:a="http://schemas.openxmlformats.org/drawingml/2006/main" noGrp="1"/>
          </p:cNvSpPr>
          <p:nvPr/>
        </p:nvSpPr>
        <p:spPr>
          <a:xfrm xmlns:a="http://schemas.openxmlformats.org/drawingml/2006/main">
            <a:off x="3619500" y="2047875"/>
            <a:ext cx="10858500" cy="5227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54DEEF"/>
                </a:solidFill>
                <a:latin typeface="DejaVu Sans"/>
                <a:ea typeface="DejaVu Sans"/>
                <a:cs typeface="DejaVu Sans"/>
              </a:defRPr>
            </a:defPPr>
            <a:lvl1pPr algn="l">
              <a:defRPr sz="2550" b="1">
                <a:solidFill>
                  <a:srgbClr val="54DEEF"/>
                </a:solidFill>
                <a:latin typeface="DejaVu Sans"/>
                <a:ea typeface="DejaVu Sans"/>
                <a:cs typeface="DejaVu Sans"/>
              </a:defRPr>
            </a:lvl1pPr>
            <a:lvl2pPr algn="l">
              <a:defRPr sz="2550" b="1">
                <a:solidFill>
                  <a:srgbClr val="54DEEF"/>
                </a:solidFill>
                <a:latin typeface="DejaVu Sans"/>
                <a:ea typeface="DejaVu Sans"/>
                <a:cs typeface="DejaVu Sans"/>
              </a:defRPr>
            </a:lvl2pPr>
            <a:lvl3pPr algn="l">
              <a:defRPr sz="2550" b="1">
                <a:solidFill>
                  <a:srgbClr val="54DEEF"/>
                </a:solidFill>
                <a:latin typeface="DejaVu Sans"/>
                <a:ea typeface="DejaVu Sans"/>
                <a:cs typeface="DejaVu Sans"/>
              </a:defRPr>
            </a:lvl3pPr>
            <a:lvl4pPr algn="l">
              <a:defRPr sz="2550" b="1">
                <a:solidFill>
                  <a:srgbClr val="54DEEF"/>
                </a:solidFill>
                <a:latin typeface="DejaVu Sans"/>
                <a:ea typeface="DejaVu Sans"/>
                <a:cs typeface="DejaVu Sans"/>
              </a:defRPr>
            </a:lvl4pPr>
            <a:lvl5pPr algn="l">
              <a:defRPr sz="2550" b="1">
                <a:solidFill>
                  <a:srgbClr val="54DEEF"/>
                </a:solidFill>
                <a:latin typeface="DejaVu Sans"/>
                <a:ea typeface="DejaVu Sans"/>
                <a:cs typeface="DejaVu Sans"/>
              </a:defRPr>
            </a:lvl5pPr>
            <a:lvl6pPr algn="l">
              <a:defRPr sz="2550" b="1">
                <a:solidFill>
                  <a:srgbClr val="54DEEF"/>
                </a:solidFill>
                <a:latin typeface="DejaVu Sans"/>
                <a:ea typeface="DejaVu Sans"/>
                <a:cs typeface="DejaVu Sans"/>
              </a:defRPr>
            </a:lvl6pPr>
            <a:lvl7pPr algn="l">
              <a:defRPr sz="2550" b="1">
                <a:solidFill>
                  <a:srgbClr val="54DEEF"/>
                </a:solidFill>
                <a:latin typeface="DejaVu Sans"/>
                <a:ea typeface="DejaVu Sans"/>
                <a:cs typeface="DejaVu Sans"/>
              </a:defRPr>
            </a:lvl7pPr>
            <a:lvl8pPr algn="l">
              <a:defRPr sz="2550" b="1">
                <a:solidFill>
                  <a:srgbClr val="54DEEF"/>
                </a:solidFill>
                <a:latin typeface="DejaVu Sans"/>
                <a:ea typeface="DejaVu Sans"/>
                <a:cs typeface="DejaVu Sans"/>
              </a:defRPr>
            </a:lvl8pPr>
            <a:lvl9pPr algn="l">
              <a:defRPr sz="2550" b="1">
                <a:solidFill>
                  <a:srgbClr val="54DEEF"/>
                </a:solidFill>
                <a:latin typeface="DejaVu Sans"/>
                <a:ea typeface="DejaVu Sans"/>
                <a:cs typeface="DejaVu Sans"/>
              </a:defRPr>
            </a:lvl9pPr>
          </a:lstStyle>
          <a:p xmlns:a="http://schemas.openxmlformats.org/drawingml/2006/main">
            <a:pPr algn="l">
              <a:defRPr sz="2550" b="1">
                <a:solidFill>
                  <a:srgbClr val="54DEEF"/>
                </a:solidFill>
                <a:latin typeface="DejaVu Sans"/>
                <a:ea typeface="DejaVu Sans"/>
                <a:cs typeface="DejaVu Sans"/>
              </a:defRPr>
            </a:pPr>
            <a:r>
              <a:rPr sz="2550" b="1">
                <a:solidFill>
                  <a:srgbClr val="54DEEF"/>
                </a:solidFill>
                <a:latin typeface="DejaVu Sans"/>
                <a:ea typeface="DejaVu Sans"/>
                <a:cs typeface="DejaVu Sans"/>
              </a:rPr>
              <a:t>L2F:</a:t>
            </a:r>
          </a:p>
        </p:txBody>
      </p:sp>
      <p:sp>
        <p:nvSpPr>
          <p:cNvPr id="13" name="content">
            <a:extLst xmlns:a="http://schemas.openxmlformats.org/drawingml/2006/main">
              <a:ext uri="{FF2B5EF4-FFF2-40B4-BE49-F238E27FC236}">
                <a16:creationId xmlns:a16="http://schemas.microsoft.com/office/drawing/2014/main" id="{B8CC923E-36C1-4DF6-8385-9C74752164D7}"/>
              </a:ext>
            </a:extLst>
          </p:cNvPr>
          <p:cNvSpPr>
            <a:spLocks xmlns:a="http://schemas.openxmlformats.org/drawingml/2006/main" noGrp="1"/>
          </p:cNvSpPr>
          <p:nvPr/>
        </p:nvSpPr>
        <p:spPr>
          <a:xfrm xmlns:a="http://schemas.openxmlformats.org/drawingml/2006/main">
            <a:off x="3619500" y="2780157"/>
            <a:ext cx="10858500" cy="4850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0">
                <a:solidFill>
                  <a:srgbClr val="E0EAF4"/>
                </a:solidFill>
                <a:latin typeface="DejaVu Sans"/>
                <a:ea typeface="DejaVu Sans"/>
                <a:cs typeface="DejaVu Sans"/>
              </a:defRPr>
            </a:defPPr>
            <a:lvl1pPr algn="l">
              <a:defRPr sz="2325" b="0">
                <a:solidFill>
                  <a:srgbClr val="E0EAF4"/>
                </a:solidFill>
                <a:latin typeface="DejaVu Sans"/>
                <a:ea typeface="DejaVu Sans"/>
                <a:cs typeface="DejaVu Sans"/>
              </a:defRPr>
            </a:lvl1pPr>
            <a:lvl2pPr algn="l">
              <a:defRPr sz="2325" b="0">
                <a:solidFill>
                  <a:srgbClr val="E0EAF4"/>
                </a:solidFill>
                <a:latin typeface="DejaVu Sans"/>
                <a:ea typeface="DejaVu Sans"/>
                <a:cs typeface="DejaVu Sans"/>
              </a:defRPr>
            </a:lvl2pPr>
            <a:lvl3pPr algn="l">
              <a:defRPr sz="2325" b="0">
                <a:solidFill>
                  <a:srgbClr val="E0EAF4"/>
                </a:solidFill>
                <a:latin typeface="DejaVu Sans"/>
                <a:ea typeface="DejaVu Sans"/>
                <a:cs typeface="DejaVu Sans"/>
              </a:defRPr>
            </a:lvl3pPr>
            <a:lvl4pPr algn="l">
              <a:defRPr sz="2325" b="0">
                <a:solidFill>
                  <a:srgbClr val="E0EAF4"/>
                </a:solidFill>
                <a:latin typeface="DejaVu Sans"/>
                <a:ea typeface="DejaVu Sans"/>
                <a:cs typeface="DejaVu Sans"/>
              </a:defRPr>
            </a:lvl4pPr>
            <a:lvl5pPr algn="l">
              <a:defRPr sz="2325" b="0">
                <a:solidFill>
                  <a:srgbClr val="E0EAF4"/>
                </a:solidFill>
                <a:latin typeface="DejaVu Sans"/>
                <a:ea typeface="DejaVu Sans"/>
                <a:cs typeface="DejaVu Sans"/>
              </a:defRPr>
            </a:lvl5pPr>
            <a:lvl6pPr algn="l">
              <a:defRPr sz="2325" b="0">
                <a:solidFill>
                  <a:srgbClr val="E0EAF4"/>
                </a:solidFill>
                <a:latin typeface="DejaVu Sans"/>
                <a:ea typeface="DejaVu Sans"/>
                <a:cs typeface="DejaVu Sans"/>
              </a:defRPr>
            </a:lvl6pPr>
            <a:lvl7pPr algn="l">
              <a:defRPr sz="2325" b="0">
                <a:solidFill>
                  <a:srgbClr val="E0EAF4"/>
                </a:solidFill>
                <a:latin typeface="DejaVu Sans"/>
                <a:ea typeface="DejaVu Sans"/>
                <a:cs typeface="DejaVu Sans"/>
              </a:defRPr>
            </a:lvl7pPr>
            <a:lvl8pPr algn="l">
              <a:defRPr sz="2325" b="0">
                <a:solidFill>
                  <a:srgbClr val="E0EAF4"/>
                </a:solidFill>
                <a:latin typeface="DejaVu Sans"/>
                <a:ea typeface="DejaVu Sans"/>
                <a:cs typeface="DejaVu Sans"/>
              </a:defRPr>
            </a:lvl8pPr>
            <a:lvl9pPr algn="l">
              <a:defRPr sz="2325" b="0">
                <a:solidFill>
                  <a:srgbClr val="E0EAF4"/>
                </a:solidFill>
                <a:latin typeface="DejaVu Sans"/>
                <a:ea typeface="DejaVu Sans"/>
                <a:cs typeface="DejaVu Sans"/>
              </a:defRPr>
            </a:lvl9pPr>
          </a:lstStyle>
          <a:p xmlns:a="http://schemas.openxmlformats.org/drawingml/2006/main">
            <a:pPr marL="355600" indent="-292100" algn="l">
              <a:spcAft>
                <a:spcPts val="0"/>
              </a:spcAft>
              <a:buChar char="•"/>
              <a:defRPr sz="2325" b="0">
                <a:solidFill>
                  <a:srgbClr val="E0EAF4"/>
                </a:solidFill>
                <a:latin typeface="DejaVu Sans"/>
                <a:ea typeface="DejaVu Sans"/>
                <a:cs typeface="DejaVu Sans"/>
              </a:defRPr>
            </a:pPr>
            <a:r>
              <a:rPr b="0">
                <a:latin typeface="DejaVu Sans"/>
                <a:ea typeface="DejaVu Sans"/>
                <a:cs typeface="DejaVu Sans"/>
              </a:rPr>
              <a:t>Einwahl bei einem ISP notwendig</a:t>
            </a:r>
          </a:p>
        </p:txBody>
      </p:sp>
      <p:sp>
        <p:nvSpPr>
          <p:cNvPr id="14" name="content">
            <a:extLst xmlns:a="http://schemas.openxmlformats.org/drawingml/2006/main">
              <a:ext uri="{FF2B5EF4-FFF2-40B4-BE49-F238E27FC236}">
                <a16:creationId xmlns:a16="http://schemas.microsoft.com/office/drawing/2014/main" id="{7DE57618-3C23-4891-B599-682CE2A2EFFE}"/>
              </a:ext>
            </a:extLst>
          </p:cNvPr>
          <p:cNvSpPr>
            <a:spLocks xmlns:a="http://schemas.openxmlformats.org/drawingml/2006/main" noGrp="1"/>
          </p:cNvSpPr>
          <p:nvPr/>
        </p:nvSpPr>
        <p:spPr>
          <a:xfrm xmlns:a="http://schemas.openxmlformats.org/drawingml/2006/main">
            <a:off x="3619500" y="3474720"/>
            <a:ext cx="10858500" cy="4850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0">
                <a:solidFill>
                  <a:srgbClr val="E0EAF4"/>
                </a:solidFill>
                <a:latin typeface="DejaVu Sans"/>
                <a:ea typeface="DejaVu Sans"/>
                <a:cs typeface="DejaVu Sans"/>
              </a:defRPr>
            </a:defPPr>
            <a:lvl1pPr algn="l">
              <a:defRPr sz="2325" b="0">
                <a:solidFill>
                  <a:srgbClr val="E0EAF4"/>
                </a:solidFill>
                <a:latin typeface="DejaVu Sans"/>
                <a:ea typeface="DejaVu Sans"/>
                <a:cs typeface="DejaVu Sans"/>
              </a:defRPr>
            </a:lvl1pPr>
            <a:lvl2pPr algn="l">
              <a:defRPr sz="2325" b="0">
                <a:solidFill>
                  <a:srgbClr val="E0EAF4"/>
                </a:solidFill>
                <a:latin typeface="DejaVu Sans"/>
                <a:ea typeface="DejaVu Sans"/>
                <a:cs typeface="DejaVu Sans"/>
              </a:defRPr>
            </a:lvl2pPr>
            <a:lvl3pPr algn="l">
              <a:defRPr sz="2325" b="0">
                <a:solidFill>
                  <a:srgbClr val="E0EAF4"/>
                </a:solidFill>
                <a:latin typeface="DejaVu Sans"/>
                <a:ea typeface="DejaVu Sans"/>
                <a:cs typeface="DejaVu Sans"/>
              </a:defRPr>
            </a:lvl3pPr>
            <a:lvl4pPr algn="l">
              <a:defRPr sz="2325" b="0">
                <a:solidFill>
                  <a:srgbClr val="E0EAF4"/>
                </a:solidFill>
                <a:latin typeface="DejaVu Sans"/>
                <a:ea typeface="DejaVu Sans"/>
                <a:cs typeface="DejaVu Sans"/>
              </a:defRPr>
            </a:lvl4pPr>
            <a:lvl5pPr algn="l">
              <a:defRPr sz="2325" b="0">
                <a:solidFill>
                  <a:srgbClr val="E0EAF4"/>
                </a:solidFill>
                <a:latin typeface="DejaVu Sans"/>
                <a:ea typeface="DejaVu Sans"/>
                <a:cs typeface="DejaVu Sans"/>
              </a:defRPr>
            </a:lvl5pPr>
            <a:lvl6pPr algn="l">
              <a:defRPr sz="2325" b="0">
                <a:solidFill>
                  <a:srgbClr val="E0EAF4"/>
                </a:solidFill>
                <a:latin typeface="DejaVu Sans"/>
                <a:ea typeface="DejaVu Sans"/>
                <a:cs typeface="DejaVu Sans"/>
              </a:defRPr>
            </a:lvl6pPr>
            <a:lvl7pPr algn="l">
              <a:defRPr sz="2325" b="0">
                <a:solidFill>
                  <a:srgbClr val="E0EAF4"/>
                </a:solidFill>
                <a:latin typeface="DejaVu Sans"/>
                <a:ea typeface="DejaVu Sans"/>
                <a:cs typeface="DejaVu Sans"/>
              </a:defRPr>
            </a:lvl7pPr>
            <a:lvl8pPr algn="l">
              <a:defRPr sz="2325" b="0">
                <a:solidFill>
                  <a:srgbClr val="E0EAF4"/>
                </a:solidFill>
                <a:latin typeface="DejaVu Sans"/>
                <a:ea typeface="DejaVu Sans"/>
                <a:cs typeface="DejaVu Sans"/>
              </a:defRPr>
            </a:lvl8pPr>
            <a:lvl9pPr algn="l">
              <a:defRPr sz="2325" b="0">
                <a:solidFill>
                  <a:srgbClr val="E0EAF4"/>
                </a:solidFill>
                <a:latin typeface="DejaVu Sans"/>
                <a:ea typeface="DejaVu Sans"/>
                <a:cs typeface="DejaVu Sans"/>
              </a:defRPr>
            </a:lvl9pPr>
          </a:lstStyle>
          <a:p xmlns:a="http://schemas.openxmlformats.org/drawingml/2006/main">
            <a:pPr marL="355600" indent="-292100" algn="l">
              <a:spcAft>
                <a:spcPts val="0"/>
              </a:spcAft>
              <a:buChar char="•"/>
              <a:defRPr sz="2325" b="0">
                <a:solidFill>
                  <a:srgbClr val="E0EAF4"/>
                </a:solidFill>
                <a:latin typeface="DejaVu Sans"/>
                <a:ea typeface="DejaVu Sans"/>
                <a:cs typeface="DejaVu Sans"/>
              </a:defRPr>
            </a:pPr>
            <a:r>
              <a:rPr b="0">
                <a:latin typeface="DejaVu Sans"/>
                <a:ea typeface="DejaVu Sans"/>
                <a:cs typeface="DejaVu Sans"/>
              </a:rPr>
              <a:t>Tunnel existiert nur zwischen ISP und dem Firmengateway</a:t>
            </a:r>
          </a:p>
        </p:txBody>
      </p:sp>
      <p:pic>
        <p:nvPicPr>
          <p:cNvPr id="15" name="">
            <a:extLst xmlns:a="http://schemas.openxmlformats.org/drawingml/2006/main">
              <a:ext uri="{FF2B5EF4-FFF2-40B4-BE49-F238E27FC236}">
                <a16:creationId xmlns:a16="http://schemas.microsoft.com/office/drawing/2014/main" id="{2AD161A3-7AFC-4A68-9264-537BE4700DE8}"/>
              </a:ext>
            </a:extLst>
          </p:cNvPr>
          <p:cNvPicPr>
            <a:picLocks xmlns:a="http://schemas.openxmlformats.org/drawingml/2006/main" noChangeAspect="1"/>
          </p:cNvPicPr>
          <p:nvPr/>
        </p:nvPicPr>
        <p:blipFill>
          <a:blip xmlns:r="http://schemas.openxmlformats.org/officeDocument/2006/relationships" xmlns:a="http://schemas.openxmlformats.org/drawingml/2006/main" r:embed="R2dc1c13b77d145da"/>
          <a:stretch xmlns:a="http://schemas.openxmlformats.org/drawingml/2006/main"/>
        </p:blipFill>
        <p:spPr>
          <a:xfrm xmlns:a="http://schemas.openxmlformats.org/drawingml/2006/main">
            <a:off x="5592536" y="4714875"/>
            <a:ext cx="7102929" cy="2762250"/>
          </a:xfrm>
          <a:prstGeom xmlns:a="http://schemas.openxmlformats.org/drawingml/2006/main" prst="rect">
            <a:avLst/>
          </a:prstGeom>
        </p:spPr>
      </p:pic>
    </p:spTree>
    <p:extLst>
      <p:ext uri="{BB962C8B-B14F-4D97-AF65-F5344CB8AC3E}">
        <p14:creationId xmlns:p14="http://schemas.microsoft.com/office/powerpoint/2010/main" val="990688313"/>
      </p:ext>
    </p:extLst>
  </p:cSld>
</p:sld>
</file>

<file path=ppt/slides/slide21.xml><?xml version="1.0" encoding="utf-8"?>
<p:sld xmlns:p="http://schemas.openxmlformats.org/presentationml/2006/main">
  <p:cSld>
    <p:bg>
      <p:bgPr>
        <a:solidFill xmlns:a="http://schemas.openxmlformats.org/drawingml/2006/main">
          <a:srgbClr val="081522"/>
        </a:solidFill>
      </p:bgPr>
    </p:bg>
    <p:spTree>
      <p:nvGrpSpPr>
        <p:cNvPr id="1" name=""/>
        <p:cNvGrpSpPr/>
        <p:nvPr/>
      </p:nvGrpSpPr>
      <p:grpSpPr>
        <a:xfrm xmlns:a="http://schemas.openxmlformats.org/drawingml/2006/main"/>
      </p:grpSpPr>
      <p:pic>
        <p:nvPicPr>
          <p:cNvPr id="22" name="">
            <a:extLst xmlns:a="http://schemas.openxmlformats.org/drawingml/2006/main">
              <a:ext uri="{FF2B5EF4-FFF2-40B4-BE49-F238E27FC236}">
                <a16:creationId xmlns:a16="http://schemas.microsoft.com/office/drawing/2014/main" id="{2D7699EB-E4A1-40B9-9BAE-14536677761B}"/>
              </a:ext>
            </a:extLst>
          </p:cNvPr>
          <p:cNvPicPr>
            <a:picLocks xmlns:a="http://schemas.openxmlformats.org/drawingml/2006/main" noChangeAspect="1"/>
          </p:cNvPicPr>
          <p:nvPr/>
        </p:nvPicPr>
        <p:blipFill>
          <a:blip xmlns:r="http://schemas.openxmlformats.org/officeDocument/2006/relationships" xmlns:a="http://schemas.openxmlformats.org/drawingml/2006/main" r:embed="R395093ee86424a5c"/>
          <a:srcRect xmlns:a="http://schemas.openxmlformats.org/drawingml/2006/main" l="0" t="27" r="0" b="27"/>
          <a:stretch xmlns:a="http://schemas.openxmlformats.org/drawingml/2006/main">
            <a:fillRect l="0" t="0" r="0" b="0"/>
          </a:stretch>
        </p:blipFill>
        <p:spPr>
          <a:xfrm xmlns:a="http://schemas.openxmlformats.org/drawingml/2006/main">
            <a:off x="0" y="0"/>
            <a:ext cx="15240000" cy="8572500"/>
          </a:xfrm>
          <a:prstGeom xmlns:a="http://schemas.openxmlformats.org/drawingml/2006/main" prst="rect">
            <a:avLst/>
          </a:prstGeom>
        </p:spPr>
      </p:pic>
      <p:sp>
        <p:nvSpPr>
          <p:cNvPr id="2" name="agenda-heading">
            <a:extLst xmlns:a="http://schemas.openxmlformats.org/drawingml/2006/main">
              <a:ext uri="{FF2B5EF4-FFF2-40B4-BE49-F238E27FC236}">
                <a16:creationId xmlns:a16="http://schemas.microsoft.com/office/drawing/2014/main" id="{FDC9C9BD-3217-46C0-942C-D39C121333EB}"/>
              </a:ext>
            </a:extLst>
          </p:cNvPr>
          <p:cNvSpPr>
            <a:spLocks xmlns:a="http://schemas.openxmlformats.org/drawingml/2006/main" noGrp="1"/>
          </p:cNvSpPr>
          <p:nvPr/>
        </p:nvSpPr>
        <p:spPr>
          <a:xfrm xmlns:a="http://schemas.openxmlformats.org/drawingml/2006/main">
            <a:off x="400050" y="638175"/>
            <a:ext cx="2333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54DEEF"/>
                </a:solidFill>
                <a:latin typeface="DejaVu Sans Mono"/>
                <a:ea typeface="DejaVu Sans Mono"/>
                <a:cs typeface="DejaVu Sans Mono"/>
              </a:defRPr>
            </a:defPPr>
            <a:lvl1pPr algn="l">
              <a:defRPr sz="1875" b="1">
                <a:solidFill>
                  <a:srgbClr val="54DEEF"/>
                </a:solidFill>
                <a:latin typeface="DejaVu Sans Mono"/>
                <a:ea typeface="DejaVu Sans Mono"/>
                <a:cs typeface="DejaVu Sans Mono"/>
              </a:defRPr>
            </a:lvl1pPr>
            <a:lvl2pPr algn="l">
              <a:defRPr sz="1875" b="1">
                <a:solidFill>
                  <a:srgbClr val="54DEEF"/>
                </a:solidFill>
                <a:latin typeface="DejaVu Sans Mono"/>
                <a:ea typeface="DejaVu Sans Mono"/>
                <a:cs typeface="DejaVu Sans Mono"/>
              </a:defRPr>
            </a:lvl2pPr>
            <a:lvl3pPr algn="l">
              <a:defRPr sz="1875" b="1">
                <a:solidFill>
                  <a:srgbClr val="54DEEF"/>
                </a:solidFill>
                <a:latin typeface="DejaVu Sans Mono"/>
                <a:ea typeface="DejaVu Sans Mono"/>
                <a:cs typeface="DejaVu Sans Mono"/>
              </a:defRPr>
            </a:lvl3pPr>
            <a:lvl4pPr algn="l">
              <a:defRPr sz="1875" b="1">
                <a:solidFill>
                  <a:srgbClr val="54DEEF"/>
                </a:solidFill>
                <a:latin typeface="DejaVu Sans Mono"/>
                <a:ea typeface="DejaVu Sans Mono"/>
                <a:cs typeface="DejaVu Sans Mono"/>
              </a:defRPr>
            </a:lvl4pPr>
            <a:lvl5pPr algn="l">
              <a:defRPr sz="1875" b="1">
                <a:solidFill>
                  <a:srgbClr val="54DEEF"/>
                </a:solidFill>
                <a:latin typeface="DejaVu Sans Mono"/>
                <a:ea typeface="DejaVu Sans Mono"/>
                <a:cs typeface="DejaVu Sans Mono"/>
              </a:defRPr>
            </a:lvl5pPr>
            <a:lvl6pPr algn="l">
              <a:defRPr sz="1875" b="1">
                <a:solidFill>
                  <a:srgbClr val="54DEEF"/>
                </a:solidFill>
                <a:latin typeface="DejaVu Sans Mono"/>
                <a:ea typeface="DejaVu Sans Mono"/>
                <a:cs typeface="DejaVu Sans Mono"/>
              </a:defRPr>
            </a:lvl6pPr>
            <a:lvl7pPr algn="l">
              <a:defRPr sz="1875" b="1">
                <a:solidFill>
                  <a:srgbClr val="54DEEF"/>
                </a:solidFill>
                <a:latin typeface="DejaVu Sans Mono"/>
                <a:ea typeface="DejaVu Sans Mono"/>
                <a:cs typeface="DejaVu Sans Mono"/>
              </a:defRPr>
            </a:lvl7pPr>
            <a:lvl8pPr algn="l">
              <a:defRPr sz="1875" b="1">
                <a:solidFill>
                  <a:srgbClr val="54DEEF"/>
                </a:solidFill>
                <a:latin typeface="DejaVu Sans Mono"/>
                <a:ea typeface="DejaVu Sans Mono"/>
                <a:cs typeface="DejaVu Sans Mono"/>
              </a:defRPr>
            </a:lvl8pPr>
            <a:lvl9pPr algn="l">
              <a:defRPr sz="1875" b="1">
                <a:solidFill>
                  <a:srgbClr val="54DEEF"/>
                </a:solidFill>
                <a:latin typeface="DejaVu Sans Mono"/>
                <a:ea typeface="DejaVu Sans Mono"/>
                <a:cs typeface="DejaVu Sans Mono"/>
              </a:defRPr>
            </a:lvl9pPr>
          </a:lstStyle>
          <a:p xmlns:a="http://schemas.openxmlformats.org/drawingml/2006/main">
            <a:pPr algn="l">
              <a:defRPr sz="1875" b="1">
                <a:solidFill>
                  <a:srgbClr val="54DEEF"/>
                </a:solidFill>
                <a:latin typeface="DejaVu Sans Mono"/>
                <a:ea typeface="DejaVu Sans Mono"/>
                <a:cs typeface="DejaVu Sans Mono"/>
              </a:defRPr>
            </a:pPr>
            <a:r>
              <a:rPr sz="1875" b="1">
                <a:solidFill>
                  <a:srgbClr val="54DEEF"/>
                </a:solidFill>
                <a:latin typeface="DejaVu Sans Mono"/>
                <a:ea typeface="DejaVu Sans Mono"/>
                <a:cs typeface="DejaVu Sans Mono"/>
              </a:rPr>
              <a:t>Agenda:</a:t>
            </a:r>
          </a:p>
        </p:txBody>
      </p:sp>
      <p:sp>
        <p:nvSpPr>
          <p:cNvPr id="3" name="agenda-item">
            <a:extLst xmlns:a="http://schemas.openxmlformats.org/drawingml/2006/main">
              <a:ext uri="{FF2B5EF4-FFF2-40B4-BE49-F238E27FC236}">
                <a16:creationId xmlns:a16="http://schemas.microsoft.com/office/drawing/2014/main" id="{B7B80421-6F36-4AB4-B8B8-29A2417805F2}"/>
              </a:ext>
            </a:extLst>
          </p:cNvPr>
          <p:cNvSpPr>
            <a:spLocks xmlns:a="http://schemas.openxmlformats.org/drawingml/2006/main" noGrp="1"/>
          </p:cNvSpPr>
          <p:nvPr/>
        </p:nvSpPr>
        <p:spPr>
          <a:xfrm xmlns:a="http://schemas.openxmlformats.org/drawingml/2006/main">
            <a:off x="400050" y="142875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Was ist ein VPN?</a:t>
            </a:r>
          </a:p>
        </p:txBody>
      </p:sp>
      <p:sp>
        <p:nvSpPr>
          <p:cNvPr id="4" name="agenda-item">
            <a:extLst xmlns:a="http://schemas.openxmlformats.org/drawingml/2006/main">
              <a:ext uri="{FF2B5EF4-FFF2-40B4-BE49-F238E27FC236}">
                <a16:creationId xmlns:a16="http://schemas.microsoft.com/office/drawing/2014/main" id="{9E185EC9-C3A2-44AB-A122-DE4A814D3CAD}"/>
              </a:ext>
            </a:extLst>
          </p:cNvPr>
          <p:cNvSpPr>
            <a:spLocks xmlns:a="http://schemas.openxmlformats.org/drawingml/2006/main" noGrp="1"/>
          </p:cNvSpPr>
          <p:nvPr/>
        </p:nvSpPr>
        <p:spPr>
          <a:xfrm xmlns:a="http://schemas.openxmlformats.org/drawingml/2006/main">
            <a:off x="400050" y="209550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Aufbau eines VPN</a:t>
            </a:r>
          </a:p>
        </p:txBody>
      </p:sp>
      <p:sp>
        <p:nvSpPr>
          <p:cNvPr id="5" name="agenda-item">
            <a:extLst xmlns:a="http://schemas.openxmlformats.org/drawingml/2006/main">
              <a:ext uri="{FF2B5EF4-FFF2-40B4-BE49-F238E27FC236}">
                <a16:creationId xmlns:a16="http://schemas.microsoft.com/office/drawing/2014/main" id="{ED16D406-8A4C-4D99-9E6F-542274D3BF05}"/>
              </a:ext>
            </a:extLst>
          </p:cNvPr>
          <p:cNvSpPr>
            <a:spLocks xmlns:a="http://schemas.openxmlformats.org/drawingml/2006/main" noGrp="1"/>
          </p:cNvSpPr>
          <p:nvPr/>
        </p:nvSpPr>
        <p:spPr>
          <a:xfrm xmlns:a="http://schemas.openxmlformats.org/drawingml/2006/main">
            <a:off x="400050" y="276225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Ausprägungen eines VPN Netzes</a:t>
            </a:r>
          </a:p>
        </p:txBody>
      </p:sp>
      <p:sp>
        <p:nvSpPr>
          <p:cNvPr id="6" name="agenda-item">
            <a:extLst xmlns:a="http://schemas.openxmlformats.org/drawingml/2006/main">
              <a:ext uri="{FF2B5EF4-FFF2-40B4-BE49-F238E27FC236}">
                <a16:creationId xmlns:a16="http://schemas.microsoft.com/office/drawing/2014/main" id="{2046DC3A-4384-4A4B-A252-52D41584E57D}"/>
              </a:ext>
            </a:extLst>
          </p:cNvPr>
          <p:cNvSpPr>
            <a:spLocks xmlns:a="http://schemas.openxmlformats.org/drawingml/2006/main" noGrp="1"/>
          </p:cNvSpPr>
          <p:nvPr/>
        </p:nvSpPr>
        <p:spPr>
          <a:xfrm xmlns:a="http://schemas.openxmlformats.org/drawingml/2006/main">
            <a:off x="400050" y="371475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54DEEF"/>
                </a:solidFill>
                <a:latin typeface="DejaVu Sans"/>
                <a:ea typeface="DejaVu Sans"/>
                <a:cs typeface="DejaVu Sans"/>
              </a:defRPr>
            </a:defPPr>
            <a:lvl1pPr algn="l">
              <a:defRPr sz="1575" b="1">
                <a:solidFill>
                  <a:srgbClr val="54DEEF"/>
                </a:solidFill>
                <a:latin typeface="DejaVu Sans"/>
                <a:ea typeface="DejaVu Sans"/>
                <a:cs typeface="DejaVu Sans"/>
              </a:defRPr>
            </a:lvl1pPr>
            <a:lvl2pPr algn="l">
              <a:defRPr sz="1575" b="1">
                <a:solidFill>
                  <a:srgbClr val="54DEEF"/>
                </a:solidFill>
                <a:latin typeface="DejaVu Sans"/>
                <a:ea typeface="DejaVu Sans"/>
                <a:cs typeface="DejaVu Sans"/>
              </a:defRPr>
            </a:lvl2pPr>
            <a:lvl3pPr algn="l">
              <a:defRPr sz="1575" b="1">
                <a:solidFill>
                  <a:srgbClr val="54DEEF"/>
                </a:solidFill>
                <a:latin typeface="DejaVu Sans"/>
                <a:ea typeface="DejaVu Sans"/>
                <a:cs typeface="DejaVu Sans"/>
              </a:defRPr>
            </a:lvl3pPr>
            <a:lvl4pPr algn="l">
              <a:defRPr sz="1575" b="1">
                <a:solidFill>
                  <a:srgbClr val="54DEEF"/>
                </a:solidFill>
                <a:latin typeface="DejaVu Sans"/>
                <a:ea typeface="DejaVu Sans"/>
                <a:cs typeface="DejaVu Sans"/>
              </a:defRPr>
            </a:lvl4pPr>
            <a:lvl5pPr algn="l">
              <a:defRPr sz="1575" b="1">
                <a:solidFill>
                  <a:srgbClr val="54DEEF"/>
                </a:solidFill>
                <a:latin typeface="DejaVu Sans"/>
                <a:ea typeface="DejaVu Sans"/>
                <a:cs typeface="DejaVu Sans"/>
              </a:defRPr>
            </a:lvl5pPr>
            <a:lvl6pPr algn="l">
              <a:defRPr sz="1575" b="1">
                <a:solidFill>
                  <a:srgbClr val="54DEEF"/>
                </a:solidFill>
                <a:latin typeface="DejaVu Sans"/>
                <a:ea typeface="DejaVu Sans"/>
                <a:cs typeface="DejaVu Sans"/>
              </a:defRPr>
            </a:lvl6pPr>
            <a:lvl7pPr algn="l">
              <a:defRPr sz="1575" b="1">
                <a:solidFill>
                  <a:srgbClr val="54DEEF"/>
                </a:solidFill>
                <a:latin typeface="DejaVu Sans"/>
                <a:ea typeface="DejaVu Sans"/>
                <a:cs typeface="DejaVu Sans"/>
              </a:defRPr>
            </a:lvl7pPr>
            <a:lvl8pPr algn="l">
              <a:defRPr sz="1575" b="1">
                <a:solidFill>
                  <a:srgbClr val="54DEEF"/>
                </a:solidFill>
                <a:latin typeface="DejaVu Sans"/>
                <a:ea typeface="DejaVu Sans"/>
                <a:cs typeface="DejaVu Sans"/>
              </a:defRPr>
            </a:lvl8pPr>
            <a:lvl9pPr algn="l">
              <a:defRPr sz="1575" b="1">
                <a:solidFill>
                  <a:srgbClr val="54DEEF"/>
                </a:solidFill>
                <a:latin typeface="DejaVu Sans"/>
                <a:ea typeface="DejaVu Sans"/>
                <a:cs typeface="DejaVu Sans"/>
              </a:defRPr>
            </a:lvl9pPr>
          </a:lstStyle>
          <a:p xmlns:a="http://schemas.openxmlformats.org/drawingml/2006/main">
            <a:pPr algn="l">
              <a:defRPr sz="1575" b="1">
                <a:solidFill>
                  <a:srgbClr val="54DEEF"/>
                </a:solidFill>
                <a:latin typeface="DejaVu Sans"/>
                <a:ea typeface="DejaVu Sans"/>
                <a:cs typeface="DejaVu Sans"/>
              </a:defRPr>
            </a:pPr>
            <a:r>
              <a:rPr sz="1575" b="1">
                <a:solidFill>
                  <a:srgbClr val="54DEEF"/>
                </a:solidFill>
                <a:latin typeface="DejaVu Sans"/>
                <a:ea typeface="DejaVu Sans"/>
                <a:cs typeface="DejaVu Sans"/>
              </a:rPr>
              <a:t>Tunneling Protokolle</a:t>
            </a:r>
          </a:p>
        </p:txBody>
      </p:sp>
      <p:sp>
        <p:nvSpPr>
          <p:cNvPr id="7" name="agenda-item">
            <a:extLst xmlns:a="http://schemas.openxmlformats.org/drawingml/2006/main">
              <a:ext uri="{FF2B5EF4-FFF2-40B4-BE49-F238E27FC236}">
                <a16:creationId xmlns:a16="http://schemas.microsoft.com/office/drawing/2014/main" id="{12B83E02-92A2-4ABE-92BB-E24CFFA086C0}"/>
              </a:ext>
            </a:extLst>
          </p:cNvPr>
          <p:cNvSpPr>
            <a:spLocks xmlns:a="http://schemas.openxmlformats.org/drawingml/2006/main" noGrp="1"/>
          </p:cNvSpPr>
          <p:nvPr/>
        </p:nvSpPr>
        <p:spPr>
          <a:xfrm xmlns:a="http://schemas.openxmlformats.org/drawingml/2006/main">
            <a:off x="400050" y="4524375"/>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IPSec</a:t>
            </a:r>
          </a:p>
        </p:txBody>
      </p:sp>
      <p:sp>
        <p:nvSpPr>
          <p:cNvPr id="8" name="agenda-item">
            <a:extLst xmlns:a="http://schemas.openxmlformats.org/drawingml/2006/main">
              <a:ext uri="{FF2B5EF4-FFF2-40B4-BE49-F238E27FC236}">
                <a16:creationId xmlns:a16="http://schemas.microsoft.com/office/drawing/2014/main" id="{65459F62-CBB1-4DFC-8C6A-0D50FA0F63EC}"/>
              </a:ext>
            </a:extLst>
          </p:cNvPr>
          <p:cNvSpPr>
            <a:spLocks xmlns:a="http://schemas.openxmlformats.org/drawingml/2006/main" noGrp="1"/>
          </p:cNvSpPr>
          <p:nvPr/>
        </p:nvSpPr>
        <p:spPr>
          <a:xfrm xmlns:a="http://schemas.openxmlformats.org/drawingml/2006/main">
            <a:off x="400050" y="5191125"/>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VPN in Verbindung mit einer Firewall</a:t>
            </a:r>
          </a:p>
        </p:txBody>
      </p:sp>
      <p:sp>
        <p:nvSpPr>
          <p:cNvPr id="9" name="agenda-item">
            <a:extLst xmlns:a="http://schemas.openxmlformats.org/drawingml/2006/main">
              <a:ext uri="{FF2B5EF4-FFF2-40B4-BE49-F238E27FC236}">
                <a16:creationId xmlns:a16="http://schemas.microsoft.com/office/drawing/2014/main" id="{CD4E14EA-7796-4BCC-82C9-0B0FA29A00B0}"/>
              </a:ext>
            </a:extLst>
          </p:cNvPr>
          <p:cNvSpPr>
            <a:spLocks xmlns:a="http://schemas.openxmlformats.org/drawingml/2006/main" noGrp="1"/>
          </p:cNvSpPr>
          <p:nvPr/>
        </p:nvSpPr>
        <p:spPr>
          <a:xfrm xmlns:a="http://schemas.openxmlformats.org/drawingml/2006/main">
            <a:off x="400050" y="6334125"/>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Fazit</a:t>
            </a:r>
          </a:p>
        </p:txBody>
      </p:sp>
      <p:sp>
        <p:nvSpPr>
          <p:cNvPr id="10" name="title">
            <a:extLst xmlns:a="http://schemas.openxmlformats.org/drawingml/2006/main">
              <a:ext uri="{FF2B5EF4-FFF2-40B4-BE49-F238E27FC236}">
                <a16:creationId xmlns:a16="http://schemas.microsoft.com/office/drawing/2014/main" id="{309FD287-3A4C-4348-BF15-788A3C332E23}"/>
              </a:ext>
            </a:extLst>
          </p:cNvPr>
          <p:cNvSpPr>
            <a:spLocks xmlns:a="http://schemas.openxmlformats.org/drawingml/2006/main" noGrp="1"/>
          </p:cNvSpPr>
          <p:nvPr/>
        </p:nvSpPr>
        <p:spPr>
          <a:xfrm xmlns:a="http://schemas.openxmlformats.org/drawingml/2006/main">
            <a:off x="3619500" y="590550"/>
            <a:ext cx="1085850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525" b="1">
                <a:solidFill>
                  <a:srgbClr val="F1F7FC"/>
                </a:solidFill>
                <a:latin typeface="DejaVu Sans"/>
                <a:ea typeface="DejaVu Sans"/>
                <a:cs typeface="DejaVu Sans"/>
              </a:defRPr>
            </a:defPPr>
            <a:lvl1pPr algn="l">
              <a:defRPr sz="3525" b="1">
                <a:solidFill>
                  <a:srgbClr val="F1F7FC"/>
                </a:solidFill>
                <a:latin typeface="DejaVu Sans"/>
                <a:ea typeface="DejaVu Sans"/>
                <a:cs typeface="DejaVu Sans"/>
              </a:defRPr>
            </a:lvl1pPr>
            <a:lvl2pPr algn="l">
              <a:defRPr sz="3525" b="1">
                <a:solidFill>
                  <a:srgbClr val="F1F7FC"/>
                </a:solidFill>
                <a:latin typeface="DejaVu Sans"/>
                <a:ea typeface="DejaVu Sans"/>
                <a:cs typeface="DejaVu Sans"/>
              </a:defRPr>
            </a:lvl2pPr>
            <a:lvl3pPr algn="l">
              <a:defRPr sz="3525" b="1">
                <a:solidFill>
                  <a:srgbClr val="F1F7FC"/>
                </a:solidFill>
                <a:latin typeface="DejaVu Sans"/>
                <a:ea typeface="DejaVu Sans"/>
                <a:cs typeface="DejaVu Sans"/>
              </a:defRPr>
            </a:lvl3pPr>
            <a:lvl4pPr algn="l">
              <a:defRPr sz="3525" b="1">
                <a:solidFill>
                  <a:srgbClr val="F1F7FC"/>
                </a:solidFill>
                <a:latin typeface="DejaVu Sans"/>
                <a:ea typeface="DejaVu Sans"/>
                <a:cs typeface="DejaVu Sans"/>
              </a:defRPr>
            </a:lvl4pPr>
            <a:lvl5pPr algn="l">
              <a:defRPr sz="3525" b="1">
                <a:solidFill>
                  <a:srgbClr val="F1F7FC"/>
                </a:solidFill>
                <a:latin typeface="DejaVu Sans"/>
                <a:ea typeface="DejaVu Sans"/>
                <a:cs typeface="DejaVu Sans"/>
              </a:defRPr>
            </a:lvl5pPr>
            <a:lvl6pPr algn="l">
              <a:defRPr sz="3525" b="1">
                <a:solidFill>
                  <a:srgbClr val="F1F7FC"/>
                </a:solidFill>
                <a:latin typeface="DejaVu Sans"/>
                <a:ea typeface="DejaVu Sans"/>
                <a:cs typeface="DejaVu Sans"/>
              </a:defRPr>
            </a:lvl6pPr>
            <a:lvl7pPr algn="l">
              <a:defRPr sz="3525" b="1">
                <a:solidFill>
                  <a:srgbClr val="F1F7FC"/>
                </a:solidFill>
                <a:latin typeface="DejaVu Sans"/>
                <a:ea typeface="DejaVu Sans"/>
                <a:cs typeface="DejaVu Sans"/>
              </a:defRPr>
            </a:lvl7pPr>
            <a:lvl8pPr algn="l">
              <a:defRPr sz="3525" b="1">
                <a:solidFill>
                  <a:srgbClr val="F1F7FC"/>
                </a:solidFill>
                <a:latin typeface="DejaVu Sans"/>
                <a:ea typeface="DejaVu Sans"/>
                <a:cs typeface="DejaVu Sans"/>
              </a:defRPr>
            </a:lvl8pPr>
            <a:lvl9pPr algn="l">
              <a:defRPr sz="3525" b="1">
                <a:solidFill>
                  <a:srgbClr val="F1F7FC"/>
                </a:solidFill>
                <a:latin typeface="DejaVu Sans"/>
                <a:ea typeface="DejaVu Sans"/>
                <a:cs typeface="DejaVu Sans"/>
              </a:defRPr>
            </a:lvl9pPr>
          </a:lstStyle>
          <a:p xmlns:a="http://schemas.openxmlformats.org/drawingml/2006/main">
            <a:pPr algn="l">
              <a:defRPr sz="3525" b="1">
                <a:solidFill>
                  <a:srgbClr val="F1F7FC"/>
                </a:solidFill>
                <a:latin typeface="DejaVu Sans"/>
                <a:ea typeface="DejaVu Sans"/>
                <a:cs typeface="DejaVu Sans"/>
              </a:defRPr>
            </a:pPr>
            <a:r>
              <a:rPr sz="3525" b="1">
                <a:solidFill>
                  <a:srgbClr val="F1F7FC"/>
                </a:solidFill>
                <a:latin typeface="DejaVu Sans"/>
                <a:ea typeface="DejaVu Sans"/>
                <a:cs typeface="DejaVu Sans"/>
              </a:rPr>
              <a:t>Tunneling Protokolle</a:t>
            </a:r>
          </a:p>
        </p:txBody>
      </p:sp>
      <p:sp>
        <p:nvSpPr>
          <p:cNvPr id="11" name="page-number">
            <a:extLst xmlns:a="http://schemas.openxmlformats.org/drawingml/2006/main">
              <a:ext uri="{FF2B5EF4-FFF2-40B4-BE49-F238E27FC236}">
                <a16:creationId xmlns:a16="http://schemas.microsoft.com/office/drawing/2014/main" id="{4A517636-638D-4F27-97E2-EEFB730B888A}"/>
              </a:ext>
            </a:extLst>
          </p:cNvPr>
          <p:cNvSpPr>
            <a:spLocks xmlns:a="http://schemas.openxmlformats.org/drawingml/2006/main" noGrp="1"/>
          </p:cNvSpPr>
          <p:nvPr/>
        </p:nvSpPr>
        <p:spPr>
          <a:xfrm xmlns:a="http://schemas.openxmlformats.org/drawingml/2006/main">
            <a:off x="13477875" y="8020050"/>
            <a:ext cx="1285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AABFD1"/>
                </a:solidFill>
                <a:latin typeface="DejaVu Sans Mono"/>
                <a:ea typeface="DejaVu Sans Mono"/>
                <a:cs typeface="DejaVu Sans Mono"/>
              </a:defRPr>
            </a:defPPr>
            <a:lvl1pPr algn="r">
              <a:defRPr sz="1350" b="0">
                <a:solidFill>
                  <a:srgbClr val="AABFD1"/>
                </a:solidFill>
                <a:latin typeface="DejaVu Sans Mono"/>
                <a:ea typeface="DejaVu Sans Mono"/>
                <a:cs typeface="DejaVu Sans Mono"/>
              </a:defRPr>
            </a:lvl1pPr>
            <a:lvl2pPr algn="r">
              <a:defRPr sz="1350" b="0">
                <a:solidFill>
                  <a:srgbClr val="AABFD1"/>
                </a:solidFill>
                <a:latin typeface="DejaVu Sans Mono"/>
                <a:ea typeface="DejaVu Sans Mono"/>
                <a:cs typeface="DejaVu Sans Mono"/>
              </a:defRPr>
            </a:lvl2pPr>
            <a:lvl3pPr algn="r">
              <a:defRPr sz="1350" b="0">
                <a:solidFill>
                  <a:srgbClr val="AABFD1"/>
                </a:solidFill>
                <a:latin typeface="DejaVu Sans Mono"/>
                <a:ea typeface="DejaVu Sans Mono"/>
                <a:cs typeface="DejaVu Sans Mono"/>
              </a:defRPr>
            </a:lvl3pPr>
            <a:lvl4pPr algn="r">
              <a:defRPr sz="1350" b="0">
                <a:solidFill>
                  <a:srgbClr val="AABFD1"/>
                </a:solidFill>
                <a:latin typeface="DejaVu Sans Mono"/>
                <a:ea typeface="DejaVu Sans Mono"/>
                <a:cs typeface="DejaVu Sans Mono"/>
              </a:defRPr>
            </a:lvl4pPr>
            <a:lvl5pPr algn="r">
              <a:defRPr sz="1350" b="0">
                <a:solidFill>
                  <a:srgbClr val="AABFD1"/>
                </a:solidFill>
                <a:latin typeface="DejaVu Sans Mono"/>
                <a:ea typeface="DejaVu Sans Mono"/>
                <a:cs typeface="DejaVu Sans Mono"/>
              </a:defRPr>
            </a:lvl5pPr>
            <a:lvl6pPr algn="r">
              <a:defRPr sz="1350" b="0">
                <a:solidFill>
                  <a:srgbClr val="AABFD1"/>
                </a:solidFill>
                <a:latin typeface="DejaVu Sans Mono"/>
                <a:ea typeface="DejaVu Sans Mono"/>
                <a:cs typeface="DejaVu Sans Mono"/>
              </a:defRPr>
            </a:lvl6pPr>
            <a:lvl7pPr algn="r">
              <a:defRPr sz="1350" b="0">
                <a:solidFill>
                  <a:srgbClr val="AABFD1"/>
                </a:solidFill>
                <a:latin typeface="DejaVu Sans Mono"/>
                <a:ea typeface="DejaVu Sans Mono"/>
                <a:cs typeface="DejaVu Sans Mono"/>
              </a:defRPr>
            </a:lvl7pPr>
            <a:lvl8pPr algn="r">
              <a:defRPr sz="1350" b="0">
                <a:solidFill>
                  <a:srgbClr val="AABFD1"/>
                </a:solidFill>
                <a:latin typeface="DejaVu Sans Mono"/>
                <a:ea typeface="DejaVu Sans Mono"/>
                <a:cs typeface="DejaVu Sans Mono"/>
              </a:defRPr>
            </a:lvl8pPr>
            <a:lvl9pPr algn="r">
              <a:defRPr sz="1350" b="0">
                <a:solidFill>
                  <a:srgbClr val="AABFD1"/>
                </a:solidFill>
                <a:latin typeface="DejaVu Sans Mono"/>
                <a:ea typeface="DejaVu Sans Mono"/>
                <a:cs typeface="DejaVu Sans Mono"/>
              </a:defRPr>
            </a:lvl9pPr>
          </a:lstStyle>
          <a:p xmlns:a="http://schemas.openxmlformats.org/drawingml/2006/main">
            <a:pPr algn="r">
              <a:defRPr sz="1350" b="0">
                <a:solidFill>
                  <a:srgbClr val="AABFD1"/>
                </a:solidFill>
                <a:latin typeface="DejaVu Sans Mono"/>
                <a:ea typeface="DejaVu Sans Mono"/>
                <a:cs typeface="DejaVu Sans Mono"/>
              </a:defRPr>
            </a:pPr>
            <a:r>
              <a:rPr sz="1350" b="0">
                <a:solidFill>
                  <a:srgbClr val="AABFD1"/>
                </a:solidFill>
                <a:latin typeface="DejaVu Sans Mono"/>
                <a:ea typeface="DejaVu Sans Mono"/>
                <a:cs typeface="DejaVu Sans Mono"/>
              </a:rPr>
              <a:t>21 / 33</a:t>
            </a:r>
          </a:p>
        </p:txBody>
      </p:sp>
      <p:sp>
        <p:nvSpPr>
          <p:cNvPr id="12" name="content">
            <a:extLst xmlns:a="http://schemas.openxmlformats.org/drawingml/2006/main">
              <a:ext uri="{FF2B5EF4-FFF2-40B4-BE49-F238E27FC236}">
                <a16:creationId xmlns:a16="http://schemas.microsoft.com/office/drawing/2014/main" id="{54FB9E3E-BFDC-45C2-86A4-332137A4F417}"/>
              </a:ext>
            </a:extLst>
          </p:cNvPr>
          <p:cNvSpPr>
            <a:spLocks xmlns:a="http://schemas.openxmlformats.org/drawingml/2006/main" noGrp="1"/>
          </p:cNvSpPr>
          <p:nvPr/>
        </p:nvSpPr>
        <p:spPr>
          <a:xfrm xmlns:a="http://schemas.openxmlformats.org/drawingml/2006/main">
            <a:off x="3619500" y="2095500"/>
            <a:ext cx="10858500" cy="4850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0">
                <a:solidFill>
                  <a:srgbClr val="E0EAF4"/>
                </a:solidFill>
                <a:latin typeface="DejaVu Sans"/>
                <a:ea typeface="DejaVu Sans"/>
                <a:cs typeface="DejaVu Sans"/>
              </a:defRPr>
            </a:defPPr>
            <a:lvl1pPr algn="l">
              <a:defRPr sz="2325" b="0">
                <a:solidFill>
                  <a:srgbClr val="E0EAF4"/>
                </a:solidFill>
                <a:latin typeface="DejaVu Sans"/>
                <a:ea typeface="DejaVu Sans"/>
                <a:cs typeface="DejaVu Sans"/>
              </a:defRPr>
            </a:lvl1pPr>
            <a:lvl2pPr algn="l">
              <a:defRPr sz="2325" b="0">
                <a:solidFill>
                  <a:srgbClr val="E0EAF4"/>
                </a:solidFill>
                <a:latin typeface="DejaVu Sans"/>
                <a:ea typeface="DejaVu Sans"/>
                <a:cs typeface="DejaVu Sans"/>
              </a:defRPr>
            </a:lvl2pPr>
            <a:lvl3pPr algn="l">
              <a:defRPr sz="2325" b="0">
                <a:solidFill>
                  <a:srgbClr val="E0EAF4"/>
                </a:solidFill>
                <a:latin typeface="DejaVu Sans"/>
                <a:ea typeface="DejaVu Sans"/>
                <a:cs typeface="DejaVu Sans"/>
              </a:defRPr>
            </a:lvl3pPr>
            <a:lvl4pPr algn="l">
              <a:defRPr sz="2325" b="0">
                <a:solidFill>
                  <a:srgbClr val="E0EAF4"/>
                </a:solidFill>
                <a:latin typeface="DejaVu Sans"/>
                <a:ea typeface="DejaVu Sans"/>
                <a:cs typeface="DejaVu Sans"/>
              </a:defRPr>
            </a:lvl4pPr>
            <a:lvl5pPr algn="l">
              <a:defRPr sz="2325" b="0">
                <a:solidFill>
                  <a:srgbClr val="E0EAF4"/>
                </a:solidFill>
                <a:latin typeface="DejaVu Sans"/>
                <a:ea typeface="DejaVu Sans"/>
                <a:cs typeface="DejaVu Sans"/>
              </a:defRPr>
            </a:lvl5pPr>
            <a:lvl6pPr algn="l">
              <a:defRPr sz="2325" b="0">
                <a:solidFill>
                  <a:srgbClr val="E0EAF4"/>
                </a:solidFill>
                <a:latin typeface="DejaVu Sans"/>
                <a:ea typeface="DejaVu Sans"/>
                <a:cs typeface="DejaVu Sans"/>
              </a:defRPr>
            </a:lvl6pPr>
            <a:lvl7pPr algn="l">
              <a:defRPr sz="2325" b="0">
                <a:solidFill>
                  <a:srgbClr val="E0EAF4"/>
                </a:solidFill>
                <a:latin typeface="DejaVu Sans"/>
                <a:ea typeface="DejaVu Sans"/>
                <a:cs typeface="DejaVu Sans"/>
              </a:defRPr>
            </a:lvl7pPr>
            <a:lvl8pPr algn="l">
              <a:defRPr sz="2325" b="0">
                <a:solidFill>
                  <a:srgbClr val="E0EAF4"/>
                </a:solidFill>
                <a:latin typeface="DejaVu Sans"/>
                <a:ea typeface="DejaVu Sans"/>
                <a:cs typeface="DejaVu Sans"/>
              </a:defRPr>
            </a:lvl8pPr>
            <a:lvl9pPr algn="l">
              <a:defRPr sz="2325" b="0">
                <a:solidFill>
                  <a:srgbClr val="E0EAF4"/>
                </a:solidFill>
                <a:latin typeface="DejaVu Sans"/>
                <a:ea typeface="DejaVu Sans"/>
                <a:cs typeface="DejaVu Sans"/>
              </a:defRPr>
            </a:lvl9pPr>
          </a:lstStyle>
          <a:p xmlns:a="http://schemas.openxmlformats.org/drawingml/2006/main">
            <a:pPr marL="355600" indent="-292100" algn="l">
              <a:spcAft>
                <a:spcPts val="0"/>
              </a:spcAft>
              <a:buChar char="•"/>
              <a:defRPr sz="2325" b="0">
                <a:solidFill>
                  <a:srgbClr val="E0EAF4"/>
                </a:solidFill>
                <a:latin typeface="DejaVu Sans"/>
                <a:ea typeface="DejaVu Sans"/>
                <a:cs typeface="DejaVu Sans"/>
              </a:defRPr>
            </a:pPr>
            <a:r>
              <a:rPr b="0">
                <a:latin typeface="DejaVu Sans"/>
                <a:ea typeface="DejaVu Sans"/>
                <a:cs typeface="DejaVu Sans"/>
              </a:rPr>
              <a:t>mehrere Tunnel und logische Kanäle möglich</a:t>
            </a:r>
          </a:p>
        </p:txBody>
      </p:sp>
      <p:sp>
        <p:nvSpPr>
          <p:cNvPr id="13" name="content">
            <a:extLst xmlns:a="http://schemas.openxmlformats.org/drawingml/2006/main">
              <a:ext uri="{FF2B5EF4-FFF2-40B4-BE49-F238E27FC236}">
                <a16:creationId xmlns:a16="http://schemas.microsoft.com/office/drawing/2014/main" id="{B3DEA3DE-0217-4847-851A-8CC0186FABE9}"/>
              </a:ext>
            </a:extLst>
          </p:cNvPr>
          <p:cNvSpPr>
            <a:spLocks xmlns:a="http://schemas.openxmlformats.org/drawingml/2006/main" noGrp="1"/>
          </p:cNvSpPr>
          <p:nvPr/>
        </p:nvSpPr>
        <p:spPr>
          <a:xfrm xmlns:a="http://schemas.openxmlformats.org/drawingml/2006/main">
            <a:off x="3619500" y="2799588"/>
            <a:ext cx="10858500" cy="4850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0">
                <a:solidFill>
                  <a:srgbClr val="E0EAF4"/>
                </a:solidFill>
                <a:latin typeface="DejaVu Sans"/>
                <a:ea typeface="DejaVu Sans"/>
                <a:cs typeface="DejaVu Sans"/>
              </a:defRPr>
            </a:defPPr>
            <a:lvl1pPr algn="l">
              <a:defRPr sz="2325" b="0">
                <a:solidFill>
                  <a:srgbClr val="E0EAF4"/>
                </a:solidFill>
                <a:latin typeface="DejaVu Sans"/>
                <a:ea typeface="DejaVu Sans"/>
                <a:cs typeface="DejaVu Sans"/>
              </a:defRPr>
            </a:lvl1pPr>
            <a:lvl2pPr algn="l">
              <a:defRPr sz="2325" b="0">
                <a:solidFill>
                  <a:srgbClr val="E0EAF4"/>
                </a:solidFill>
                <a:latin typeface="DejaVu Sans"/>
                <a:ea typeface="DejaVu Sans"/>
                <a:cs typeface="DejaVu Sans"/>
              </a:defRPr>
            </a:lvl2pPr>
            <a:lvl3pPr algn="l">
              <a:defRPr sz="2325" b="0">
                <a:solidFill>
                  <a:srgbClr val="E0EAF4"/>
                </a:solidFill>
                <a:latin typeface="DejaVu Sans"/>
                <a:ea typeface="DejaVu Sans"/>
                <a:cs typeface="DejaVu Sans"/>
              </a:defRPr>
            </a:lvl3pPr>
            <a:lvl4pPr algn="l">
              <a:defRPr sz="2325" b="0">
                <a:solidFill>
                  <a:srgbClr val="E0EAF4"/>
                </a:solidFill>
                <a:latin typeface="DejaVu Sans"/>
                <a:ea typeface="DejaVu Sans"/>
                <a:cs typeface="DejaVu Sans"/>
              </a:defRPr>
            </a:lvl4pPr>
            <a:lvl5pPr algn="l">
              <a:defRPr sz="2325" b="0">
                <a:solidFill>
                  <a:srgbClr val="E0EAF4"/>
                </a:solidFill>
                <a:latin typeface="DejaVu Sans"/>
                <a:ea typeface="DejaVu Sans"/>
                <a:cs typeface="DejaVu Sans"/>
              </a:defRPr>
            </a:lvl5pPr>
            <a:lvl6pPr algn="l">
              <a:defRPr sz="2325" b="0">
                <a:solidFill>
                  <a:srgbClr val="E0EAF4"/>
                </a:solidFill>
                <a:latin typeface="DejaVu Sans"/>
                <a:ea typeface="DejaVu Sans"/>
                <a:cs typeface="DejaVu Sans"/>
              </a:defRPr>
            </a:lvl6pPr>
            <a:lvl7pPr algn="l">
              <a:defRPr sz="2325" b="0">
                <a:solidFill>
                  <a:srgbClr val="E0EAF4"/>
                </a:solidFill>
                <a:latin typeface="DejaVu Sans"/>
                <a:ea typeface="DejaVu Sans"/>
                <a:cs typeface="DejaVu Sans"/>
              </a:defRPr>
            </a:lvl7pPr>
            <a:lvl8pPr algn="l">
              <a:defRPr sz="2325" b="0">
                <a:solidFill>
                  <a:srgbClr val="E0EAF4"/>
                </a:solidFill>
                <a:latin typeface="DejaVu Sans"/>
                <a:ea typeface="DejaVu Sans"/>
                <a:cs typeface="DejaVu Sans"/>
              </a:defRPr>
            </a:lvl8pPr>
            <a:lvl9pPr algn="l">
              <a:defRPr sz="2325" b="0">
                <a:solidFill>
                  <a:srgbClr val="E0EAF4"/>
                </a:solidFill>
                <a:latin typeface="DejaVu Sans"/>
                <a:ea typeface="DejaVu Sans"/>
                <a:cs typeface="DejaVu Sans"/>
              </a:defRPr>
            </a:lvl9pPr>
          </a:lstStyle>
          <a:p xmlns:a="http://schemas.openxmlformats.org/drawingml/2006/main">
            <a:pPr marL="355600" indent="-292100" algn="l">
              <a:spcAft>
                <a:spcPts val="0"/>
              </a:spcAft>
              <a:buChar char="•"/>
              <a:defRPr sz="2325" b="0">
                <a:solidFill>
                  <a:srgbClr val="E0EAF4"/>
                </a:solidFill>
                <a:latin typeface="DejaVu Sans"/>
                <a:ea typeface="DejaVu Sans"/>
                <a:cs typeface="DejaVu Sans"/>
              </a:defRPr>
            </a:pPr>
            <a:r>
              <a:rPr b="0">
                <a:latin typeface="DejaVu Sans"/>
                <a:ea typeface="DejaVu Sans"/>
                <a:cs typeface="DejaVu Sans"/>
              </a:rPr>
              <a:t>L2F- Header: Multiplex- ID, Client- ID</a:t>
            </a:r>
          </a:p>
        </p:txBody>
      </p:sp>
      <p:sp>
        <p:nvSpPr>
          <p:cNvPr id="14" name="protocol-block">
            <a:extLst xmlns:a="http://schemas.openxmlformats.org/drawingml/2006/main">
              <a:ext uri="{FF2B5EF4-FFF2-40B4-BE49-F238E27FC236}">
                <a16:creationId xmlns:a16="http://schemas.microsoft.com/office/drawing/2014/main" id="{74911F87-46D6-46BC-AC9A-58033727FB54}"/>
              </a:ext>
            </a:extLst>
          </p:cNvPr>
          <p:cNvSpPr>
            <a:spLocks xmlns:a="http://schemas.openxmlformats.org/drawingml/2006/main" noGrp="1"/>
          </p:cNvSpPr>
          <p:nvPr/>
        </p:nvSpPr>
        <p:spPr>
          <a:xfrm xmlns:a="http://schemas.openxmlformats.org/drawingml/2006/main">
            <a:off x="4286250" y="5381625"/>
            <a:ext cx="9620250" cy="1952625"/>
          </a:xfrm>
          <a:prstGeom xmlns:a="http://schemas.openxmlformats.org/drawingml/2006/main" prst="rect">
            <a:avLst/>
          </a:prstGeom>
          <a:solidFill xmlns:a="http://schemas.openxmlformats.org/drawingml/2006/main">
            <a:srgbClr val="12374D"/>
          </a:solidFill>
          <a:ln xmlns:a="http://schemas.openxmlformats.org/drawingml/2006/main" w="14288">
            <a:solidFill>
              <a:srgbClr val="5CDEF0"/>
            </a:solidFill>
            <a:prstDash val="solid"/>
          </a:ln>
        </p:spPr>
      </p:sp>
      <p:sp>
        <p:nvSpPr>
          <p:cNvPr id="15" name="protocol-label">
            <a:extLst xmlns:a="http://schemas.openxmlformats.org/drawingml/2006/main">
              <a:ext uri="{FF2B5EF4-FFF2-40B4-BE49-F238E27FC236}">
                <a16:creationId xmlns:a16="http://schemas.microsoft.com/office/drawing/2014/main" id="{DCD802AE-961B-45A4-9B18-B68D358381A2}"/>
              </a:ext>
            </a:extLst>
          </p:cNvPr>
          <p:cNvSpPr>
            <a:spLocks xmlns:a="http://schemas.openxmlformats.org/drawingml/2006/main" noGrp="1"/>
          </p:cNvSpPr>
          <p:nvPr/>
        </p:nvSpPr>
        <p:spPr>
          <a:xfrm xmlns:a="http://schemas.openxmlformats.org/drawingml/2006/main">
            <a:off x="4362450" y="6053138"/>
            <a:ext cx="122872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75" b="1">
                <a:solidFill>
                  <a:srgbClr val="F0FBFF"/>
                </a:solidFill>
                <a:latin typeface="DejaVu Sans"/>
                <a:ea typeface="DejaVu Sans"/>
                <a:cs typeface="DejaVu Sans"/>
              </a:defRPr>
            </a:defPPr>
            <a:lvl1pPr algn="ctr">
              <a:defRPr sz="1875" b="1">
                <a:solidFill>
                  <a:srgbClr val="F0FBFF"/>
                </a:solidFill>
                <a:latin typeface="DejaVu Sans"/>
                <a:ea typeface="DejaVu Sans"/>
                <a:cs typeface="DejaVu Sans"/>
              </a:defRPr>
            </a:lvl1pPr>
            <a:lvl2pPr algn="ctr">
              <a:defRPr sz="1875" b="1">
                <a:solidFill>
                  <a:srgbClr val="F0FBFF"/>
                </a:solidFill>
                <a:latin typeface="DejaVu Sans"/>
                <a:ea typeface="DejaVu Sans"/>
                <a:cs typeface="DejaVu Sans"/>
              </a:defRPr>
            </a:lvl2pPr>
            <a:lvl3pPr algn="ctr">
              <a:defRPr sz="1875" b="1">
                <a:solidFill>
                  <a:srgbClr val="F0FBFF"/>
                </a:solidFill>
                <a:latin typeface="DejaVu Sans"/>
                <a:ea typeface="DejaVu Sans"/>
                <a:cs typeface="DejaVu Sans"/>
              </a:defRPr>
            </a:lvl3pPr>
            <a:lvl4pPr algn="ctr">
              <a:defRPr sz="1875" b="1">
                <a:solidFill>
                  <a:srgbClr val="F0FBFF"/>
                </a:solidFill>
                <a:latin typeface="DejaVu Sans"/>
                <a:ea typeface="DejaVu Sans"/>
                <a:cs typeface="DejaVu Sans"/>
              </a:defRPr>
            </a:lvl4pPr>
            <a:lvl5pPr algn="ctr">
              <a:defRPr sz="1875" b="1">
                <a:solidFill>
                  <a:srgbClr val="F0FBFF"/>
                </a:solidFill>
                <a:latin typeface="DejaVu Sans"/>
                <a:ea typeface="DejaVu Sans"/>
                <a:cs typeface="DejaVu Sans"/>
              </a:defRPr>
            </a:lvl5pPr>
            <a:lvl6pPr algn="ctr">
              <a:defRPr sz="1875" b="1">
                <a:solidFill>
                  <a:srgbClr val="F0FBFF"/>
                </a:solidFill>
                <a:latin typeface="DejaVu Sans"/>
                <a:ea typeface="DejaVu Sans"/>
                <a:cs typeface="DejaVu Sans"/>
              </a:defRPr>
            </a:lvl6pPr>
            <a:lvl7pPr algn="ctr">
              <a:defRPr sz="1875" b="1">
                <a:solidFill>
                  <a:srgbClr val="F0FBFF"/>
                </a:solidFill>
                <a:latin typeface="DejaVu Sans"/>
                <a:ea typeface="DejaVu Sans"/>
                <a:cs typeface="DejaVu Sans"/>
              </a:defRPr>
            </a:lvl7pPr>
            <a:lvl8pPr algn="ctr">
              <a:defRPr sz="1875" b="1">
                <a:solidFill>
                  <a:srgbClr val="F0FBFF"/>
                </a:solidFill>
                <a:latin typeface="DejaVu Sans"/>
                <a:ea typeface="DejaVu Sans"/>
                <a:cs typeface="DejaVu Sans"/>
              </a:defRPr>
            </a:lvl8pPr>
            <a:lvl9pPr algn="ctr">
              <a:defRPr sz="1875" b="1">
                <a:solidFill>
                  <a:srgbClr val="F0FBFF"/>
                </a:solidFill>
                <a:latin typeface="DejaVu Sans"/>
                <a:ea typeface="DejaVu Sans"/>
                <a:cs typeface="DejaVu Sans"/>
              </a:defRPr>
            </a:lvl9pPr>
          </a:lstStyle>
          <a:p xmlns:a="http://schemas.openxmlformats.org/drawingml/2006/main">
            <a:pPr algn="ctr">
              <a:defRPr sz="1875" b="1">
                <a:solidFill>
                  <a:srgbClr val="F0FBFF"/>
                </a:solidFill>
                <a:latin typeface="DejaVu Sans"/>
                <a:ea typeface="DejaVu Sans"/>
                <a:cs typeface="DejaVu Sans"/>
              </a:defRPr>
            </a:pPr>
            <a:r>
              <a:rPr sz="1875" b="1">
                <a:solidFill>
                  <a:srgbClr val="F0FBFF"/>
                </a:solidFill>
                <a:latin typeface="DejaVu Sans"/>
                <a:ea typeface="DejaVu Sans"/>
                <a:cs typeface="DejaVu Sans"/>
              </a:rPr>
              <a:t>IP</a:t>
            </a:r>
          </a:p>
        </p:txBody>
      </p:sp>
      <p:sp>
        <p:nvSpPr>
          <p:cNvPr id="16" name="protocol-block">
            <a:extLst xmlns:a="http://schemas.openxmlformats.org/drawingml/2006/main">
              <a:ext uri="{FF2B5EF4-FFF2-40B4-BE49-F238E27FC236}">
                <a16:creationId xmlns:a16="http://schemas.microsoft.com/office/drawing/2014/main" id="{321459A3-5CB4-4F71-939B-5FCDA31E83CC}"/>
              </a:ext>
            </a:extLst>
          </p:cNvPr>
          <p:cNvSpPr>
            <a:spLocks xmlns:a="http://schemas.openxmlformats.org/drawingml/2006/main" noGrp="1"/>
          </p:cNvSpPr>
          <p:nvPr/>
        </p:nvSpPr>
        <p:spPr>
          <a:xfrm xmlns:a="http://schemas.openxmlformats.org/drawingml/2006/main">
            <a:off x="5667375" y="5648325"/>
            <a:ext cx="8239125" cy="1685925"/>
          </a:xfrm>
          <a:prstGeom xmlns:a="http://schemas.openxmlformats.org/drawingml/2006/main" prst="rect">
            <a:avLst/>
          </a:prstGeom>
          <a:solidFill xmlns:a="http://schemas.openxmlformats.org/drawingml/2006/main">
            <a:srgbClr val="15506A"/>
          </a:solidFill>
          <a:ln xmlns:a="http://schemas.openxmlformats.org/drawingml/2006/main" w="14288">
            <a:solidFill>
              <a:srgbClr val="5CDEF0"/>
            </a:solidFill>
            <a:prstDash val="solid"/>
          </a:ln>
        </p:spPr>
      </p:sp>
      <p:sp>
        <p:nvSpPr>
          <p:cNvPr id="17" name="protocol-label">
            <a:extLst xmlns:a="http://schemas.openxmlformats.org/drawingml/2006/main">
              <a:ext uri="{FF2B5EF4-FFF2-40B4-BE49-F238E27FC236}">
                <a16:creationId xmlns:a16="http://schemas.microsoft.com/office/drawing/2014/main" id="{465EF554-1E2E-441A-8226-50F8290B3368}"/>
              </a:ext>
            </a:extLst>
          </p:cNvPr>
          <p:cNvSpPr>
            <a:spLocks xmlns:a="http://schemas.openxmlformats.org/drawingml/2006/main" noGrp="1"/>
          </p:cNvSpPr>
          <p:nvPr/>
        </p:nvSpPr>
        <p:spPr>
          <a:xfrm xmlns:a="http://schemas.openxmlformats.org/drawingml/2006/main">
            <a:off x="5743575" y="6186488"/>
            <a:ext cx="14668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75" b="1">
                <a:solidFill>
                  <a:srgbClr val="F0FBFF"/>
                </a:solidFill>
                <a:latin typeface="DejaVu Sans"/>
                <a:ea typeface="DejaVu Sans"/>
                <a:cs typeface="DejaVu Sans"/>
              </a:defRPr>
            </a:defPPr>
            <a:lvl1pPr algn="ctr">
              <a:defRPr sz="1875" b="1">
                <a:solidFill>
                  <a:srgbClr val="F0FBFF"/>
                </a:solidFill>
                <a:latin typeface="DejaVu Sans"/>
                <a:ea typeface="DejaVu Sans"/>
                <a:cs typeface="DejaVu Sans"/>
              </a:defRPr>
            </a:lvl1pPr>
            <a:lvl2pPr algn="ctr">
              <a:defRPr sz="1875" b="1">
                <a:solidFill>
                  <a:srgbClr val="F0FBFF"/>
                </a:solidFill>
                <a:latin typeface="DejaVu Sans"/>
                <a:ea typeface="DejaVu Sans"/>
                <a:cs typeface="DejaVu Sans"/>
              </a:defRPr>
            </a:lvl2pPr>
            <a:lvl3pPr algn="ctr">
              <a:defRPr sz="1875" b="1">
                <a:solidFill>
                  <a:srgbClr val="F0FBFF"/>
                </a:solidFill>
                <a:latin typeface="DejaVu Sans"/>
                <a:ea typeface="DejaVu Sans"/>
                <a:cs typeface="DejaVu Sans"/>
              </a:defRPr>
            </a:lvl3pPr>
            <a:lvl4pPr algn="ctr">
              <a:defRPr sz="1875" b="1">
                <a:solidFill>
                  <a:srgbClr val="F0FBFF"/>
                </a:solidFill>
                <a:latin typeface="DejaVu Sans"/>
                <a:ea typeface="DejaVu Sans"/>
                <a:cs typeface="DejaVu Sans"/>
              </a:defRPr>
            </a:lvl4pPr>
            <a:lvl5pPr algn="ctr">
              <a:defRPr sz="1875" b="1">
                <a:solidFill>
                  <a:srgbClr val="F0FBFF"/>
                </a:solidFill>
                <a:latin typeface="DejaVu Sans"/>
                <a:ea typeface="DejaVu Sans"/>
                <a:cs typeface="DejaVu Sans"/>
              </a:defRPr>
            </a:lvl5pPr>
            <a:lvl6pPr algn="ctr">
              <a:defRPr sz="1875" b="1">
                <a:solidFill>
                  <a:srgbClr val="F0FBFF"/>
                </a:solidFill>
                <a:latin typeface="DejaVu Sans"/>
                <a:ea typeface="DejaVu Sans"/>
                <a:cs typeface="DejaVu Sans"/>
              </a:defRPr>
            </a:lvl6pPr>
            <a:lvl7pPr algn="ctr">
              <a:defRPr sz="1875" b="1">
                <a:solidFill>
                  <a:srgbClr val="F0FBFF"/>
                </a:solidFill>
                <a:latin typeface="DejaVu Sans"/>
                <a:ea typeface="DejaVu Sans"/>
                <a:cs typeface="DejaVu Sans"/>
              </a:defRPr>
            </a:lvl7pPr>
            <a:lvl8pPr algn="ctr">
              <a:defRPr sz="1875" b="1">
                <a:solidFill>
                  <a:srgbClr val="F0FBFF"/>
                </a:solidFill>
                <a:latin typeface="DejaVu Sans"/>
                <a:ea typeface="DejaVu Sans"/>
                <a:cs typeface="DejaVu Sans"/>
              </a:defRPr>
            </a:lvl8pPr>
            <a:lvl9pPr algn="ctr">
              <a:defRPr sz="1875" b="1">
                <a:solidFill>
                  <a:srgbClr val="F0FBFF"/>
                </a:solidFill>
                <a:latin typeface="DejaVu Sans"/>
                <a:ea typeface="DejaVu Sans"/>
                <a:cs typeface="DejaVu Sans"/>
              </a:defRPr>
            </a:lvl9pPr>
          </a:lstStyle>
          <a:p xmlns:a="http://schemas.openxmlformats.org/drawingml/2006/main">
            <a:pPr algn="ctr">
              <a:defRPr sz="1875" b="1">
                <a:solidFill>
                  <a:srgbClr val="F0FBFF"/>
                </a:solidFill>
                <a:latin typeface="DejaVu Sans"/>
                <a:ea typeface="DejaVu Sans"/>
                <a:cs typeface="DejaVu Sans"/>
              </a:defRPr>
            </a:pPr>
            <a:r>
              <a:rPr sz="1875" b="1">
                <a:solidFill>
                  <a:srgbClr val="F0FBFF"/>
                </a:solidFill>
                <a:latin typeface="DejaVu Sans"/>
                <a:ea typeface="DejaVu Sans"/>
                <a:cs typeface="DejaVu Sans"/>
              </a:rPr>
              <a:t>L2F</a:t>
            </a:r>
          </a:p>
        </p:txBody>
      </p:sp>
      <p:sp>
        <p:nvSpPr>
          <p:cNvPr id="18" name="protocol-block">
            <a:extLst xmlns:a="http://schemas.openxmlformats.org/drawingml/2006/main">
              <a:ext uri="{FF2B5EF4-FFF2-40B4-BE49-F238E27FC236}">
                <a16:creationId xmlns:a16="http://schemas.microsoft.com/office/drawing/2014/main" id="{3B329241-4A9B-450E-B4AE-3173C5501795}"/>
              </a:ext>
            </a:extLst>
          </p:cNvPr>
          <p:cNvSpPr>
            <a:spLocks xmlns:a="http://schemas.openxmlformats.org/drawingml/2006/main" noGrp="1"/>
          </p:cNvSpPr>
          <p:nvPr/>
        </p:nvSpPr>
        <p:spPr>
          <a:xfrm xmlns:a="http://schemas.openxmlformats.org/drawingml/2006/main">
            <a:off x="7286625" y="5915025"/>
            <a:ext cx="6619875" cy="1419225"/>
          </a:xfrm>
          <a:prstGeom xmlns:a="http://schemas.openxmlformats.org/drawingml/2006/main" prst="rect">
            <a:avLst/>
          </a:prstGeom>
          <a:solidFill xmlns:a="http://schemas.openxmlformats.org/drawingml/2006/main">
            <a:srgbClr val="16788D"/>
          </a:solidFill>
          <a:ln xmlns:a="http://schemas.openxmlformats.org/drawingml/2006/main" w="14288">
            <a:solidFill>
              <a:srgbClr val="5CDEF0"/>
            </a:solidFill>
            <a:prstDash val="solid"/>
          </a:ln>
        </p:spPr>
      </p:sp>
      <p:sp>
        <p:nvSpPr>
          <p:cNvPr id="19" name="protocol-label">
            <a:extLst xmlns:a="http://schemas.openxmlformats.org/drawingml/2006/main">
              <a:ext uri="{FF2B5EF4-FFF2-40B4-BE49-F238E27FC236}">
                <a16:creationId xmlns:a16="http://schemas.microsoft.com/office/drawing/2014/main" id="{C41C52AD-AF80-4F7B-B186-5604932D9FC3}"/>
              </a:ext>
            </a:extLst>
          </p:cNvPr>
          <p:cNvSpPr>
            <a:spLocks xmlns:a="http://schemas.openxmlformats.org/drawingml/2006/main" noGrp="1"/>
          </p:cNvSpPr>
          <p:nvPr/>
        </p:nvSpPr>
        <p:spPr>
          <a:xfrm xmlns:a="http://schemas.openxmlformats.org/drawingml/2006/main">
            <a:off x="7362825" y="6319838"/>
            <a:ext cx="15621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75" b="1">
                <a:solidFill>
                  <a:srgbClr val="F0FBFF"/>
                </a:solidFill>
                <a:latin typeface="DejaVu Sans"/>
                <a:ea typeface="DejaVu Sans"/>
                <a:cs typeface="DejaVu Sans"/>
              </a:defRPr>
            </a:defPPr>
            <a:lvl1pPr algn="ctr">
              <a:defRPr sz="1875" b="1">
                <a:solidFill>
                  <a:srgbClr val="F0FBFF"/>
                </a:solidFill>
                <a:latin typeface="DejaVu Sans"/>
                <a:ea typeface="DejaVu Sans"/>
                <a:cs typeface="DejaVu Sans"/>
              </a:defRPr>
            </a:lvl1pPr>
            <a:lvl2pPr algn="ctr">
              <a:defRPr sz="1875" b="1">
                <a:solidFill>
                  <a:srgbClr val="F0FBFF"/>
                </a:solidFill>
                <a:latin typeface="DejaVu Sans"/>
                <a:ea typeface="DejaVu Sans"/>
                <a:cs typeface="DejaVu Sans"/>
              </a:defRPr>
            </a:lvl2pPr>
            <a:lvl3pPr algn="ctr">
              <a:defRPr sz="1875" b="1">
                <a:solidFill>
                  <a:srgbClr val="F0FBFF"/>
                </a:solidFill>
                <a:latin typeface="DejaVu Sans"/>
                <a:ea typeface="DejaVu Sans"/>
                <a:cs typeface="DejaVu Sans"/>
              </a:defRPr>
            </a:lvl3pPr>
            <a:lvl4pPr algn="ctr">
              <a:defRPr sz="1875" b="1">
                <a:solidFill>
                  <a:srgbClr val="F0FBFF"/>
                </a:solidFill>
                <a:latin typeface="DejaVu Sans"/>
                <a:ea typeface="DejaVu Sans"/>
                <a:cs typeface="DejaVu Sans"/>
              </a:defRPr>
            </a:lvl4pPr>
            <a:lvl5pPr algn="ctr">
              <a:defRPr sz="1875" b="1">
                <a:solidFill>
                  <a:srgbClr val="F0FBFF"/>
                </a:solidFill>
                <a:latin typeface="DejaVu Sans"/>
                <a:ea typeface="DejaVu Sans"/>
                <a:cs typeface="DejaVu Sans"/>
              </a:defRPr>
            </a:lvl5pPr>
            <a:lvl6pPr algn="ctr">
              <a:defRPr sz="1875" b="1">
                <a:solidFill>
                  <a:srgbClr val="F0FBFF"/>
                </a:solidFill>
                <a:latin typeface="DejaVu Sans"/>
                <a:ea typeface="DejaVu Sans"/>
                <a:cs typeface="DejaVu Sans"/>
              </a:defRPr>
            </a:lvl6pPr>
            <a:lvl7pPr algn="ctr">
              <a:defRPr sz="1875" b="1">
                <a:solidFill>
                  <a:srgbClr val="F0FBFF"/>
                </a:solidFill>
                <a:latin typeface="DejaVu Sans"/>
                <a:ea typeface="DejaVu Sans"/>
                <a:cs typeface="DejaVu Sans"/>
              </a:defRPr>
            </a:lvl7pPr>
            <a:lvl8pPr algn="ctr">
              <a:defRPr sz="1875" b="1">
                <a:solidFill>
                  <a:srgbClr val="F0FBFF"/>
                </a:solidFill>
                <a:latin typeface="DejaVu Sans"/>
                <a:ea typeface="DejaVu Sans"/>
                <a:cs typeface="DejaVu Sans"/>
              </a:defRPr>
            </a:lvl8pPr>
            <a:lvl9pPr algn="ctr">
              <a:defRPr sz="1875" b="1">
                <a:solidFill>
                  <a:srgbClr val="F0FBFF"/>
                </a:solidFill>
                <a:latin typeface="DejaVu Sans"/>
                <a:ea typeface="DejaVu Sans"/>
                <a:cs typeface="DejaVu Sans"/>
              </a:defRPr>
            </a:lvl9pPr>
          </a:lstStyle>
          <a:p xmlns:a="http://schemas.openxmlformats.org/drawingml/2006/main">
            <a:pPr algn="ctr">
              <a:defRPr sz="1875" b="1">
                <a:solidFill>
                  <a:srgbClr val="F0FBFF"/>
                </a:solidFill>
                <a:latin typeface="DejaVu Sans"/>
                <a:ea typeface="DejaVu Sans"/>
                <a:cs typeface="DejaVu Sans"/>
              </a:defRPr>
            </a:pPr>
            <a:r>
              <a:rPr sz="1875" b="1">
                <a:solidFill>
                  <a:srgbClr val="F0FBFF"/>
                </a:solidFill>
                <a:latin typeface="DejaVu Sans"/>
                <a:ea typeface="DejaVu Sans"/>
                <a:cs typeface="DejaVu Sans"/>
              </a:rPr>
              <a:t>PPP</a:t>
            </a:r>
          </a:p>
        </p:txBody>
      </p:sp>
      <p:sp>
        <p:nvSpPr>
          <p:cNvPr id="20" name="protocol-block">
            <a:extLst xmlns:a="http://schemas.openxmlformats.org/drawingml/2006/main">
              <a:ext uri="{FF2B5EF4-FFF2-40B4-BE49-F238E27FC236}">
                <a16:creationId xmlns:a16="http://schemas.microsoft.com/office/drawing/2014/main" id="{7CF8B4C6-2ED4-4F17-A7DD-DC0746163D83}"/>
              </a:ext>
            </a:extLst>
          </p:cNvPr>
          <p:cNvSpPr>
            <a:spLocks xmlns:a="http://schemas.openxmlformats.org/drawingml/2006/main" noGrp="1"/>
          </p:cNvSpPr>
          <p:nvPr/>
        </p:nvSpPr>
        <p:spPr>
          <a:xfrm xmlns:a="http://schemas.openxmlformats.org/drawingml/2006/main">
            <a:off x="9001125" y="6181725"/>
            <a:ext cx="4905375" cy="1152525"/>
          </a:xfrm>
          <a:prstGeom xmlns:a="http://schemas.openxmlformats.org/drawingml/2006/main" prst="rect">
            <a:avLst/>
          </a:prstGeom>
          <a:solidFill xmlns:a="http://schemas.openxmlformats.org/drawingml/2006/main">
            <a:srgbClr val="23B6C8"/>
          </a:solidFill>
          <a:ln xmlns:a="http://schemas.openxmlformats.org/drawingml/2006/main" w="14288">
            <a:solidFill>
              <a:srgbClr val="5CDEF0"/>
            </a:solidFill>
            <a:prstDash val="solid"/>
          </a:ln>
        </p:spPr>
      </p:sp>
      <p:sp>
        <p:nvSpPr>
          <p:cNvPr id="21" name="protocol-label">
            <a:extLst xmlns:a="http://schemas.openxmlformats.org/drawingml/2006/main">
              <a:ext uri="{FF2B5EF4-FFF2-40B4-BE49-F238E27FC236}">
                <a16:creationId xmlns:a16="http://schemas.microsoft.com/office/drawing/2014/main" id="{D16FD266-94DC-45E9-9A64-B8F06657A413}"/>
              </a:ext>
            </a:extLst>
          </p:cNvPr>
          <p:cNvSpPr>
            <a:spLocks xmlns:a="http://schemas.openxmlformats.org/drawingml/2006/main" noGrp="1"/>
          </p:cNvSpPr>
          <p:nvPr/>
        </p:nvSpPr>
        <p:spPr>
          <a:xfrm xmlns:a="http://schemas.openxmlformats.org/drawingml/2006/main">
            <a:off x="9077325" y="6453188"/>
            <a:ext cx="47529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75" b="1">
                <a:solidFill>
                  <a:srgbClr val="04222C"/>
                </a:solidFill>
                <a:latin typeface="DejaVu Sans"/>
                <a:ea typeface="DejaVu Sans"/>
                <a:cs typeface="DejaVu Sans"/>
              </a:defRPr>
            </a:defPPr>
            <a:lvl1pPr algn="ctr">
              <a:defRPr sz="1875" b="1">
                <a:solidFill>
                  <a:srgbClr val="04222C"/>
                </a:solidFill>
                <a:latin typeface="DejaVu Sans"/>
                <a:ea typeface="DejaVu Sans"/>
                <a:cs typeface="DejaVu Sans"/>
              </a:defRPr>
            </a:lvl1pPr>
            <a:lvl2pPr algn="ctr">
              <a:defRPr sz="1875" b="1">
                <a:solidFill>
                  <a:srgbClr val="04222C"/>
                </a:solidFill>
                <a:latin typeface="DejaVu Sans"/>
                <a:ea typeface="DejaVu Sans"/>
                <a:cs typeface="DejaVu Sans"/>
              </a:defRPr>
            </a:lvl2pPr>
            <a:lvl3pPr algn="ctr">
              <a:defRPr sz="1875" b="1">
                <a:solidFill>
                  <a:srgbClr val="04222C"/>
                </a:solidFill>
                <a:latin typeface="DejaVu Sans"/>
                <a:ea typeface="DejaVu Sans"/>
                <a:cs typeface="DejaVu Sans"/>
              </a:defRPr>
            </a:lvl3pPr>
            <a:lvl4pPr algn="ctr">
              <a:defRPr sz="1875" b="1">
                <a:solidFill>
                  <a:srgbClr val="04222C"/>
                </a:solidFill>
                <a:latin typeface="DejaVu Sans"/>
                <a:ea typeface="DejaVu Sans"/>
                <a:cs typeface="DejaVu Sans"/>
              </a:defRPr>
            </a:lvl4pPr>
            <a:lvl5pPr algn="ctr">
              <a:defRPr sz="1875" b="1">
                <a:solidFill>
                  <a:srgbClr val="04222C"/>
                </a:solidFill>
                <a:latin typeface="DejaVu Sans"/>
                <a:ea typeface="DejaVu Sans"/>
                <a:cs typeface="DejaVu Sans"/>
              </a:defRPr>
            </a:lvl5pPr>
            <a:lvl6pPr algn="ctr">
              <a:defRPr sz="1875" b="1">
                <a:solidFill>
                  <a:srgbClr val="04222C"/>
                </a:solidFill>
                <a:latin typeface="DejaVu Sans"/>
                <a:ea typeface="DejaVu Sans"/>
                <a:cs typeface="DejaVu Sans"/>
              </a:defRPr>
            </a:lvl6pPr>
            <a:lvl7pPr algn="ctr">
              <a:defRPr sz="1875" b="1">
                <a:solidFill>
                  <a:srgbClr val="04222C"/>
                </a:solidFill>
                <a:latin typeface="DejaVu Sans"/>
                <a:ea typeface="DejaVu Sans"/>
                <a:cs typeface="DejaVu Sans"/>
              </a:defRPr>
            </a:lvl7pPr>
            <a:lvl8pPr algn="ctr">
              <a:defRPr sz="1875" b="1">
                <a:solidFill>
                  <a:srgbClr val="04222C"/>
                </a:solidFill>
                <a:latin typeface="DejaVu Sans"/>
                <a:ea typeface="DejaVu Sans"/>
                <a:cs typeface="DejaVu Sans"/>
              </a:defRPr>
            </a:lvl8pPr>
            <a:lvl9pPr algn="ctr">
              <a:defRPr sz="1875" b="1">
                <a:solidFill>
                  <a:srgbClr val="04222C"/>
                </a:solidFill>
                <a:latin typeface="DejaVu Sans"/>
                <a:ea typeface="DejaVu Sans"/>
                <a:cs typeface="DejaVu Sans"/>
              </a:defRPr>
            </a:lvl9pPr>
          </a:lstStyle>
          <a:p xmlns:a="http://schemas.openxmlformats.org/drawingml/2006/main">
            <a:pPr algn="ctr">
              <a:defRPr sz="1875" b="1">
                <a:solidFill>
                  <a:srgbClr val="04222C"/>
                </a:solidFill>
                <a:latin typeface="DejaVu Sans"/>
                <a:ea typeface="DejaVu Sans"/>
                <a:cs typeface="DejaVu Sans"/>
              </a:defRPr>
            </a:pPr>
            <a:r>
              <a:rPr sz="1875" b="1">
                <a:solidFill>
                  <a:srgbClr val="04222C"/>
                </a:solidFill>
                <a:latin typeface="DejaVu Sans"/>
                <a:ea typeface="DejaVu Sans"/>
                <a:cs typeface="DejaVu Sans"/>
              </a:rPr>
              <a:t>Daten</a:t>
            </a:r>
          </a:p>
        </p:txBody>
      </p:sp>
    </p:spTree>
    <p:extLst>
      <p:ext uri="{BB962C8B-B14F-4D97-AF65-F5344CB8AC3E}">
        <p14:creationId xmlns:p14="http://schemas.microsoft.com/office/powerpoint/2010/main" val="1214345376"/>
      </p:ext>
    </p:extLst>
  </p:cSld>
</p:sld>
</file>

<file path=ppt/slides/slide22.xml><?xml version="1.0" encoding="utf-8"?>
<p:sld xmlns:p="http://schemas.openxmlformats.org/presentationml/2006/main">
  <p:cSld>
    <p:bg>
      <p:bgPr>
        <a:solidFill xmlns:a="http://schemas.openxmlformats.org/drawingml/2006/main">
          <a:srgbClr val="081522"/>
        </a:solidFill>
      </p:bgPr>
    </p:bg>
    <p:spTree>
      <p:nvGrpSpPr>
        <p:cNvPr id="1" name=""/>
        <p:cNvGrpSpPr/>
        <p:nvPr/>
      </p:nvGrpSpPr>
      <p:grpSpPr>
        <a:xfrm xmlns:a="http://schemas.openxmlformats.org/drawingml/2006/main"/>
      </p:grpSpPr>
      <p:pic>
        <p:nvPicPr>
          <p:cNvPr id="24" name="">
            <a:extLst xmlns:a="http://schemas.openxmlformats.org/drawingml/2006/main">
              <a:ext uri="{FF2B5EF4-FFF2-40B4-BE49-F238E27FC236}">
                <a16:creationId xmlns:a16="http://schemas.microsoft.com/office/drawing/2014/main" id="{607DC4FD-BABA-4C3F-8295-CC93C60C9942}"/>
              </a:ext>
            </a:extLst>
          </p:cNvPr>
          <p:cNvPicPr>
            <a:picLocks xmlns:a="http://schemas.openxmlformats.org/drawingml/2006/main" noChangeAspect="1"/>
          </p:cNvPicPr>
          <p:nvPr/>
        </p:nvPicPr>
        <p:blipFill>
          <a:blip xmlns:r="http://schemas.openxmlformats.org/officeDocument/2006/relationships" xmlns:a="http://schemas.openxmlformats.org/drawingml/2006/main" r:embed="Refcd68691d944b69"/>
          <a:srcRect xmlns:a="http://schemas.openxmlformats.org/drawingml/2006/main" l="0" t="27" r="0" b="27"/>
          <a:stretch xmlns:a="http://schemas.openxmlformats.org/drawingml/2006/main">
            <a:fillRect l="0" t="0" r="0" b="0"/>
          </a:stretch>
        </p:blipFill>
        <p:spPr>
          <a:xfrm xmlns:a="http://schemas.openxmlformats.org/drawingml/2006/main">
            <a:off x="0" y="0"/>
            <a:ext cx="15240000" cy="8572500"/>
          </a:xfrm>
          <a:prstGeom xmlns:a="http://schemas.openxmlformats.org/drawingml/2006/main" prst="rect">
            <a:avLst/>
          </a:prstGeom>
        </p:spPr>
      </p:pic>
      <p:sp>
        <p:nvSpPr>
          <p:cNvPr id="2" name="agenda-heading">
            <a:extLst xmlns:a="http://schemas.openxmlformats.org/drawingml/2006/main">
              <a:ext uri="{FF2B5EF4-FFF2-40B4-BE49-F238E27FC236}">
                <a16:creationId xmlns:a16="http://schemas.microsoft.com/office/drawing/2014/main" id="{CF67F93D-1975-4274-B254-293BC2AB9890}"/>
              </a:ext>
            </a:extLst>
          </p:cNvPr>
          <p:cNvSpPr>
            <a:spLocks xmlns:a="http://schemas.openxmlformats.org/drawingml/2006/main" noGrp="1"/>
          </p:cNvSpPr>
          <p:nvPr/>
        </p:nvSpPr>
        <p:spPr>
          <a:xfrm xmlns:a="http://schemas.openxmlformats.org/drawingml/2006/main">
            <a:off x="400050" y="638175"/>
            <a:ext cx="2333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54DEEF"/>
                </a:solidFill>
                <a:latin typeface="DejaVu Sans Mono"/>
                <a:ea typeface="DejaVu Sans Mono"/>
                <a:cs typeface="DejaVu Sans Mono"/>
              </a:defRPr>
            </a:defPPr>
            <a:lvl1pPr algn="l">
              <a:defRPr sz="1875" b="1">
                <a:solidFill>
                  <a:srgbClr val="54DEEF"/>
                </a:solidFill>
                <a:latin typeface="DejaVu Sans Mono"/>
                <a:ea typeface="DejaVu Sans Mono"/>
                <a:cs typeface="DejaVu Sans Mono"/>
              </a:defRPr>
            </a:lvl1pPr>
            <a:lvl2pPr algn="l">
              <a:defRPr sz="1875" b="1">
                <a:solidFill>
                  <a:srgbClr val="54DEEF"/>
                </a:solidFill>
                <a:latin typeface="DejaVu Sans Mono"/>
                <a:ea typeface="DejaVu Sans Mono"/>
                <a:cs typeface="DejaVu Sans Mono"/>
              </a:defRPr>
            </a:lvl2pPr>
            <a:lvl3pPr algn="l">
              <a:defRPr sz="1875" b="1">
                <a:solidFill>
                  <a:srgbClr val="54DEEF"/>
                </a:solidFill>
                <a:latin typeface="DejaVu Sans Mono"/>
                <a:ea typeface="DejaVu Sans Mono"/>
                <a:cs typeface="DejaVu Sans Mono"/>
              </a:defRPr>
            </a:lvl3pPr>
            <a:lvl4pPr algn="l">
              <a:defRPr sz="1875" b="1">
                <a:solidFill>
                  <a:srgbClr val="54DEEF"/>
                </a:solidFill>
                <a:latin typeface="DejaVu Sans Mono"/>
                <a:ea typeface="DejaVu Sans Mono"/>
                <a:cs typeface="DejaVu Sans Mono"/>
              </a:defRPr>
            </a:lvl4pPr>
            <a:lvl5pPr algn="l">
              <a:defRPr sz="1875" b="1">
                <a:solidFill>
                  <a:srgbClr val="54DEEF"/>
                </a:solidFill>
                <a:latin typeface="DejaVu Sans Mono"/>
                <a:ea typeface="DejaVu Sans Mono"/>
                <a:cs typeface="DejaVu Sans Mono"/>
              </a:defRPr>
            </a:lvl5pPr>
            <a:lvl6pPr algn="l">
              <a:defRPr sz="1875" b="1">
                <a:solidFill>
                  <a:srgbClr val="54DEEF"/>
                </a:solidFill>
                <a:latin typeface="DejaVu Sans Mono"/>
                <a:ea typeface="DejaVu Sans Mono"/>
                <a:cs typeface="DejaVu Sans Mono"/>
              </a:defRPr>
            </a:lvl6pPr>
            <a:lvl7pPr algn="l">
              <a:defRPr sz="1875" b="1">
                <a:solidFill>
                  <a:srgbClr val="54DEEF"/>
                </a:solidFill>
                <a:latin typeface="DejaVu Sans Mono"/>
                <a:ea typeface="DejaVu Sans Mono"/>
                <a:cs typeface="DejaVu Sans Mono"/>
              </a:defRPr>
            </a:lvl7pPr>
            <a:lvl8pPr algn="l">
              <a:defRPr sz="1875" b="1">
                <a:solidFill>
                  <a:srgbClr val="54DEEF"/>
                </a:solidFill>
                <a:latin typeface="DejaVu Sans Mono"/>
                <a:ea typeface="DejaVu Sans Mono"/>
                <a:cs typeface="DejaVu Sans Mono"/>
              </a:defRPr>
            </a:lvl8pPr>
            <a:lvl9pPr algn="l">
              <a:defRPr sz="1875" b="1">
                <a:solidFill>
                  <a:srgbClr val="54DEEF"/>
                </a:solidFill>
                <a:latin typeface="DejaVu Sans Mono"/>
                <a:ea typeface="DejaVu Sans Mono"/>
                <a:cs typeface="DejaVu Sans Mono"/>
              </a:defRPr>
            </a:lvl9pPr>
          </a:lstStyle>
          <a:p xmlns:a="http://schemas.openxmlformats.org/drawingml/2006/main">
            <a:pPr algn="l">
              <a:defRPr sz="1875" b="1">
                <a:solidFill>
                  <a:srgbClr val="54DEEF"/>
                </a:solidFill>
                <a:latin typeface="DejaVu Sans Mono"/>
                <a:ea typeface="DejaVu Sans Mono"/>
                <a:cs typeface="DejaVu Sans Mono"/>
              </a:defRPr>
            </a:pPr>
            <a:r>
              <a:rPr sz="1875" b="1">
                <a:solidFill>
                  <a:srgbClr val="54DEEF"/>
                </a:solidFill>
                <a:latin typeface="DejaVu Sans Mono"/>
                <a:ea typeface="DejaVu Sans Mono"/>
                <a:cs typeface="DejaVu Sans Mono"/>
              </a:rPr>
              <a:t>Agenda:</a:t>
            </a:r>
          </a:p>
        </p:txBody>
      </p:sp>
      <p:sp>
        <p:nvSpPr>
          <p:cNvPr id="3" name="agenda-item">
            <a:extLst xmlns:a="http://schemas.openxmlformats.org/drawingml/2006/main">
              <a:ext uri="{FF2B5EF4-FFF2-40B4-BE49-F238E27FC236}">
                <a16:creationId xmlns:a16="http://schemas.microsoft.com/office/drawing/2014/main" id="{E2669200-01C9-4B72-9676-B1CD4173556A}"/>
              </a:ext>
            </a:extLst>
          </p:cNvPr>
          <p:cNvSpPr>
            <a:spLocks xmlns:a="http://schemas.openxmlformats.org/drawingml/2006/main" noGrp="1"/>
          </p:cNvSpPr>
          <p:nvPr/>
        </p:nvSpPr>
        <p:spPr>
          <a:xfrm xmlns:a="http://schemas.openxmlformats.org/drawingml/2006/main">
            <a:off x="400050" y="142875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Was ist ein VPN?</a:t>
            </a:r>
          </a:p>
        </p:txBody>
      </p:sp>
      <p:sp>
        <p:nvSpPr>
          <p:cNvPr id="4" name="agenda-item">
            <a:extLst xmlns:a="http://schemas.openxmlformats.org/drawingml/2006/main">
              <a:ext uri="{FF2B5EF4-FFF2-40B4-BE49-F238E27FC236}">
                <a16:creationId xmlns:a16="http://schemas.microsoft.com/office/drawing/2014/main" id="{EF27F1E5-FD1D-4F69-86FC-1A083AE0964A}"/>
              </a:ext>
            </a:extLst>
          </p:cNvPr>
          <p:cNvSpPr>
            <a:spLocks xmlns:a="http://schemas.openxmlformats.org/drawingml/2006/main" noGrp="1"/>
          </p:cNvSpPr>
          <p:nvPr/>
        </p:nvSpPr>
        <p:spPr>
          <a:xfrm xmlns:a="http://schemas.openxmlformats.org/drawingml/2006/main">
            <a:off x="400050" y="209550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Aufbau eines VPN</a:t>
            </a:r>
          </a:p>
        </p:txBody>
      </p:sp>
      <p:sp>
        <p:nvSpPr>
          <p:cNvPr id="5" name="agenda-item">
            <a:extLst xmlns:a="http://schemas.openxmlformats.org/drawingml/2006/main">
              <a:ext uri="{FF2B5EF4-FFF2-40B4-BE49-F238E27FC236}">
                <a16:creationId xmlns:a16="http://schemas.microsoft.com/office/drawing/2014/main" id="{D7DDAFD6-631D-4339-BC76-0FFD8FE33BB7}"/>
              </a:ext>
            </a:extLst>
          </p:cNvPr>
          <p:cNvSpPr>
            <a:spLocks xmlns:a="http://schemas.openxmlformats.org/drawingml/2006/main" noGrp="1"/>
          </p:cNvSpPr>
          <p:nvPr/>
        </p:nvSpPr>
        <p:spPr>
          <a:xfrm xmlns:a="http://schemas.openxmlformats.org/drawingml/2006/main">
            <a:off x="400050" y="276225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Ausprägungen eines VPN Netzes</a:t>
            </a:r>
          </a:p>
        </p:txBody>
      </p:sp>
      <p:sp>
        <p:nvSpPr>
          <p:cNvPr id="6" name="agenda-item">
            <a:extLst xmlns:a="http://schemas.openxmlformats.org/drawingml/2006/main">
              <a:ext uri="{FF2B5EF4-FFF2-40B4-BE49-F238E27FC236}">
                <a16:creationId xmlns:a16="http://schemas.microsoft.com/office/drawing/2014/main" id="{37A6E36D-A83A-4918-8A45-0AD4AFF7875D}"/>
              </a:ext>
            </a:extLst>
          </p:cNvPr>
          <p:cNvSpPr>
            <a:spLocks xmlns:a="http://schemas.openxmlformats.org/drawingml/2006/main" noGrp="1"/>
          </p:cNvSpPr>
          <p:nvPr/>
        </p:nvSpPr>
        <p:spPr>
          <a:xfrm xmlns:a="http://schemas.openxmlformats.org/drawingml/2006/main">
            <a:off x="400050" y="371475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54DEEF"/>
                </a:solidFill>
                <a:latin typeface="DejaVu Sans"/>
                <a:ea typeface="DejaVu Sans"/>
                <a:cs typeface="DejaVu Sans"/>
              </a:defRPr>
            </a:defPPr>
            <a:lvl1pPr algn="l">
              <a:defRPr sz="1575" b="1">
                <a:solidFill>
                  <a:srgbClr val="54DEEF"/>
                </a:solidFill>
                <a:latin typeface="DejaVu Sans"/>
                <a:ea typeface="DejaVu Sans"/>
                <a:cs typeface="DejaVu Sans"/>
              </a:defRPr>
            </a:lvl1pPr>
            <a:lvl2pPr algn="l">
              <a:defRPr sz="1575" b="1">
                <a:solidFill>
                  <a:srgbClr val="54DEEF"/>
                </a:solidFill>
                <a:latin typeface="DejaVu Sans"/>
                <a:ea typeface="DejaVu Sans"/>
                <a:cs typeface="DejaVu Sans"/>
              </a:defRPr>
            </a:lvl2pPr>
            <a:lvl3pPr algn="l">
              <a:defRPr sz="1575" b="1">
                <a:solidFill>
                  <a:srgbClr val="54DEEF"/>
                </a:solidFill>
                <a:latin typeface="DejaVu Sans"/>
                <a:ea typeface="DejaVu Sans"/>
                <a:cs typeface="DejaVu Sans"/>
              </a:defRPr>
            </a:lvl3pPr>
            <a:lvl4pPr algn="l">
              <a:defRPr sz="1575" b="1">
                <a:solidFill>
                  <a:srgbClr val="54DEEF"/>
                </a:solidFill>
                <a:latin typeface="DejaVu Sans"/>
                <a:ea typeface="DejaVu Sans"/>
                <a:cs typeface="DejaVu Sans"/>
              </a:defRPr>
            </a:lvl4pPr>
            <a:lvl5pPr algn="l">
              <a:defRPr sz="1575" b="1">
                <a:solidFill>
                  <a:srgbClr val="54DEEF"/>
                </a:solidFill>
                <a:latin typeface="DejaVu Sans"/>
                <a:ea typeface="DejaVu Sans"/>
                <a:cs typeface="DejaVu Sans"/>
              </a:defRPr>
            </a:lvl5pPr>
            <a:lvl6pPr algn="l">
              <a:defRPr sz="1575" b="1">
                <a:solidFill>
                  <a:srgbClr val="54DEEF"/>
                </a:solidFill>
                <a:latin typeface="DejaVu Sans"/>
                <a:ea typeface="DejaVu Sans"/>
                <a:cs typeface="DejaVu Sans"/>
              </a:defRPr>
            </a:lvl6pPr>
            <a:lvl7pPr algn="l">
              <a:defRPr sz="1575" b="1">
                <a:solidFill>
                  <a:srgbClr val="54DEEF"/>
                </a:solidFill>
                <a:latin typeface="DejaVu Sans"/>
                <a:ea typeface="DejaVu Sans"/>
                <a:cs typeface="DejaVu Sans"/>
              </a:defRPr>
            </a:lvl7pPr>
            <a:lvl8pPr algn="l">
              <a:defRPr sz="1575" b="1">
                <a:solidFill>
                  <a:srgbClr val="54DEEF"/>
                </a:solidFill>
                <a:latin typeface="DejaVu Sans"/>
                <a:ea typeface="DejaVu Sans"/>
                <a:cs typeface="DejaVu Sans"/>
              </a:defRPr>
            </a:lvl8pPr>
            <a:lvl9pPr algn="l">
              <a:defRPr sz="1575" b="1">
                <a:solidFill>
                  <a:srgbClr val="54DEEF"/>
                </a:solidFill>
                <a:latin typeface="DejaVu Sans"/>
                <a:ea typeface="DejaVu Sans"/>
                <a:cs typeface="DejaVu Sans"/>
              </a:defRPr>
            </a:lvl9pPr>
          </a:lstStyle>
          <a:p xmlns:a="http://schemas.openxmlformats.org/drawingml/2006/main">
            <a:pPr algn="l">
              <a:defRPr sz="1575" b="1">
                <a:solidFill>
                  <a:srgbClr val="54DEEF"/>
                </a:solidFill>
                <a:latin typeface="DejaVu Sans"/>
                <a:ea typeface="DejaVu Sans"/>
                <a:cs typeface="DejaVu Sans"/>
              </a:defRPr>
            </a:pPr>
            <a:r>
              <a:rPr sz="1575" b="1">
                <a:solidFill>
                  <a:srgbClr val="54DEEF"/>
                </a:solidFill>
                <a:latin typeface="DejaVu Sans"/>
                <a:ea typeface="DejaVu Sans"/>
                <a:cs typeface="DejaVu Sans"/>
              </a:rPr>
              <a:t>Tunneling Protokolle</a:t>
            </a:r>
          </a:p>
        </p:txBody>
      </p:sp>
      <p:sp>
        <p:nvSpPr>
          <p:cNvPr id="7" name="agenda-item">
            <a:extLst xmlns:a="http://schemas.openxmlformats.org/drawingml/2006/main">
              <a:ext uri="{FF2B5EF4-FFF2-40B4-BE49-F238E27FC236}">
                <a16:creationId xmlns:a16="http://schemas.microsoft.com/office/drawing/2014/main" id="{2D9CA1F4-A95A-4365-BB98-3B5EC4096FF2}"/>
              </a:ext>
            </a:extLst>
          </p:cNvPr>
          <p:cNvSpPr>
            <a:spLocks xmlns:a="http://schemas.openxmlformats.org/drawingml/2006/main" noGrp="1"/>
          </p:cNvSpPr>
          <p:nvPr/>
        </p:nvSpPr>
        <p:spPr>
          <a:xfrm xmlns:a="http://schemas.openxmlformats.org/drawingml/2006/main">
            <a:off x="400050" y="4524375"/>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IPSec</a:t>
            </a:r>
          </a:p>
        </p:txBody>
      </p:sp>
      <p:sp>
        <p:nvSpPr>
          <p:cNvPr id="8" name="agenda-item">
            <a:extLst xmlns:a="http://schemas.openxmlformats.org/drawingml/2006/main">
              <a:ext uri="{FF2B5EF4-FFF2-40B4-BE49-F238E27FC236}">
                <a16:creationId xmlns:a16="http://schemas.microsoft.com/office/drawing/2014/main" id="{9E4CF26C-D502-4062-8EDD-858B85F5F7AF}"/>
              </a:ext>
            </a:extLst>
          </p:cNvPr>
          <p:cNvSpPr>
            <a:spLocks xmlns:a="http://schemas.openxmlformats.org/drawingml/2006/main" noGrp="1"/>
          </p:cNvSpPr>
          <p:nvPr/>
        </p:nvSpPr>
        <p:spPr>
          <a:xfrm xmlns:a="http://schemas.openxmlformats.org/drawingml/2006/main">
            <a:off x="400050" y="5191125"/>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VPN in Verbindung mit einer Firewall</a:t>
            </a:r>
          </a:p>
        </p:txBody>
      </p:sp>
      <p:sp>
        <p:nvSpPr>
          <p:cNvPr id="9" name="agenda-item">
            <a:extLst xmlns:a="http://schemas.openxmlformats.org/drawingml/2006/main">
              <a:ext uri="{FF2B5EF4-FFF2-40B4-BE49-F238E27FC236}">
                <a16:creationId xmlns:a16="http://schemas.microsoft.com/office/drawing/2014/main" id="{DA78B0D4-12C4-4817-A60B-2236A1A02637}"/>
              </a:ext>
            </a:extLst>
          </p:cNvPr>
          <p:cNvSpPr>
            <a:spLocks xmlns:a="http://schemas.openxmlformats.org/drawingml/2006/main" noGrp="1"/>
          </p:cNvSpPr>
          <p:nvPr/>
        </p:nvSpPr>
        <p:spPr>
          <a:xfrm xmlns:a="http://schemas.openxmlformats.org/drawingml/2006/main">
            <a:off x="400050" y="6334125"/>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Fazit</a:t>
            </a:r>
          </a:p>
        </p:txBody>
      </p:sp>
      <p:sp>
        <p:nvSpPr>
          <p:cNvPr id="10" name="title">
            <a:extLst xmlns:a="http://schemas.openxmlformats.org/drawingml/2006/main">
              <a:ext uri="{FF2B5EF4-FFF2-40B4-BE49-F238E27FC236}">
                <a16:creationId xmlns:a16="http://schemas.microsoft.com/office/drawing/2014/main" id="{06F6BB16-45F1-48E4-9BD8-69B12FFC1233}"/>
              </a:ext>
            </a:extLst>
          </p:cNvPr>
          <p:cNvSpPr>
            <a:spLocks xmlns:a="http://schemas.openxmlformats.org/drawingml/2006/main" noGrp="1"/>
          </p:cNvSpPr>
          <p:nvPr/>
        </p:nvSpPr>
        <p:spPr>
          <a:xfrm xmlns:a="http://schemas.openxmlformats.org/drawingml/2006/main">
            <a:off x="3619500" y="590550"/>
            <a:ext cx="1085850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525" b="1">
                <a:solidFill>
                  <a:srgbClr val="F1F7FC"/>
                </a:solidFill>
                <a:latin typeface="DejaVu Sans"/>
                <a:ea typeface="DejaVu Sans"/>
                <a:cs typeface="DejaVu Sans"/>
              </a:defRPr>
            </a:defPPr>
            <a:lvl1pPr algn="l">
              <a:defRPr sz="3525" b="1">
                <a:solidFill>
                  <a:srgbClr val="F1F7FC"/>
                </a:solidFill>
                <a:latin typeface="DejaVu Sans"/>
                <a:ea typeface="DejaVu Sans"/>
                <a:cs typeface="DejaVu Sans"/>
              </a:defRPr>
            </a:lvl1pPr>
            <a:lvl2pPr algn="l">
              <a:defRPr sz="3525" b="1">
                <a:solidFill>
                  <a:srgbClr val="F1F7FC"/>
                </a:solidFill>
                <a:latin typeface="DejaVu Sans"/>
                <a:ea typeface="DejaVu Sans"/>
                <a:cs typeface="DejaVu Sans"/>
              </a:defRPr>
            </a:lvl2pPr>
            <a:lvl3pPr algn="l">
              <a:defRPr sz="3525" b="1">
                <a:solidFill>
                  <a:srgbClr val="F1F7FC"/>
                </a:solidFill>
                <a:latin typeface="DejaVu Sans"/>
                <a:ea typeface="DejaVu Sans"/>
                <a:cs typeface="DejaVu Sans"/>
              </a:defRPr>
            </a:lvl3pPr>
            <a:lvl4pPr algn="l">
              <a:defRPr sz="3525" b="1">
                <a:solidFill>
                  <a:srgbClr val="F1F7FC"/>
                </a:solidFill>
                <a:latin typeface="DejaVu Sans"/>
                <a:ea typeface="DejaVu Sans"/>
                <a:cs typeface="DejaVu Sans"/>
              </a:defRPr>
            </a:lvl4pPr>
            <a:lvl5pPr algn="l">
              <a:defRPr sz="3525" b="1">
                <a:solidFill>
                  <a:srgbClr val="F1F7FC"/>
                </a:solidFill>
                <a:latin typeface="DejaVu Sans"/>
                <a:ea typeface="DejaVu Sans"/>
                <a:cs typeface="DejaVu Sans"/>
              </a:defRPr>
            </a:lvl5pPr>
            <a:lvl6pPr algn="l">
              <a:defRPr sz="3525" b="1">
                <a:solidFill>
                  <a:srgbClr val="F1F7FC"/>
                </a:solidFill>
                <a:latin typeface="DejaVu Sans"/>
                <a:ea typeface="DejaVu Sans"/>
                <a:cs typeface="DejaVu Sans"/>
              </a:defRPr>
            </a:lvl6pPr>
            <a:lvl7pPr algn="l">
              <a:defRPr sz="3525" b="1">
                <a:solidFill>
                  <a:srgbClr val="F1F7FC"/>
                </a:solidFill>
                <a:latin typeface="DejaVu Sans"/>
                <a:ea typeface="DejaVu Sans"/>
                <a:cs typeface="DejaVu Sans"/>
              </a:defRPr>
            </a:lvl7pPr>
            <a:lvl8pPr algn="l">
              <a:defRPr sz="3525" b="1">
                <a:solidFill>
                  <a:srgbClr val="F1F7FC"/>
                </a:solidFill>
                <a:latin typeface="DejaVu Sans"/>
                <a:ea typeface="DejaVu Sans"/>
                <a:cs typeface="DejaVu Sans"/>
              </a:defRPr>
            </a:lvl8pPr>
            <a:lvl9pPr algn="l">
              <a:defRPr sz="3525" b="1">
                <a:solidFill>
                  <a:srgbClr val="F1F7FC"/>
                </a:solidFill>
                <a:latin typeface="DejaVu Sans"/>
                <a:ea typeface="DejaVu Sans"/>
                <a:cs typeface="DejaVu Sans"/>
              </a:defRPr>
            </a:lvl9pPr>
          </a:lstStyle>
          <a:p xmlns:a="http://schemas.openxmlformats.org/drawingml/2006/main">
            <a:pPr algn="l">
              <a:defRPr sz="3525" b="1">
                <a:solidFill>
                  <a:srgbClr val="F1F7FC"/>
                </a:solidFill>
                <a:latin typeface="DejaVu Sans"/>
                <a:ea typeface="DejaVu Sans"/>
                <a:cs typeface="DejaVu Sans"/>
              </a:defRPr>
            </a:pPr>
            <a:r>
              <a:rPr sz="3525" b="1">
                <a:solidFill>
                  <a:srgbClr val="F1F7FC"/>
                </a:solidFill>
                <a:latin typeface="DejaVu Sans"/>
                <a:ea typeface="DejaVu Sans"/>
                <a:cs typeface="DejaVu Sans"/>
              </a:rPr>
              <a:t>Tunneling Protokolle</a:t>
            </a:r>
          </a:p>
        </p:txBody>
      </p:sp>
      <p:sp>
        <p:nvSpPr>
          <p:cNvPr id="11" name="page-number">
            <a:extLst xmlns:a="http://schemas.openxmlformats.org/drawingml/2006/main">
              <a:ext uri="{FF2B5EF4-FFF2-40B4-BE49-F238E27FC236}">
                <a16:creationId xmlns:a16="http://schemas.microsoft.com/office/drawing/2014/main" id="{0F09797F-F482-4780-8C19-E0DF375B2228}"/>
              </a:ext>
            </a:extLst>
          </p:cNvPr>
          <p:cNvSpPr>
            <a:spLocks xmlns:a="http://schemas.openxmlformats.org/drawingml/2006/main" noGrp="1"/>
          </p:cNvSpPr>
          <p:nvPr/>
        </p:nvSpPr>
        <p:spPr>
          <a:xfrm xmlns:a="http://schemas.openxmlformats.org/drawingml/2006/main">
            <a:off x="13477875" y="8020050"/>
            <a:ext cx="1285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AABFD1"/>
                </a:solidFill>
                <a:latin typeface="DejaVu Sans Mono"/>
                <a:ea typeface="DejaVu Sans Mono"/>
                <a:cs typeface="DejaVu Sans Mono"/>
              </a:defRPr>
            </a:defPPr>
            <a:lvl1pPr algn="r">
              <a:defRPr sz="1350" b="0">
                <a:solidFill>
                  <a:srgbClr val="AABFD1"/>
                </a:solidFill>
                <a:latin typeface="DejaVu Sans Mono"/>
                <a:ea typeface="DejaVu Sans Mono"/>
                <a:cs typeface="DejaVu Sans Mono"/>
              </a:defRPr>
            </a:lvl1pPr>
            <a:lvl2pPr algn="r">
              <a:defRPr sz="1350" b="0">
                <a:solidFill>
                  <a:srgbClr val="AABFD1"/>
                </a:solidFill>
                <a:latin typeface="DejaVu Sans Mono"/>
                <a:ea typeface="DejaVu Sans Mono"/>
                <a:cs typeface="DejaVu Sans Mono"/>
              </a:defRPr>
            </a:lvl2pPr>
            <a:lvl3pPr algn="r">
              <a:defRPr sz="1350" b="0">
                <a:solidFill>
                  <a:srgbClr val="AABFD1"/>
                </a:solidFill>
                <a:latin typeface="DejaVu Sans Mono"/>
                <a:ea typeface="DejaVu Sans Mono"/>
                <a:cs typeface="DejaVu Sans Mono"/>
              </a:defRPr>
            </a:lvl3pPr>
            <a:lvl4pPr algn="r">
              <a:defRPr sz="1350" b="0">
                <a:solidFill>
                  <a:srgbClr val="AABFD1"/>
                </a:solidFill>
                <a:latin typeface="DejaVu Sans Mono"/>
                <a:ea typeface="DejaVu Sans Mono"/>
                <a:cs typeface="DejaVu Sans Mono"/>
              </a:defRPr>
            </a:lvl4pPr>
            <a:lvl5pPr algn="r">
              <a:defRPr sz="1350" b="0">
                <a:solidFill>
                  <a:srgbClr val="AABFD1"/>
                </a:solidFill>
                <a:latin typeface="DejaVu Sans Mono"/>
                <a:ea typeface="DejaVu Sans Mono"/>
                <a:cs typeface="DejaVu Sans Mono"/>
              </a:defRPr>
            </a:lvl5pPr>
            <a:lvl6pPr algn="r">
              <a:defRPr sz="1350" b="0">
                <a:solidFill>
                  <a:srgbClr val="AABFD1"/>
                </a:solidFill>
                <a:latin typeface="DejaVu Sans Mono"/>
                <a:ea typeface="DejaVu Sans Mono"/>
                <a:cs typeface="DejaVu Sans Mono"/>
              </a:defRPr>
            </a:lvl6pPr>
            <a:lvl7pPr algn="r">
              <a:defRPr sz="1350" b="0">
                <a:solidFill>
                  <a:srgbClr val="AABFD1"/>
                </a:solidFill>
                <a:latin typeface="DejaVu Sans Mono"/>
                <a:ea typeface="DejaVu Sans Mono"/>
                <a:cs typeface="DejaVu Sans Mono"/>
              </a:defRPr>
            </a:lvl7pPr>
            <a:lvl8pPr algn="r">
              <a:defRPr sz="1350" b="0">
                <a:solidFill>
                  <a:srgbClr val="AABFD1"/>
                </a:solidFill>
                <a:latin typeface="DejaVu Sans Mono"/>
                <a:ea typeface="DejaVu Sans Mono"/>
                <a:cs typeface="DejaVu Sans Mono"/>
              </a:defRPr>
            </a:lvl8pPr>
            <a:lvl9pPr algn="r">
              <a:defRPr sz="1350" b="0">
                <a:solidFill>
                  <a:srgbClr val="AABFD1"/>
                </a:solidFill>
                <a:latin typeface="DejaVu Sans Mono"/>
                <a:ea typeface="DejaVu Sans Mono"/>
                <a:cs typeface="DejaVu Sans Mono"/>
              </a:defRPr>
            </a:lvl9pPr>
          </a:lstStyle>
          <a:p xmlns:a="http://schemas.openxmlformats.org/drawingml/2006/main">
            <a:pPr algn="r">
              <a:defRPr sz="1350" b="0">
                <a:solidFill>
                  <a:srgbClr val="AABFD1"/>
                </a:solidFill>
                <a:latin typeface="DejaVu Sans Mono"/>
                <a:ea typeface="DejaVu Sans Mono"/>
                <a:cs typeface="DejaVu Sans Mono"/>
              </a:defRPr>
            </a:pPr>
            <a:r>
              <a:rPr sz="1350" b="0">
                <a:solidFill>
                  <a:srgbClr val="AABFD1"/>
                </a:solidFill>
                <a:latin typeface="DejaVu Sans Mono"/>
                <a:ea typeface="DejaVu Sans Mono"/>
                <a:cs typeface="DejaVu Sans Mono"/>
              </a:rPr>
              <a:t>22 / 33</a:t>
            </a:r>
          </a:p>
        </p:txBody>
      </p:sp>
      <p:sp>
        <p:nvSpPr>
          <p:cNvPr id="12" name="subheading">
            <a:extLst xmlns:a="http://schemas.openxmlformats.org/drawingml/2006/main">
              <a:ext uri="{FF2B5EF4-FFF2-40B4-BE49-F238E27FC236}">
                <a16:creationId xmlns:a16="http://schemas.microsoft.com/office/drawing/2014/main" id="{77BA662B-357C-4C17-92C3-86A1C29107FA}"/>
              </a:ext>
            </a:extLst>
          </p:cNvPr>
          <p:cNvSpPr>
            <a:spLocks xmlns:a="http://schemas.openxmlformats.org/drawingml/2006/main" noGrp="1"/>
          </p:cNvSpPr>
          <p:nvPr/>
        </p:nvSpPr>
        <p:spPr>
          <a:xfrm xmlns:a="http://schemas.openxmlformats.org/drawingml/2006/main">
            <a:off x="3619500" y="2095500"/>
            <a:ext cx="10858500" cy="5227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54DEEF"/>
                </a:solidFill>
                <a:latin typeface="DejaVu Sans"/>
                <a:ea typeface="DejaVu Sans"/>
                <a:cs typeface="DejaVu Sans"/>
              </a:defRPr>
            </a:defPPr>
            <a:lvl1pPr algn="l">
              <a:defRPr sz="2550" b="1">
                <a:solidFill>
                  <a:srgbClr val="54DEEF"/>
                </a:solidFill>
                <a:latin typeface="DejaVu Sans"/>
                <a:ea typeface="DejaVu Sans"/>
                <a:cs typeface="DejaVu Sans"/>
              </a:defRPr>
            </a:lvl1pPr>
            <a:lvl2pPr algn="l">
              <a:defRPr sz="2550" b="1">
                <a:solidFill>
                  <a:srgbClr val="54DEEF"/>
                </a:solidFill>
                <a:latin typeface="DejaVu Sans"/>
                <a:ea typeface="DejaVu Sans"/>
                <a:cs typeface="DejaVu Sans"/>
              </a:defRPr>
            </a:lvl2pPr>
            <a:lvl3pPr algn="l">
              <a:defRPr sz="2550" b="1">
                <a:solidFill>
                  <a:srgbClr val="54DEEF"/>
                </a:solidFill>
                <a:latin typeface="DejaVu Sans"/>
                <a:ea typeface="DejaVu Sans"/>
                <a:cs typeface="DejaVu Sans"/>
              </a:defRPr>
            </a:lvl3pPr>
            <a:lvl4pPr algn="l">
              <a:defRPr sz="2550" b="1">
                <a:solidFill>
                  <a:srgbClr val="54DEEF"/>
                </a:solidFill>
                <a:latin typeface="DejaVu Sans"/>
                <a:ea typeface="DejaVu Sans"/>
                <a:cs typeface="DejaVu Sans"/>
              </a:defRPr>
            </a:lvl4pPr>
            <a:lvl5pPr algn="l">
              <a:defRPr sz="2550" b="1">
                <a:solidFill>
                  <a:srgbClr val="54DEEF"/>
                </a:solidFill>
                <a:latin typeface="DejaVu Sans"/>
                <a:ea typeface="DejaVu Sans"/>
                <a:cs typeface="DejaVu Sans"/>
              </a:defRPr>
            </a:lvl5pPr>
            <a:lvl6pPr algn="l">
              <a:defRPr sz="2550" b="1">
                <a:solidFill>
                  <a:srgbClr val="54DEEF"/>
                </a:solidFill>
                <a:latin typeface="DejaVu Sans"/>
                <a:ea typeface="DejaVu Sans"/>
                <a:cs typeface="DejaVu Sans"/>
              </a:defRPr>
            </a:lvl6pPr>
            <a:lvl7pPr algn="l">
              <a:defRPr sz="2550" b="1">
                <a:solidFill>
                  <a:srgbClr val="54DEEF"/>
                </a:solidFill>
                <a:latin typeface="DejaVu Sans"/>
                <a:ea typeface="DejaVu Sans"/>
                <a:cs typeface="DejaVu Sans"/>
              </a:defRPr>
            </a:lvl7pPr>
            <a:lvl8pPr algn="l">
              <a:defRPr sz="2550" b="1">
                <a:solidFill>
                  <a:srgbClr val="54DEEF"/>
                </a:solidFill>
                <a:latin typeface="DejaVu Sans"/>
                <a:ea typeface="DejaVu Sans"/>
                <a:cs typeface="DejaVu Sans"/>
              </a:defRPr>
            </a:lvl8pPr>
            <a:lvl9pPr algn="l">
              <a:defRPr sz="2550" b="1">
                <a:solidFill>
                  <a:srgbClr val="54DEEF"/>
                </a:solidFill>
                <a:latin typeface="DejaVu Sans"/>
                <a:ea typeface="DejaVu Sans"/>
                <a:cs typeface="DejaVu Sans"/>
              </a:defRPr>
            </a:lvl9pPr>
          </a:lstStyle>
          <a:p xmlns:a="http://schemas.openxmlformats.org/drawingml/2006/main">
            <a:pPr algn="l">
              <a:defRPr sz="2550" b="1">
                <a:solidFill>
                  <a:srgbClr val="54DEEF"/>
                </a:solidFill>
                <a:latin typeface="DejaVu Sans"/>
                <a:ea typeface="DejaVu Sans"/>
                <a:cs typeface="DejaVu Sans"/>
              </a:defRPr>
            </a:pPr>
            <a:r>
              <a:rPr sz="2550" b="1">
                <a:solidFill>
                  <a:srgbClr val="54DEEF"/>
                </a:solidFill>
                <a:latin typeface="DejaVu Sans"/>
                <a:ea typeface="DejaVu Sans"/>
                <a:cs typeface="DejaVu Sans"/>
              </a:rPr>
              <a:t>L2TP:</a:t>
            </a:r>
          </a:p>
        </p:txBody>
      </p:sp>
      <p:sp>
        <p:nvSpPr>
          <p:cNvPr id="13" name="content">
            <a:extLst xmlns:a="http://schemas.openxmlformats.org/drawingml/2006/main">
              <a:ext uri="{FF2B5EF4-FFF2-40B4-BE49-F238E27FC236}">
                <a16:creationId xmlns:a16="http://schemas.microsoft.com/office/drawing/2014/main" id="{EE8727DE-5933-4639-98A5-1AAC56D4C4A0}"/>
              </a:ext>
            </a:extLst>
          </p:cNvPr>
          <p:cNvSpPr>
            <a:spLocks xmlns:a="http://schemas.openxmlformats.org/drawingml/2006/main" noGrp="1"/>
          </p:cNvSpPr>
          <p:nvPr/>
        </p:nvSpPr>
        <p:spPr>
          <a:xfrm xmlns:a="http://schemas.openxmlformats.org/drawingml/2006/main">
            <a:off x="3619500" y="2837307"/>
            <a:ext cx="10858500" cy="4850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0">
                <a:solidFill>
                  <a:srgbClr val="E0EAF4"/>
                </a:solidFill>
                <a:latin typeface="DejaVu Sans"/>
                <a:ea typeface="DejaVu Sans"/>
                <a:cs typeface="DejaVu Sans"/>
              </a:defRPr>
            </a:defPPr>
            <a:lvl1pPr algn="l">
              <a:defRPr sz="2325" b="0">
                <a:solidFill>
                  <a:srgbClr val="E0EAF4"/>
                </a:solidFill>
                <a:latin typeface="DejaVu Sans"/>
                <a:ea typeface="DejaVu Sans"/>
                <a:cs typeface="DejaVu Sans"/>
              </a:defRPr>
            </a:lvl1pPr>
            <a:lvl2pPr algn="l">
              <a:defRPr sz="2325" b="0">
                <a:solidFill>
                  <a:srgbClr val="E0EAF4"/>
                </a:solidFill>
                <a:latin typeface="DejaVu Sans"/>
                <a:ea typeface="DejaVu Sans"/>
                <a:cs typeface="DejaVu Sans"/>
              </a:defRPr>
            </a:lvl2pPr>
            <a:lvl3pPr algn="l">
              <a:defRPr sz="2325" b="0">
                <a:solidFill>
                  <a:srgbClr val="E0EAF4"/>
                </a:solidFill>
                <a:latin typeface="DejaVu Sans"/>
                <a:ea typeface="DejaVu Sans"/>
                <a:cs typeface="DejaVu Sans"/>
              </a:defRPr>
            </a:lvl3pPr>
            <a:lvl4pPr algn="l">
              <a:defRPr sz="2325" b="0">
                <a:solidFill>
                  <a:srgbClr val="E0EAF4"/>
                </a:solidFill>
                <a:latin typeface="DejaVu Sans"/>
                <a:ea typeface="DejaVu Sans"/>
                <a:cs typeface="DejaVu Sans"/>
              </a:defRPr>
            </a:lvl4pPr>
            <a:lvl5pPr algn="l">
              <a:defRPr sz="2325" b="0">
                <a:solidFill>
                  <a:srgbClr val="E0EAF4"/>
                </a:solidFill>
                <a:latin typeface="DejaVu Sans"/>
                <a:ea typeface="DejaVu Sans"/>
                <a:cs typeface="DejaVu Sans"/>
              </a:defRPr>
            </a:lvl5pPr>
            <a:lvl6pPr algn="l">
              <a:defRPr sz="2325" b="0">
                <a:solidFill>
                  <a:srgbClr val="E0EAF4"/>
                </a:solidFill>
                <a:latin typeface="DejaVu Sans"/>
                <a:ea typeface="DejaVu Sans"/>
                <a:cs typeface="DejaVu Sans"/>
              </a:defRPr>
            </a:lvl6pPr>
            <a:lvl7pPr algn="l">
              <a:defRPr sz="2325" b="0">
                <a:solidFill>
                  <a:srgbClr val="E0EAF4"/>
                </a:solidFill>
                <a:latin typeface="DejaVu Sans"/>
                <a:ea typeface="DejaVu Sans"/>
                <a:cs typeface="DejaVu Sans"/>
              </a:defRPr>
            </a:lvl7pPr>
            <a:lvl8pPr algn="l">
              <a:defRPr sz="2325" b="0">
                <a:solidFill>
                  <a:srgbClr val="E0EAF4"/>
                </a:solidFill>
                <a:latin typeface="DejaVu Sans"/>
                <a:ea typeface="DejaVu Sans"/>
                <a:cs typeface="DejaVu Sans"/>
              </a:defRPr>
            </a:lvl8pPr>
            <a:lvl9pPr algn="l">
              <a:defRPr sz="2325" b="0">
                <a:solidFill>
                  <a:srgbClr val="E0EAF4"/>
                </a:solidFill>
                <a:latin typeface="DejaVu Sans"/>
                <a:ea typeface="DejaVu Sans"/>
                <a:cs typeface="DejaVu Sans"/>
              </a:defRPr>
            </a:lvl9pPr>
          </a:lstStyle>
          <a:p xmlns:a="http://schemas.openxmlformats.org/drawingml/2006/main">
            <a:pPr marL="355600" indent="-292100" algn="l">
              <a:spcAft>
                <a:spcPts val="0"/>
              </a:spcAft>
              <a:buChar char="•"/>
              <a:defRPr sz="2325" b="0">
                <a:solidFill>
                  <a:srgbClr val="E0EAF4"/>
                </a:solidFill>
                <a:latin typeface="DejaVu Sans"/>
                <a:ea typeface="DejaVu Sans"/>
                <a:cs typeface="DejaVu Sans"/>
              </a:defRPr>
            </a:pPr>
            <a:r>
              <a:rPr b="0">
                <a:latin typeface="DejaVu Sans"/>
                <a:ea typeface="DejaVu Sans"/>
                <a:cs typeface="DejaVu Sans"/>
              </a:rPr>
              <a:t>vereint Vorteile von PPTP und L2F</a:t>
            </a:r>
          </a:p>
        </p:txBody>
      </p:sp>
      <p:sp>
        <p:nvSpPr>
          <p:cNvPr id="14" name="content">
            <a:extLst xmlns:a="http://schemas.openxmlformats.org/drawingml/2006/main">
              <a:ext uri="{FF2B5EF4-FFF2-40B4-BE49-F238E27FC236}">
                <a16:creationId xmlns:a16="http://schemas.microsoft.com/office/drawing/2014/main" id="{6ED55172-88DA-4888-995F-F7321E35A59F}"/>
              </a:ext>
            </a:extLst>
          </p:cNvPr>
          <p:cNvSpPr>
            <a:spLocks xmlns:a="http://schemas.openxmlformats.org/drawingml/2006/main" noGrp="1"/>
          </p:cNvSpPr>
          <p:nvPr/>
        </p:nvSpPr>
        <p:spPr>
          <a:xfrm xmlns:a="http://schemas.openxmlformats.org/drawingml/2006/main">
            <a:off x="3619500" y="3541395"/>
            <a:ext cx="10858500" cy="4850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0">
                <a:solidFill>
                  <a:srgbClr val="E0EAF4"/>
                </a:solidFill>
                <a:latin typeface="DejaVu Sans"/>
                <a:ea typeface="DejaVu Sans"/>
                <a:cs typeface="DejaVu Sans"/>
              </a:defRPr>
            </a:defPPr>
            <a:lvl1pPr algn="l">
              <a:defRPr sz="2325" b="0">
                <a:solidFill>
                  <a:srgbClr val="E0EAF4"/>
                </a:solidFill>
                <a:latin typeface="DejaVu Sans"/>
                <a:ea typeface="DejaVu Sans"/>
                <a:cs typeface="DejaVu Sans"/>
              </a:defRPr>
            </a:lvl1pPr>
            <a:lvl2pPr algn="l">
              <a:defRPr sz="2325" b="0">
                <a:solidFill>
                  <a:srgbClr val="E0EAF4"/>
                </a:solidFill>
                <a:latin typeface="DejaVu Sans"/>
                <a:ea typeface="DejaVu Sans"/>
                <a:cs typeface="DejaVu Sans"/>
              </a:defRPr>
            </a:lvl2pPr>
            <a:lvl3pPr algn="l">
              <a:defRPr sz="2325" b="0">
                <a:solidFill>
                  <a:srgbClr val="E0EAF4"/>
                </a:solidFill>
                <a:latin typeface="DejaVu Sans"/>
                <a:ea typeface="DejaVu Sans"/>
                <a:cs typeface="DejaVu Sans"/>
              </a:defRPr>
            </a:lvl3pPr>
            <a:lvl4pPr algn="l">
              <a:defRPr sz="2325" b="0">
                <a:solidFill>
                  <a:srgbClr val="E0EAF4"/>
                </a:solidFill>
                <a:latin typeface="DejaVu Sans"/>
                <a:ea typeface="DejaVu Sans"/>
                <a:cs typeface="DejaVu Sans"/>
              </a:defRPr>
            </a:lvl4pPr>
            <a:lvl5pPr algn="l">
              <a:defRPr sz="2325" b="0">
                <a:solidFill>
                  <a:srgbClr val="E0EAF4"/>
                </a:solidFill>
                <a:latin typeface="DejaVu Sans"/>
                <a:ea typeface="DejaVu Sans"/>
                <a:cs typeface="DejaVu Sans"/>
              </a:defRPr>
            </a:lvl5pPr>
            <a:lvl6pPr algn="l">
              <a:defRPr sz="2325" b="0">
                <a:solidFill>
                  <a:srgbClr val="E0EAF4"/>
                </a:solidFill>
                <a:latin typeface="DejaVu Sans"/>
                <a:ea typeface="DejaVu Sans"/>
                <a:cs typeface="DejaVu Sans"/>
              </a:defRPr>
            </a:lvl6pPr>
            <a:lvl7pPr algn="l">
              <a:defRPr sz="2325" b="0">
                <a:solidFill>
                  <a:srgbClr val="E0EAF4"/>
                </a:solidFill>
                <a:latin typeface="DejaVu Sans"/>
                <a:ea typeface="DejaVu Sans"/>
                <a:cs typeface="DejaVu Sans"/>
              </a:defRPr>
            </a:lvl7pPr>
            <a:lvl8pPr algn="l">
              <a:defRPr sz="2325" b="0">
                <a:solidFill>
                  <a:srgbClr val="E0EAF4"/>
                </a:solidFill>
                <a:latin typeface="DejaVu Sans"/>
                <a:ea typeface="DejaVu Sans"/>
                <a:cs typeface="DejaVu Sans"/>
              </a:defRPr>
            </a:lvl8pPr>
            <a:lvl9pPr algn="l">
              <a:defRPr sz="2325" b="0">
                <a:solidFill>
                  <a:srgbClr val="E0EAF4"/>
                </a:solidFill>
                <a:latin typeface="DejaVu Sans"/>
                <a:ea typeface="DejaVu Sans"/>
                <a:cs typeface="DejaVu Sans"/>
              </a:defRPr>
            </a:lvl9pPr>
          </a:lstStyle>
          <a:p xmlns:a="http://schemas.openxmlformats.org/drawingml/2006/main">
            <a:pPr marL="355600" indent="-292100" algn="l">
              <a:spcAft>
                <a:spcPts val="0"/>
              </a:spcAft>
              <a:buChar char="•"/>
              <a:defRPr sz="2325" b="0">
                <a:solidFill>
                  <a:srgbClr val="E0EAF4"/>
                </a:solidFill>
                <a:latin typeface="DejaVu Sans"/>
                <a:ea typeface="DejaVu Sans"/>
                <a:cs typeface="DejaVu Sans"/>
              </a:defRPr>
            </a:pPr>
            <a:r>
              <a:rPr b="0">
                <a:latin typeface="DejaVu Sans"/>
                <a:ea typeface="DejaVu Sans"/>
                <a:cs typeface="DejaVu Sans"/>
              </a:rPr>
              <a:t>L2TP- Header: Tunnel- ID, Session- ID</a:t>
            </a:r>
          </a:p>
        </p:txBody>
      </p:sp>
      <p:sp>
        <p:nvSpPr>
          <p:cNvPr id="15" name="content">
            <a:extLst xmlns:a="http://schemas.openxmlformats.org/drawingml/2006/main">
              <a:ext uri="{FF2B5EF4-FFF2-40B4-BE49-F238E27FC236}">
                <a16:creationId xmlns:a16="http://schemas.microsoft.com/office/drawing/2014/main" id="{941693D2-B9A4-419D-B9E9-6AB0D1C8C1C9}"/>
              </a:ext>
            </a:extLst>
          </p:cNvPr>
          <p:cNvSpPr>
            <a:spLocks xmlns:a="http://schemas.openxmlformats.org/drawingml/2006/main" noGrp="1"/>
          </p:cNvSpPr>
          <p:nvPr/>
        </p:nvSpPr>
        <p:spPr>
          <a:xfrm xmlns:a="http://schemas.openxmlformats.org/drawingml/2006/main">
            <a:off x="3619500" y="4245483"/>
            <a:ext cx="10858500" cy="4850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0">
                <a:solidFill>
                  <a:srgbClr val="E0EAF4"/>
                </a:solidFill>
                <a:latin typeface="DejaVu Sans"/>
                <a:ea typeface="DejaVu Sans"/>
                <a:cs typeface="DejaVu Sans"/>
              </a:defRPr>
            </a:defPPr>
            <a:lvl1pPr algn="l">
              <a:defRPr sz="2325" b="0">
                <a:solidFill>
                  <a:srgbClr val="E0EAF4"/>
                </a:solidFill>
                <a:latin typeface="DejaVu Sans"/>
                <a:ea typeface="DejaVu Sans"/>
                <a:cs typeface="DejaVu Sans"/>
              </a:defRPr>
            </a:lvl1pPr>
            <a:lvl2pPr algn="l">
              <a:defRPr sz="2325" b="0">
                <a:solidFill>
                  <a:srgbClr val="E0EAF4"/>
                </a:solidFill>
                <a:latin typeface="DejaVu Sans"/>
                <a:ea typeface="DejaVu Sans"/>
                <a:cs typeface="DejaVu Sans"/>
              </a:defRPr>
            </a:lvl2pPr>
            <a:lvl3pPr algn="l">
              <a:defRPr sz="2325" b="0">
                <a:solidFill>
                  <a:srgbClr val="E0EAF4"/>
                </a:solidFill>
                <a:latin typeface="DejaVu Sans"/>
                <a:ea typeface="DejaVu Sans"/>
                <a:cs typeface="DejaVu Sans"/>
              </a:defRPr>
            </a:lvl3pPr>
            <a:lvl4pPr algn="l">
              <a:defRPr sz="2325" b="0">
                <a:solidFill>
                  <a:srgbClr val="E0EAF4"/>
                </a:solidFill>
                <a:latin typeface="DejaVu Sans"/>
                <a:ea typeface="DejaVu Sans"/>
                <a:cs typeface="DejaVu Sans"/>
              </a:defRPr>
            </a:lvl4pPr>
            <a:lvl5pPr algn="l">
              <a:defRPr sz="2325" b="0">
                <a:solidFill>
                  <a:srgbClr val="E0EAF4"/>
                </a:solidFill>
                <a:latin typeface="DejaVu Sans"/>
                <a:ea typeface="DejaVu Sans"/>
                <a:cs typeface="DejaVu Sans"/>
              </a:defRPr>
            </a:lvl5pPr>
            <a:lvl6pPr algn="l">
              <a:defRPr sz="2325" b="0">
                <a:solidFill>
                  <a:srgbClr val="E0EAF4"/>
                </a:solidFill>
                <a:latin typeface="DejaVu Sans"/>
                <a:ea typeface="DejaVu Sans"/>
                <a:cs typeface="DejaVu Sans"/>
              </a:defRPr>
            </a:lvl6pPr>
            <a:lvl7pPr algn="l">
              <a:defRPr sz="2325" b="0">
                <a:solidFill>
                  <a:srgbClr val="E0EAF4"/>
                </a:solidFill>
                <a:latin typeface="DejaVu Sans"/>
                <a:ea typeface="DejaVu Sans"/>
                <a:cs typeface="DejaVu Sans"/>
              </a:defRPr>
            </a:lvl7pPr>
            <a:lvl8pPr algn="l">
              <a:defRPr sz="2325" b="0">
                <a:solidFill>
                  <a:srgbClr val="E0EAF4"/>
                </a:solidFill>
                <a:latin typeface="DejaVu Sans"/>
                <a:ea typeface="DejaVu Sans"/>
                <a:cs typeface="DejaVu Sans"/>
              </a:defRPr>
            </a:lvl8pPr>
            <a:lvl9pPr algn="l">
              <a:defRPr sz="2325" b="0">
                <a:solidFill>
                  <a:srgbClr val="E0EAF4"/>
                </a:solidFill>
                <a:latin typeface="DejaVu Sans"/>
                <a:ea typeface="DejaVu Sans"/>
                <a:cs typeface="DejaVu Sans"/>
              </a:defRPr>
            </a:lvl9pPr>
          </a:lstStyle>
          <a:p xmlns:a="http://schemas.openxmlformats.org/drawingml/2006/main">
            <a:pPr marL="355600" indent="-292100" algn="l">
              <a:spcAft>
                <a:spcPts val="0"/>
              </a:spcAft>
              <a:buChar char="•"/>
              <a:defRPr sz="2325" b="0">
                <a:solidFill>
                  <a:srgbClr val="E0EAF4"/>
                </a:solidFill>
                <a:latin typeface="DejaVu Sans"/>
                <a:ea typeface="DejaVu Sans"/>
                <a:cs typeface="DejaVu Sans"/>
              </a:defRPr>
            </a:pPr>
            <a:r>
              <a:rPr b="0">
                <a:latin typeface="DejaVu Sans"/>
                <a:ea typeface="DejaVu Sans"/>
                <a:cs typeface="DejaVu Sans"/>
              </a:rPr>
              <a:t>Kontrollverbindung innerhalb des Tunnels</a:t>
            </a:r>
          </a:p>
        </p:txBody>
      </p:sp>
      <p:sp>
        <p:nvSpPr>
          <p:cNvPr id="16" name="protocol-block">
            <a:extLst xmlns:a="http://schemas.openxmlformats.org/drawingml/2006/main">
              <a:ext uri="{FF2B5EF4-FFF2-40B4-BE49-F238E27FC236}">
                <a16:creationId xmlns:a16="http://schemas.microsoft.com/office/drawing/2014/main" id="{413D93CE-7714-4760-B419-33551BD5B61F}"/>
              </a:ext>
            </a:extLst>
          </p:cNvPr>
          <p:cNvSpPr>
            <a:spLocks xmlns:a="http://schemas.openxmlformats.org/drawingml/2006/main" noGrp="1"/>
          </p:cNvSpPr>
          <p:nvPr/>
        </p:nvSpPr>
        <p:spPr>
          <a:xfrm xmlns:a="http://schemas.openxmlformats.org/drawingml/2006/main">
            <a:off x="4286250" y="5381625"/>
            <a:ext cx="9620250" cy="1952625"/>
          </a:xfrm>
          <a:prstGeom xmlns:a="http://schemas.openxmlformats.org/drawingml/2006/main" prst="rect">
            <a:avLst/>
          </a:prstGeom>
          <a:solidFill xmlns:a="http://schemas.openxmlformats.org/drawingml/2006/main">
            <a:srgbClr val="12374D"/>
          </a:solidFill>
          <a:ln xmlns:a="http://schemas.openxmlformats.org/drawingml/2006/main" w="14288">
            <a:solidFill>
              <a:srgbClr val="5CDEF0"/>
            </a:solidFill>
            <a:prstDash val="solid"/>
          </a:ln>
        </p:spPr>
      </p:sp>
      <p:sp>
        <p:nvSpPr>
          <p:cNvPr id="17" name="protocol-label">
            <a:extLst xmlns:a="http://schemas.openxmlformats.org/drawingml/2006/main">
              <a:ext uri="{FF2B5EF4-FFF2-40B4-BE49-F238E27FC236}">
                <a16:creationId xmlns:a16="http://schemas.microsoft.com/office/drawing/2014/main" id="{3288F5ED-D5AE-4CC5-ABC7-22DEF0C4B916}"/>
              </a:ext>
            </a:extLst>
          </p:cNvPr>
          <p:cNvSpPr>
            <a:spLocks xmlns:a="http://schemas.openxmlformats.org/drawingml/2006/main" noGrp="1"/>
          </p:cNvSpPr>
          <p:nvPr/>
        </p:nvSpPr>
        <p:spPr>
          <a:xfrm xmlns:a="http://schemas.openxmlformats.org/drawingml/2006/main">
            <a:off x="4362450" y="6053138"/>
            <a:ext cx="122872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75" b="1">
                <a:solidFill>
                  <a:srgbClr val="F0FBFF"/>
                </a:solidFill>
                <a:latin typeface="DejaVu Sans"/>
                <a:ea typeface="DejaVu Sans"/>
                <a:cs typeface="DejaVu Sans"/>
              </a:defRPr>
            </a:defPPr>
            <a:lvl1pPr algn="ctr">
              <a:defRPr sz="1875" b="1">
                <a:solidFill>
                  <a:srgbClr val="F0FBFF"/>
                </a:solidFill>
                <a:latin typeface="DejaVu Sans"/>
                <a:ea typeface="DejaVu Sans"/>
                <a:cs typeface="DejaVu Sans"/>
              </a:defRPr>
            </a:lvl1pPr>
            <a:lvl2pPr algn="ctr">
              <a:defRPr sz="1875" b="1">
                <a:solidFill>
                  <a:srgbClr val="F0FBFF"/>
                </a:solidFill>
                <a:latin typeface="DejaVu Sans"/>
                <a:ea typeface="DejaVu Sans"/>
                <a:cs typeface="DejaVu Sans"/>
              </a:defRPr>
            </a:lvl2pPr>
            <a:lvl3pPr algn="ctr">
              <a:defRPr sz="1875" b="1">
                <a:solidFill>
                  <a:srgbClr val="F0FBFF"/>
                </a:solidFill>
                <a:latin typeface="DejaVu Sans"/>
                <a:ea typeface="DejaVu Sans"/>
                <a:cs typeface="DejaVu Sans"/>
              </a:defRPr>
            </a:lvl3pPr>
            <a:lvl4pPr algn="ctr">
              <a:defRPr sz="1875" b="1">
                <a:solidFill>
                  <a:srgbClr val="F0FBFF"/>
                </a:solidFill>
                <a:latin typeface="DejaVu Sans"/>
                <a:ea typeface="DejaVu Sans"/>
                <a:cs typeface="DejaVu Sans"/>
              </a:defRPr>
            </a:lvl4pPr>
            <a:lvl5pPr algn="ctr">
              <a:defRPr sz="1875" b="1">
                <a:solidFill>
                  <a:srgbClr val="F0FBFF"/>
                </a:solidFill>
                <a:latin typeface="DejaVu Sans"/>
                <a:ea typeface="DejaVu Sans"/>
                <a:cs typeface="DejaVu Sans"/>
              </a:defRPr>
            </a:lvl5pPr>
            <a:lvl6pPr algn="ctr">
              <a:defRPr sz="1875" b="1">
                <a:solidFill>
                  <a:srgbClr val="F0FBFF"/>
                </a:solidFill>
                <a:latin typeface="DejaVu Sans"/>
                <a:ea typeface="DejaVu Sans"/>
                <a:cs typeface="DejaVu Sans"/>
              </a:defRPr>
            </a:lvl6pPr>
            <a:lvl7pPr algn="ctr">
              <a:defRPr sz="1875" b="1">
                <a:solidFill>
                  <a:srgbClr val="F0FBFF"/>
                </a:solidFill>
                <a:latin typeface="DejaVu Sans"/>
                <a:ea typeface="DejaVu Sans"/>
                <a:cs typeface="DejaVu Sans"/>
              </a:defRPr>
            </a:lvl7pPr>
            <a:lvl8pPr algn="ctr">
              <a:defRPr sz="1875" b="1">
                <a:solidFill>
                  <a:srgbClr val="F0FBFF"/>
                </a:solidFill>
                <a:latin typeface="DejaVu Sans"/>
                <a:ea typeface="DejaVu Sans"/>
                <a:cs typeface="DejaVu Sans"/>
              </a:defRPr>
            </a:lvl8pPr>
            <a:lvl9pPr algn="ctr">
              <a:defRPr sz="1875" b="1">
                <a:solidFill>
                  <a:srgbClr val="F0FBFF"/>
                </a:solidFill>
                <a:latin typeface="DejaVu Sans"/>
                <a:ea typeface="DejaVu Sans"/>
                <a:cs typeface="DejaVu Sans"/>
              </a:defRPr>
            </a:lvl9pPr>
          </a:lstStyle>
          <a:p xmlns:a="http://schemas.openxmlformats.org/drawingml/2006/main">
            <a:pPr algn="ctr">
              <a:defRPr sz="1875" b="1">
                <a:solidFill>
                  <a:srgbClr val="F0FBFF"/>
                </a:solidFill>
                <a:latin typeface="DejaVu Sans"/>
                <a:ea typeface="DejaVu Sans"/>
                <a:cs typeface="DejaVu Sans"/>
              </a:defRPr>
            </a:pPr>
            <a:r>
              <a:rPr sz="1875" b="1">
                <a:solidFill>
                  <a:srgbClr val="F0FBFF"/>
                </a:solidFill>
                <a:latin typeface="DejaVu Sans"/>
                <a:ea typeface="DejaVu Sans"/>
                <a:cs typeface="DejaVu Sans"/>
              </a:rPr>
              <a:t>IP</a:t>
            </a:r>
          </a:p>
        </p:txBody>
      </p:sp>
      <p:sp>
        <p:nvSpPr>
          <p:cNvPr id="18" name="protocol-block">
            <a:extLst xmlns:a="http://schemas.openxmlformats.org/drawingml/2006/main">
              <a:ext uri="{FF2B5EF4-FFF2-40B4-BE49-F238E27FC236}">
                <a16:creationId xmlns:a16="http://schemas.microsoft.com/office/drawing/2014/main" id="{8940A801-85EB-454D-9245-A3A4D74DE326}"/>
              </a:ext>
            </a:extLst>
          </p:cNvPr>
          <p:cNvSpPr>
            <a:spLocks xmlns:a="http://schemas.openxmlformats.org/drawingml/2006/main" noGrp="1"/>
          </p:cNvSpPr>
          <p:nvPr/>
        </p:nvSpPr>
        <p:spPr>
          <a:xfrm xmlns:a="http://schemas.openxmlformats.org/drawingml/2006/main">
            <a:off x="5667375" y="5648325"/>
            <a:ext cx="8239125" cy="1685925"/>
          </a:xfrm>
          <a:prstGeom xmlns:a="http://schemas.openxmlformats.org/drawingml/2006/main" prst="rect">
            <a:avLst/>
          </a:prstGeom>
          <a:solidFill xmlns:a="http://schemas.openxmlformats.org/drawingml/2006/main">
            <a:srgbClr val="15506A"/>
          </a:solidFill>
          <a:ln xmlns:a="http://schemas.openxmlformats.org/drawingml/2006/main" w="14288">
            <a:solidFill>
              <a:srgbClr val="5CDEF0"/>
            </a:solidFill>
            <a:prstDash val="solid"/>
          </a:ln>
        </p:spPr>
      </p:sp>
      <p:sp>
        <p:nvSpPr>
          <p:cNvPr id="19" name="protocol-label">
            <a:extLst xmlns:a="http://schemas.openxmlformats.org/drawingml/2006/main">
              <a:ext uri="{FF2B5EF4-FFF2-40B4-BE49-F238E27FC236}">
                <a16:creationId xmlns:a16="http://schemas.microsoft.com/office/drawing/2014/main" id="{C78C0019-1371-4C6D-BC57-04A366235EDE}"/>
              </a:ext>
            </a:extLst>
          </p:cNvPr>
          <p:cNvSpPr>
            <a:spLocks xmlns:a="http://schemas.openxmlformats.org/drawingml/2006/main" noGrp="1"/>
          </p:cNvSpPr>
          <p:nvPr/>
        </p:nvSpPr>
        <p:spPr>
          <a:xfrm xmlns:a="http://schemas.openxmlformats.org/drawingml/2006/main">
            <a:off x="5743575" y="6186488"/>
            <a:ext cx="14668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75" b="1">
                <a:solidFill>
                  <a:srgbClr val="F0FBFF"/>
                </a:solidFill>
                <a:latin typeface="DejaVu Sans"/>
                <a:ea typeface="DejaVu Sans"/>
                <a:cs typeface="DejaVu Sans"/>
              </a:defRPr>
            </a:defPPr>
            <a:lvl1pPr algn="ctr">
              <a:defRPr sz="1875" b="1">
                <a:solidFill>
                  <a:srgbClr val="F0FBFF"/>
                </a:solidFill>
                <a:latin typeface="DejaVu Sans"/>
                <a:ea typeface="DejaVu Sans"/>
                <a:cs typeface="DejaVu Sans"/>
              </a:defRPr>
            </a:lvl1pPr>
            <a:lvl2pPr algn="ctr">
              <a:defRPr sz="1875" b="1">
                <a:solidFill>
                  <a:srgbClr val="F0FBFF"/>
                </a:solidFill>
                <a:latin typeface="DejaVu Sans"/>
                <a:ea typeface="DejaVu Sans"/>
                <a:cs typeface="DejaVu Sans"/>
              </a:defRPr>
            </a:lvl2pPr>
            <a:lvl3pPr algn="ctr">
              <a:defRPr sz="1875" b="1">
                <a:solidFill>
                  <a:srgbClr val="F0FBFF"/>
                </a:solidFill>
                <a:latin typeface="DejaVu Sans"/>
                <a:ea typeface="DejaVu Sans"/>
                <a:cs typeface="DejaVu Sans"/>
              </a:defRPr>
            </a:lvl3pPr>
            <a:lvl4pPr algn="ctr">
              <a:defRPr sz="1875" b="1">
                <a:solidFill>
                  <a:srgbClr val="F0FBFF"/>
                </a:solidFill>
                <a:latin typeface="DejaVu Sans"/>
                <a:ea typeface="DejaVu Sans"/>
                <a:cs typeface="DejaVu Sans"/>
              </a:defRPr>
            </a:lvl4pPr>
            <a:lvl5pPr algn="ctr">
              <a:defRPr sz="1875" b="1">
                <a:solidFill>
                  <a:srgbClr val="F0FBFF"/>
                </a:solidFill>
                <a:latin typeface="DejaVu Sans"/>
                <a:ea typeface="DejaVu Sans"/>
                <a:cs typeface="DejaVu Sans"/>
              </a:defRPr>
            </a:lvl5pPr>
            <a:lvl6pPr algn="ctr">
              <a:defRPr sz="1875" b="1">
                <a:solidFill>
                  <a:srgbClr val="F0FBFF"/>
                </a:solidFill>
                <a:latin typeface="DejaVu Sans"/>
                <a:ea typeface="DejaVu Sans"/>
                <a:cs typeface="DejaVu Sans"/>
              </a:defRPr>
            </a:lvl6pPr>
            <a:lvl7pPr algn="ctr">
              <a:defRPr sz="1875" b="1">
                <a:solidFill>
                  <a:srgbClr val="F0FBFF"/>
                </a:solidFill>
                <a:latin typeface="DejaVu Sans"/>
                <a:ea typeface="DejaVu Sans"/>
                <a:cs typeface="DejaVu Sans"/>
              </a:defRPr>
            </a:lvl7pPr>
            <a:lvl8pPr algn="ctr">
              <a:defRPr sz="1875" b="1">
                <a:solidFill>
                  <a:srgbClr val="F0FBFF"/>
                </a:solidFill>
                <a:latin typeface="DejaVu Sans"/>
                <a:ea typeface="DejaVu Sans"/>
                <a:cs typeface="DejaVu Sans"/>
              </a:defRPr>
            </a:lvl8pPr>
            <a:lvl9pPr algn="ctr">
              <a:defRPr sz="1875" b="1">
                <a:solidFill>
                  <a:srgbClr val="F0FBFF"/>
                </a:solidFill>
                <a:latin typeface="DejaVu Sans"/>
                <a:ea typeface="DejaVu Sans"/>
                <a:cs typeface="DejaVu Sans"/>
              </a:defRPr>
            </a:lvl9pPr>
          </a:lstStyle>
          <a:p xmlns:a="http://schemas.openxmlformats.org/drawingml/2006/main">
            <a:pPr algn="ctr">
              <a:defRPr sz="1875" b="1">
                <a:solidFill>
                  <a:srgbClr val="F0FBFF"/>
                </a:solidFill>
                <a:latin typeface="DejaVu Sans"/>
                <a:ea typeface="DejaVu Sans"/>
                <a:cs typeface="DejaVu Sans"/>
              </a:defRPr>
            </a:pPr>
            <a:r>
              <a:rPr sz="1875" b="1">
                <a:solidFill>
                  <a:srgbClr val="F0FBFF"/>
                </a:solidFill>
                <a:latin typeface="DejaVu Sans"/>
                <a:ea typeface="DejaVu Sans"/>
                <a:cs typeface="DejaVu Sans"/>
              </a:rPr>
              <a:t>L2TP</a:t>
            </a:r>
          </a:p>
        </p:txBody>
      </p:sp>
      <p:sp>
        <p:nvSpPr>
          <p:cNvPr id="20" name="protocol-block">
            <a:extLst xmlns:a="http://schemas.openxmlformats.org/drawingml/2006/main">
              <a:ext uri="{FF2B5EF4-FFF2-40B4-BE49-F238E27FC236}">
                <a16:creationId xmlns:a16="http://schemas.microsoft.com/office/drawing/2014/main" id="{B7756108-A00A-4AEE-A3AB-83CB6262003D}"/>
              </a:ext>
            </a:extLst>
          </p:cNvPr>
          <p:cNvSpPr>
            <a:spLocks xmlns:a="http://schemas.openxmlformats.org/drawingml/2006/main" noGrp="1"/>
          </p:cNvSpPr>
          <p:nvPr/>
        </p:nvSpPr>
        <p:spPr>
          <a:xfrm xmlns:a="http://schemas.openxmlformats.org/drawingml/2006/main">
            <a:off x="7286625" y="5915025"/>
            <a:ext cx="6619875" cy="1419225"/>
          </a:xfrm>
          <a:prstGeom xmlns:a="http://schemas.openxmlformats.org/drawingml/2006/main" prst="rect">
            <a:avLst/>
          </a:prstGeom>
          <a:solidFill xmlns:a="http://schemas.openxmlformats.org/drawingml/2006/main">
            <a:srgbClr val="16788D"/>
          </a:solidFill>
          <a:ln xmlns:a="http://schemas.openxmlformats.org/drawingml/2006/main" w="14288">
            <a:solidFill>
              <a:srgbClr val="5CDEF0"/>
            </a:solidFill>
            <a:prstDash val="solid"/>
          </a:ln>
        </p:spPr>
      </p:sp>
      <p:sp>
        <p:nvSpPr>
          <p:cNvPr id="21" name="protocol-label">
            <a:extLst xmlns:a="http://schemas.openxmlformats.org/drawingml/2006/main">
              <a:ext uri="{FF2B5EF4-FFF2-40B4-BE49-F238E27FC236}">
                <a16:creationId xmlns:a16="http://schemas.microsoft.com/office/drawing/2014/main" id="{1ECA4E3B-EB0B-424B-8C1B-EEAED7783C12}"/>
              </a:ext>
            </a:extLst>
          </p:cNvPr>
          <p:cNvSpPr>
            <a:spLocks xmlns:a="http://schemas.openxmlformats.org/drawingml/2006/main" noGrp="1"/>
          </p:cNvSpPr>
          <p:nvPr/>
        </p:nvSpPr>
        <p:spPr>
          <a:xfrm xmlns:a="http://schemas.openxmlformats.org/drawingml/2006/main">
            <a:off x="7362825" y="6319838"/>
            <a:ext cx="15621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75" b="1">
                <a:solidFill>
                  <a:srgbClr val="F0FBFF"/>
                </a:solidFill>
                <a:latin typeface="DejaVu Sans"/>
                <a:ea typeface="DejaVu Sans"/>
                <a:cs typeface="DejaVu Sans"/>
              </a:defRPr>
            </a:defPPr>
            <a:lvl1pPr algn="ctr">
              <a:defRPr sz="1875" b="1">
                <a:solidFill>
                  <a:srgbClr val="F0FBFF"/>
                </a:solidFill>
                <a:latin typeface="DejaVu Sans"/>
                <a:ea typeface="DejaVu Sans"/>
                <a:cs typeface="DejaVu Sans"/>
              </a:defRPr>
            </a:lvl1pPr>
            <a:lvl2pPr algn="ctr">
              <a:defRPr sz="1875" b="1">
                <a:solidFill>
                  <a:srgbClr val="F0FBFF"/>
                </a:solidFill>
                <a:latin typeface="DejaVu Sans"/>
                <a:ea typeface="DejaVu Sans"/>
                <a:cs typeface="DejaVu Sans"/>
              </a:defRPr>
            </a:lvl2pPr>
            <a:lvl3pPr algn="ctr">
              <a:defRPr sz="1875" b="1">
                <a:solidFill>
                  <a:srgbClr val="F0FBFF"/>
                </a:solidFill>
                <a:latin typeface="DejaVu Sans"/>
                <a:ea typeface="DejaVu Sans"/>
                <a:cs typeface="DejaVu Sans"/>
              </a:defRPr>
            </a:lvl3pPr>
            <a:lvl4pPr algn="ctr">
              <a:defRPr sz="1875" b="1">
                <a:solidFill>
                  <a:srgbClr val="F0FBFF"/>
                </a:solidFill>
                <a:latin typeface="DejaVu Sans"/>
                <a:ea typeface="DejaVu Sans"/>
                <a:cs typeface="DejaVu Sans"/>
              </a:defRPr>
            </a:lvl4pPr>
            <a:lvl5pPr algn="ctr">
              <a:defRPr sz="1875" b="1">
                <a:solidFill>
                  <a:srgbClr val="F0FBFF"/>
                </a:solidFill>
                <a:latin typeface="DejaVu Sans"/>
                <a:ea typeface="DejaVu Sans"/>
                <a:cs typeface="DejaVu Sans"/>
              </a:defRPr>
            </a:lvl5pPr>
            <a:lvl6pPr algn="ctr">
              <a:defRPr sz="1875" b="1">
                <a:solidFill>
                  <a:srgbClr val="F0FBFF"/>
                </a:solidFill>
                <a:latin typeface="DejaVu Sans"/>
                <a:ea typeface="DejaVu Sans"/>
                <a:cs typeface="DejaVu Sans"/>
              </a:defRPr>
            </a:lvl6pPr>
            <a:lvl7pPr algn="ctr">
              <a:defRPr sz="1875" b="1">
                <a:solidFill>
                  <a:srgbClr val="F0FBFF"/>
                </a:solidFill>
                <a:latin typeface="DejaVu Sans"/>
                <a:ea typeface="DejaVu Sans"/>
                <a:cs typeface="DejaVu Sans"/>
              </a:defRPr>
            </a:lvl7pPr>
            <a:lvl8pPr algn="ctr">
              <a:defRPr sz="1875" b="1">
                <a:solidFill>
                  <a:srgbClr val="F0FBFF"/>
                </a:solidFill>
                <a:latin typeface="DejaVu Sans"/>
                <a:ea typeface="DejaVu Sans"/>
                <a:cs typeface="DejaVu Sans"/>
              </a:defRPr>
            </a:lvl8pPr>
            <a:lvl9pPr algn="ctr">
              <a:defRPr sz="1875" b="1">
                <a:solidFill>
                  <a:srgbClr val="F0FBFF"/>
                </a:solidFill>
                <a:latin typeface="DejaVu Sans"/>
                <a:ea typeface="DejaVu Sans"/>
                <a:cs typeface="DejaVu Sans"/>
              </a:defRPr>
            </a:lvl9pPr>
          </a:lstStyle>
          <a:p xmlns:a="http://schemas.openxmlformats.org/drawingml/2006/main">
            <a:pPr algn="ctr">
              <a:defRPr sz="1875" b="1">
                <a:solidFill>
                  <a:srgbClr val="F0FBFF"/>
                </a:solidFill>
                <a:latin typeface="DejaVu Sans"/>
                <a:ea typeface="DejaVu Sans"/>
                <a:cs typeface="DejaVu Sans"/>
              </a:defRPr>
            </a:pPr>
            <a:r>
              <a:rPr sz="1875" b="1">
                <a:solidFill>
                  <a:srgbClr val="F0FBFF"/>
                </a:solidFill>
                <a:latin typeface="DejaVu Sans"/>
                <a:ea typeface="DejaVu Sans"/>
                <a:cs typeface="DejaVu Sans"/>
              </a:rPr>
              <a:t>PPP</a:t>
            </a:r>
          </a:p>
        </p:txBody>
      </p:sp>
      <p:sp>
        <p:nvSpPr>
          <p:cNvPr id="22" name="protocol-block">
            <a:extLst xmlns:a="http://schemas.openxmlformats.org/drawingml/2006/main">
              <a:ext uri="{FF2B5EF4-FFF2-40B4-BE49-F238E27FC236}">
                <a16:creationId xmlns:a16="http://schemas.microsoft.com/office/drawing/2014/main" id="{0FA18DFF-8155-4FC1-A6EA-387102310B06}"/>
              </a:ext>
            </a:extLst>
          </p:cNvPr>
          <p:cNvSpPr>
            <a:spLocks xmlns:a="http://schemas.openxmlformats.org/drawingml/2006/main" noGrp="1"/>
          </p:cNvSpPr>
          <p:nvPr/>
        </p:nvSpPr>
        <p:spPr>
          <a:xfrm xmlns:a="http://schemas.openxmlformats.org/drawingml/2006/main">
            <a:off x="9001125" y="6181725"/>
            <a:ext cx="4905375" cy="1152525"/>
          </a:xfrm>
          <a:prstGeom xmlns:a="http://schemas.openxmlformats.org/drawingml/2006/main" prst="rect">
            <a:avLst/>
          </a:prstGeom>
          <a:solidFill xmlns:a="http://schemas.openxmlformats.org/drawingml/2006/main">
            <a:srgbClr val="23B6C8"/>
          </a:solidFill>
          <a:ln xmlns:a="http://schemas.openxmlformats.org/drawingml/2006/main" w="14288">
            <a:solidFill>
              <a:srgbClr val="5CDEF0"/>
            </a:solidFill>
            <a:prstDash val="solid"/>
          </a:ln>
        </p:spPr>
      </p:sp>
      <p:sp>
        <p:nvSpPr>
          <p:cNvPr id="23" name="protocol-label">
            <a:extLst xmlns:a="http://schemas.openxmlformats.org/drawingml/2006/main">
              <a:ext uri="{FF2B5EF4-FFF2-40B4-BE49-F238E27FC236}">
                <a16:creationId xmlns:a16="http://schemas.microsoft.com/office/drawing/2014/main" id="{61614997-5D37-4BC7-96A3-279A656EDD61}"/>
              </a:ext>
            </a:extLst>
          </p:cNvPr>
          <p:cNvSpPr>
            <a:spLocks xmlns:a="http://schemas.openxmlformats.org/drawingml/2006/main" noGrp="1"/>
          </p:cNvSpPr>
          <p:nvPr/>
        </p:nvSpPr>
        <p:spPr>
          <a:xfrm xmlns:a="http://schemas.openxmlformats.org/drawingml/2006/main">
            <a:off x="9077325" y="6453188"/>
            <a:ext cx="47529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75" b="1">
                <a:solidFill>
                  <a:srgbClr val="04222C"/>
                </a:solidFill>
                <a:latin typeface="DejaVu Sans"/>
                <a:ea typeface="DejaVu Sans"/>
                <a:cs typeface="DejaVu Sans"/>
              </a:defRPr>
            </a:defPPr>
            <a:lvl1pPr algn="ctr">
              <a:defRPr sz="1875" b="1">
                <a:solidFill>
                  <a:srgbClr val="04222C"/>
                </a:solidFill>
                <a:latin typeface="DejaVu Sans"/>
                <a:ea typeface="DejaVu Sans"/>
                <a:cs typeface="DejaVu Sans"/>
              </a:defRPr>
            </a:lvl1pPr>
            <a:lvl2pPr algn="ctr">
              <a:defRPr sz="1875" b="1">
                <a:solidFill>
                  <a:srgbClr val="04222C"/>
                </a:solidFill>
                <a:latin typeface="DejaVu Sans"/>
                <a:ea typeface="DejaVu Sans"/>
                <a:cs typeface="DejaVu Sans"/>
              </a:defRPr>
            </a:lvl2pPr>
            <a:lvl3pPr algn="ctr">
              <a:defRPr sz="1875" b="1">
                <a:solidFill>
                  <a:srgbClr val="04222C"/>
                </a:solidFill>
                <a:latin typeface="DejaVu Sans"/>
                <a:ea typeface="DejaVu Sans"/>
                <a:cs typeface="DejaVu Sans"/>
              </a:defRPr>
            </a:lvl3pPr>
            <a:lvl4pPr algn="ctr">
              <a:defRPr sz="1875" b="1">
                <a:solidFill>
                  <a:srgbClr val="04222C"/>
                </a:solidFill>
                <a:latin typeface="DejaVu Sans"/>
                <a:ea typeface="DejaVu Sans"/>
                <a:cs typeface="DejaVu Sans"/>
              </a:defRPr>
            </a:lvl4pPr>
            <a:lvl5pPr algn="ctr">
              <a:defRPr sz="1875" b="1">
                <a:solidFill>
                  <a:srgbClr val="04222C"/>
                </a:solidFill>
                <a:latin typeface="DejaVu Sans"/>
                <a:ea typeface="DejaVu Sans"/>
                <a:cs typeface="DejaVu Sans"/>
              </a:defRPr>
            </a:lvl5pPr>
            <a:lvl6pPr algn="ctr">
              <a:defRPr sz="1875" b="1">
                <a:solidFill>
                  <a:srgbClr val="04222C"/>
                </a:solidFill>
                <a:latin typeface="DejaVu Sans"/>
                <a:ea typeface="DejaVu Sans"/>
                <a:cs typeface="DejaVu Sans"/>
              </a:defRPr>
            </a:lvl6pPr>
            <a:lvl7pPr algn="ctr">
              <a:defRPr sz="1875" b="1">
                <a:solidFill>
                  <a:srgbClr val="04222C"/>
                </a:solidFill>
                <a:latin typeface="DejaVu Sans"/>
                <a:ea typeface="DejaVu Sans"/>
                <a:cs typeface="DejaVu Sans"/>
              </a:defRPr>
            </a:lvl7pPr>
            <a:lvl8pPr algn="ctr">
              <a:defRPr sz="1875" b="1">
                <a:solidFill>
                  <a:srgbClr val="04222C"/>
                </a:solidFill>
                <a:latin typeface="DejaVu Sans"/>
                <a:ea typeface="DejaVu Sans"/>
                <a:cs typeface="DejaVu Sans"/>
              </a:defRPr>
            </a:lvl8pPr>
            <a:lvl9pPr algn="ctr">
              <a:defRPr sz="1875" b="1">
                <a:solidFill>
                  <a:srgbClr val="04222C"/>
                </a:solidFill>
                <a:latin typeface="DejaVu Sans"/>
                <a:ea typeface="DejaVu Sans"/>
                <a:cs typeface="DejaVu Sans"/>
              </a:defRPr>
            </a:lvl9pPr>
          </a:lstStyle>
          <a:p xmlns:a="http://schemas.openxmlformats.org/drawingml/2006/main">
            <a:pPr algn="ctr">
              <a:defRPr sz="1875" b="1">
                <a:solidFill>
                  <a:srgbClr val="04222C"/>
                </a:solidFill>
                <a:latin typeface="DejaVu Sans"/>
                <a:ea typeface="DejaVu Sans"/>
                <a:cs typeface="DejaVu Sans"/>
              </a:defRPr>
            </a:pPr>
            <a:r>
              <a:rPr sz="1875" b="1">
                <a:solidFill>
                  <a:srgbClr val="04222C"/>
                </a:solidFill>
                <a:latin typeface="DejaVu Sans"/>
                <a:ea typeface="DejaVu Sans"/>
                <a:cs typeface="DejaVu Sans"/>
              </a:rPr>
              <a:t>Daten</a:t>
            </a:r>
          </a:p>
        </p:txBody>
      </p:sp>
    </p:spTree>
    <p:extLst>
      <p:ext uri="{BB962C8B-B14F-4D97-AF65-F5344CB8AC3E}">
        <p14:creationId xmlns:p14="http://schemas.microsoft.com/office/powerpoint/2010/main" val="398922441"/>
      </p:ext>
    </p:extLst>
  </p:cSld>
</p:sld>
</file>

<file path=ppt/slides/slide23.xml><?xml version="1.0" encoding="utf-8"?>
<p:sld xmlns:p="http://schemas.openxmlformats.org/presentationml/2006/main">
  <p:cSld>
    <p:bg>
      <p:bgPr>
        <a:solidFill xmlns:a="http://schemas.openxmlformats.org/drawingml/2006/main">
          <a:srgbClr val="081522"/>
        </a:solidFill>
      </p:bgPr>
    </p:bg>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0D171FC5-6A7C-4EA6-8B17-9F74A61649FB}"/>
              </a:ext>
            </a:extLst>
          </p:cNvPr>
          <p:cNvPicPr>
            <a:picLocks xmlns:a="http://schemas.openxmlformats.org/drawingml/2006/main" noChangeAspect="1"/>
          </p:cNvPicPr>
          <p:nvPr/>
        </p:nvPicPr>
        <p:blipFill>
          <a:blip xmlns:r="http://schemas.openxmlformats.org/officeDocument/2006/relationships" xmlns:a="http://schemas.openxmlformats.org/drawingml/2006/main" r:embed="Rc122cc3d2b9d4a0e"/>
          <a:srcRect xmlns:a="http://schemas.openxmlformats.org/drawingml/2006/main" l="0" t="27" r="0" b="27"/>
          <a:stretch xmlns:a="http://schemas.openxmlformats.org/drawingml/2006/main">
            <a:fillRect l="0" t="0" r="0" b="0"/>
          </a:stretch>
        </p:blipFill>
        <p:spPr>
          <a:xfrm xmlns:a="http://schemas.openxmlformats.org/drawingml/2006/main">
            <a:off x="0" y="0"/>
            <a:ext cx="15240000" cy="8572500"/>
          </a:xfrm>
          <a:prstGeom xmlns:a="http://schemas.openxmlformats.org/drawingml/2006/main" prst="rect">
            <a:avLst/>
          </a:prstGeom>
        </p:spPr>
      </p:pic>
      <p:sp>
        <p:nvSpPr>
          <p:cNvPr id="2" name="agenda-heading">
            <a:extLst xmlns:a="http://schemas.openxmlformats.org/drawingml/2006/main">
              <a:ext uri="{FF2B5EF4-FFF2-40B4-BE49-F238E27FC236}">
                <a16:creationId xmlns:a16="http://schemas.microsoft.com/office/drawing/2014/main" id="{DB1D35FC-86E6-4AE4-9719-3F3DFB07D3F8}"/>
              </a:ext>
            </a:extLst>
          </p:cNvPr>
          <p:cNvSpPr>
            <a:spLocks xmlns:a="http://schemas.openxmlformats.org/drawingml/2006/main" noGrp="1"/>
          </p:cNvSpPr>
          <p:nvPr/>
        </p:nvSpPr>
        <p:spPr>
          <a:xfrm xmlns:a="http://schemas.openxmlformats.org/drawingml/2006/main">
            <a:off x="400050" y="638175"/>
            <a:ext cx="2333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54DEEF"/>
                </a:solidFill>
                <a:latin typeface="DejaVu Sans Mono"/>
                <a:ea typeface="DejaVu Sans Mono"/>
                <a:cs typeface="DejaVu Sans Mono"/>
              </a:defRPr>
            </a:defPPr>
            <a:lvl1pPr algn="l">
              <a:defRPr sz="1875" b="1">
                <a:solidFill>
                  <a:srgbClr val="54DEEF"/>
                </a:solidFill>
                <a:latin typeface="DejaVu Sans Mono"/>
                <a:ea typeface="DejaVu Sans Mono"/>
                <a:cs typeface="DejaVu Sans Mono"/>
              </a:defRPr>
            </a:lvl1pPr>
            <a:lvl2pPr algn="l">
              <a:defRPr sz="1875" b="1">
                <a:solidFill>
                  <a:srgbClr val="54DEEF"/>
                </a:solidFill>
                <a:latin typeface="DejaVu Sans Mono"/>
                <a:ea typeface="DejaVu Sans Mono"/>
                <a:cs typeface="DejaVu Sans Mono"/>
              </a:defRPr>
            </a:lvl2pPr>
            <a:lvl3pPr algn="l">
              <a:defRPr sz="1875" b="1">
                <a:solidFill>
                  <a:srgbClr val="54DEEF"/>
                </a:solidFill>
                <a:latin typeface="DejaVu Sans Mono"/>
                <a:ea typeface="DejaVu Sans Mono"/>
                <a:cs typeface="DejaVu Sans Mono"/>
              </a:defRPr>
            </a:lvl3pPr>
            <a:lvl4pPr algn="l">
              <a:defRPr sz="1875" b="1">
                <a:solidFill>
                  <a:srgbClr val="54DEEF"/>
                </a:solidFill>
                <a:latin typeface="DejaVu Sans Mono"/>
                <a:ea typeface="DejaVu Sans Mono"/>
                <a:cs typeface="DejaVu Sans Mono"/>
              </a:defRPr>
            </a:lvl4pPr>
            <a:lvl5pPr algn="l">
              <a:defRPr sz="1875" b="1">
                <a:solidFill>
                  <a:srgbClr val="54DEEF"/>
                </a:solidFill>
                <a:latin typeface="DejaVu Sans Mono"/>
                <a:ea typeface="DejaVu Sans Mono"/>
                <a:cs typeface="DejaVu Sans Mono"/>
              </a:defRPr>
            </a:lvl5pPr>
            <a:lvl6pPr algn="l">
              <a:defRPr sz="1875" b="1">
                <a:solidFill>
                  <a:srgbClr val="54DEEF"/>
                </a:solidFill>
                <a:latin typeface="DejaVu Sans Mono"/>
                <a:ea typeface="DejaVu Sans Mono"/>
                <a:cs typeface="DejaVu Sans Mono"/>
              </a:defRPr>
            </a:lvl6pPr>
            <a:lvl7pPr algn="l">
              <a:defRPr sz="1875" b="1">
                <a:solidFill>
                  <a:srgbClr val="54DEEF"/>
                </a:solidFill>
                <a:latin typeface="DejaVu Sans Mono"/>
                <a:ea typeface="DejaVu Sans Mono"/>
                <a:cs typeface="DejaVu Sans Mono"/>
              </a:defRPr>
            </a:lvl7pPr>
            <a:lvl8pPr algn="l">
              <a:defRPr sz="1875" b="1">
                <a:solidFill>
                  <a:srgbClr val="54DEEF"/>
                </a:solidFill>
                <a:latin typeface="DejaVu Sans Mono"/>
                <a:ea typeface="DejaVu Sans Mono"/>
                <a:cs typeface="DejaVu Sans Mono"/>
              </a:defRPr>
            </a:lvl8pPr>
            <a:lvl9pPr algn="l">
              <a:defRPr sz="1875" b="1">
                <a:solidFill>
                  <a:srgbClr val="54DEEF"/>
                </a:solidFill>
                <a:latin typeface="DejaVu Sans Mono"/>
                <a:ea typeface="DejaVu Sans Mono"/>
                <a:cs typeface="DejaVu Sans Mono"/>
              </a:defRPr>
            </a:lvl9pPr>
          </a:lstStyle>
          <a:p xmlns:a="http://schemas.openxmlformats.org/drawingml/2006/main">
            <a:pPr algn="l">
              <a:defRPr sz="1875" b="1">
                <a:solidFill>
                  <a:srgbClr val="54DEEF"/>
                </a:solidFill>
                <a:latin typeface="DejaVu Sans Mono"/>
                <a:ea typeface="DejaVu Sans Mono"/>
                <a:cs typeface="DejaVu Sans Mono"/>
              </a:defRPr>
            </a:pPr>
            <a:r>
              <a:rPr sz="1875" b="1">
                <a:solidFill>
                  <a:srgbClr val="54DEEF"/>
                </a:solidFill>
                <a:latin typeface="DejaVu Sans Mono"/>
                <a:ea typeface="DejaVu Sans Mono"/>
                <a:cs typeface="DejaVu Sans Mono"/>
              </a:rPr>
              <a:t>Agenda:</a:t>
            </a:r>
          </a:p>
        </p:txBody>
      </p:sp>
      <p:sp>
        <p:nvSpPr>
          <p:cNvPr id="3" name="agenda-item">
            <a:extLst xmlns:a="http://schemas.openxmlformats.org/drawingml/2006/main">
              <a:ext uri="{FF2B5EF4-FFF2-40B4-BE49-F238E27FC236}">
                <a16:creationId xmlns:a16="http://schemas.microsoft.com/office/drawing/2014/main" id="{93511174-2EC7-4643-A710-67C75CB0EB80}"/>
              </a:ext>
            </a:extLst>
          </p:cNvPr>
          <p:cNvSpPr>
            <a:spLocks xmlns:a="http://schemas.openxmlformats.org/drawingml/2006/main" noGrp="1"/>
          </p:cNvSpPr>
          <p:nvPr/>
        </p:nvSpPr>
        <p:spPr>
          <a:xfrm xmlns:a="http://schemas.openxmlformats.org/drawingml/2006/main">
            <a:off x="400050" y="142875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Was ist ein VPN?</a:t>
            </a:r>
          </a:p>
        </p:txBody>
      </p:sp>
      <p:sp>
        <p:nvSpPr>
          <p:cNvPr id="4" name="agenda-item">
            <a:extLst xmlns:a="http://schemas.openxmlformats.org/drawingml/2006/main">
              <a:ext uri="{FF2B5EF4-FFF2-40B4-BE49-F238E27FC236}">
                <a16:creationId xmlns:a16="http://schemas.microsoft.com/office/drawing/2014/main" id="{76924CDF-5866-4227-9C0B-23DD07635B9F}"/>
              </a:ext>
            </a:extLst>
          </p:cNvPr>
          <p:cNvSpPr>
            <a:spLocks xmlns:a="http://schemas.openxmlformats.org/drawingml/2006/main" noGrp="1"/>
          </p:cNvSpPr>
          <p:nvPr/>
        </p:nvSpPr>
        <p:spPr>
          <a:xfrm xmlns:a="http://schemas.openxmlformats.org/drawingml/2006/main">
            <a:off x="400050" y="209550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Aufbau eines VPN</a:t>
            </a:r>
          </a:p>
        </p:txBody>
      </p:sp>
      <p:sp>
        <p:nvSpPr>
          <p:cNvPr id="5" name="agenda-item">
            <a:extLst xmlns:a="http://schemas.openxmlformats.org/drawingml/2006/main">
              <a:ext uri="{FF2B5EF4-FFF2-40B4-BE49-F238E27FC236}">
                <a16:creationId xmlns:a16="http://schemas.microsoft.com/office/drawing/2014/main" id="{25824B85-2B0F-4E49-99DA-05A774833616}"/>
              </a:ext>
            </a:extLst>
          </p:cNvPr>
          <p:cNvSpPr>
            <a:spLocks xmlns:a="http://schemas.openxmlformats.org/drawingml/2006/main" noGrp="1"/>
          </p:cNvSpPr>
          <p:nvPr/>
        </p:nvSpPr>
        <p:spPr>
          <a:xfrm xmlns:a="http://schemas.openxmlformats.org/drawingml/2006/main">
            <a:off x="400050" y="276225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Ausprägungen eines VPN Netzes</a:t>
            </a:r>
          </a:p>
        </p:txBody>
      </p:sp>
      <p:sp>
        <p:nvSpPr>
          <p:cNvPr id="6" name="agenda-item">
            <a:extLst xmlns:a="http://schemas.openxmlformats.org/drawingml/2006/main">
              <a:ext uri="{FF2B5EF4-FFF2-40B4-BE49-F238E27FC236}">
                <a16:creationId xmlns:a16="http://schemas.microsoft.com/office/drawing/2014/main" id="{03A28C5A-7663-4F96-B4F7-57277793514E}"/>
              </a:ext>
            </a:extLst>
          </p:cNvPr>
          <p:cNvSpPr>
            <a:spLocks xmlns:a="http://schemas.openxmlformats.org/drawingml/2006/main" noGrp="1"/>
          </p:cNvSpPr>
          <p:nvPr/>
        </p:nvSpPr>
        <p:spPr>
          <a:xfrm xmlns:a="http://schemas.openxmlformats.org/drawingml/2006/main">
            <a:off x="400050" y="371475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Tunneling Protokolle</a:t>
            </a:r>
          </a:p>
        </p:txBody>
      </p:sp>
      <p:sp>
        <p:nvSpPr>
          <p:cNvPr id="7" name="agenda-item">
            <a:extLst xmlns:a="http://schemas.openxmlformats.org/drawingml/2006/main">
              <a:ext uri="{FF2B5EF4-FFF2-40B4-BE49-F238E27FC236}">
                <a16:creationId xmlns:a16="http://schemas.microsoft.com/office/drawing/2014/main" id="{3FE8DCDF-C60C-420D-9785-BB4A54365EE7}"/>
              </a:ext>
            </a:extLst>
          </p:cNvPr>
          <p:cNvSpPr>
            <a:spLocks xmlns:a="http://schemas.openxmlformats.org/drawingml/2006/main" noGrp="1"/>
          </p:cNvSpPr>
          <p:nvPr/>
        </p:nvSpPr>
        <p:spPr>
          <a:xfrm xmlns:a="http://schemas.openxmlformats.org/drawingml/2006/main">
            <a:off x="400050" y="4524375"/>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54DEEF"/>
                </a:solidFill>
                <a:latin typeface="DejaVu Sans"/>
                <a:ea typeface="DejaVu Sans"/>
                <a:cs typeface="DejaVu Sans"/>
              </a:defRPr>
            </a:defPPr>
            <a:lvl1pPr algn="l">
              <a:defRPr sz="1575" b="1">
                <a:solidFill>
                  <a:srgbClr val="54DEEF"/>
                </a:solidFill>
                <a:latin typeface="DejaVu Sans"/>
                <a:ea typeface="DejaVu Sans"/>
                <a:cs typeface="DejaVu Sans"/>
              </a:defRPr>
            </a:lvl1pPr>
            <a:lvl2pPr algn="l">
              <a:defRPr sz="1575" b="1">
                <a:solidFill>
                  <a:srgbClr val="54DEEF"/>
                </a:solidFill>
                <a:latin typeface="DejaVu Sans"/>
                <a:ea typeface="DejaVu Sans"/>
                <a:cs typeface="DejaVu Sans"/>
              </a:defRPr>
            </a:lvl2pPr>
            <a:lvl3pPr algn="l">
              <a:defRPr sz="1575" b="1">
                <a:solidFill>
                  <a:srgbClr val="54DEEF"/>
                </a:solidFill>
                <a:latin typeface="DejaVu Sans"/>
                <a:ea typeface="DejaVu Sans"/>
                <a:cs typeface="DejaVu Sans"/>
              </a:defRPr>
            </a:lvl3pPr>
            <a:lvl4pPr algn="l">
              <a:defRPr sz="1575" b="1">
                <a:solidFill>
                  <a:srgbClr val="54DEEF"/>
                </a:solidFill>
                <a:latin typeface="DejaVu Sans"/>
                <a:ea typeface="DejaVu Sans"/>
                <a:cs typeface="DejaVu Sans"/>
              </a:defRPr>
            </a:lvl4pPr>
            <a:lvl5pPr algn="l">
              <a:defRPr sz="1575" b="1">
                <a:solidFill>
                  <a:srgbClr val="54DEEF"/>
                </a:solidFill>
                <a:latin typeface="DejaVu Sans"/>
                <a:ea typeface="DejaVu Sans"/>
                <a:cs typeface="DejaVu Sans"/>
              </a:defRPr>
            </a:lvl5pPr>
            <a:lvl6pPr algn="l">
              <a:defRPr sz="1575" b="1">
                <a:solidFill>
                  <a:srgbClr val="54DEEF"/>
                </a:solidFill>
                <a:latin typeface="DejaVu Sans"/>
                <a:ea typeface="DejaVu Sans"/>
                <a:cs typeface="DejaVu Sans"/>
              </a:defRPr>
            </a:lvl6pPr>
            <a:lvl7pPr algn="l">
              <a:defRPr sz="1575" b="1">
                <a:solidFill>
                  <a:srgbClr val="54DEEF"/>
                </a:solidFill>
                <a:latin typeface="DejaVu Sans"/>
                <a:ea typeface="DejaVu Sans"/>
                <a:cs typeface="DejaVu Sans"/>
              </a:defRPr>
            </a:lvl7pPr>
            <a:lvl8pPr algn="l">
              <a:defRPr sz="1575" b="1">
                <a:solidFill>
                  <a:srgbClr val="54DEEF"/>
                </a:solidFill>
                <a:latin typeface="DejaVu Sans"/>
                <a:ea typeface="DejaVu Sans"/>
                <a:cs typeface="DejaVu Sans"/>
              </a:defRPr>
            </a:lvl8pPr>
            <a:lvl9pPr algn="l">
              <a:defRPr sz="1575" b="1">
                <a:solidFill>
                  <a:srgbClr val="54DEEF"/>
                </a:solidFill>
                <a:latin typeface="DejaVu Sans"/>
                <a:ea typeface="DejaVu Sans"/>
                <a:cs typeface="DejaVu Sans"/>
              </a:defRPr>
            </a:lvl9pPr>
          </a:lstStyle>
          <a:p xmlns:a="http://schemas.openxmlformats.org/drawingml/2006/main">
            <a:pPr algn="l">
              <a:defRPr sz="1575" b="1">
                <a:solidFill>
                  <a:srgbClr val="54DEEF"/>
                </a:solidFill>
                <a:latin typeface="DejaVu Sans"/>
                <a:ea typeface="DejaVu Sans"/>
                <a:cs typeface="DejaVu Sans"/>
              </a:defRPr>
            </a:pPr>
            <a:r>
              <a:rPr sz="1575" b="1">
                <a:solidFill>
                  <a:srgbClr val="54DEEF"/>
                </a:solidFill>
                <a:latin typeface="DejaVu Sans"/>
                <a:ea typeface="DejaVu Sans"/>
                <a:cs typeface="DejaVu Sans"/>
              </a:rPr>
              <a:t>IPSec</a:t>
            </a:r>
          </a:p>
        </p:txBody>
      </p:sp>
      <p:sp>
        <p:nvSpPr>
          <p:cNvPr id="8" name="agenda-item">
            <a:extLst xmlns:a="http://schemas.openxmlformats.org/drawingml/2006/main">
              <a:ext uri="{FF2B5EF4-FFF2-40B4-BE49-F238E27FC236}">
                <a16:creationId xmlns:a16="http://schemas.microsoft.com/office/drawing/2014/main" id="{AC67C063-F685-49E8-8CD7-AB6B8174C00F}"/>
              </a:ext>
            </a:extLst>
          </p:cNvPr>
          <p:cNvSpPr>
            <a:spLocks xmlns:a="http://schemas.openxmlformats.org/drawingml/2006/main" noGrp="1"/>
          </p:cNvSpPr>
          <p:nvPr/>
        </p:nvSpPr>
        <p:spPr>
          <a:xfrm xmlns:a="http://schemas.openxmlformats.org/drawingml/2006/main">
            <a:off x="400050" y="5191125"/>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VPN in Verbindung mit einer Firewall</a:t>
            </a:r>
          </a:p>
        </p:txBody>
      </p:sp>
      <p:sp>
        <p:nvSpPr>
          <p:cNvPr id="9" name="agenda-item">
            <a:extLst xmlns:a="http://schemas.openxmlformats.org/drawingml/2006/main">
              <a:ext uri="{FF2B5EF4-FFF2-40B4-BE49-F238E27FC236}">
                <a16:creationId xmlns:a16="http://schemas.microsoft.com/office/drawing/2014/main" id="{010AE802-E94E-48C3-83F0-7A87AA4133A2}"/>
              </a:ext>
            </a:extLst>
          </p:cNvPr>
          <p:cNvSpPr>
            <a:spLocks xmlns:a="http://schemas.openxmlformats.org/drawingml/2006/main" noGrp="1"/>
          </p:cNvSpPr>
          <p:nvPr/>
        </p:nvSpPr>
        <p:spPr>
          <a:xfrm xmlns:a="http://schemas.openxmlformats.org/drawingml/2006/main">
            <a:off x="400050" y="6334125"/>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Fazit</a:t>
            </a:r>
          </a:p>
        </p:txBody>
      </p:sp>
      <p:sp>
        <p:nvSpPr>
          <p:cNvPr id="10" name="title">
            <a:extLst xmlns:a="http://schemas.openxmlformats.org/drawingml/2006/main">
              <a:ext uri="{FF2B5EF4-FFF2-40B4-BE49-F238E27FC236}">
                <a16:creationId xmlns:a16="http://schemas.microsoft.com/office/drawing/2014/main" id="{7A06FBC3-6805-4F2C-AC18-4F1B7BE39C80}"/>
              </a:ext>
            </a:extLst>
          </p:cNvPr>
          <p:cNvSpPr>
            <a:spLocks xmlns:a="http://schemas.openxmlformats.org/drawingml/2006/main" noGrp="1"/>
          </p:cNvSpPr>
          <p:nvPr/>
        </p:nvSpPr>
        <p:spPr>
          <a:xfrm xmlns:a="http://schemas.openxmlformats.org/drawingml/2006/main">
            <a:off x="3619500" y="590550"/>
            <a:ext cx="1085850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525" b="1">
                <a:solidFill>
                  <a:srgbClr val="F1F7FC"/>
                </a:solidFill>
                <a:latin typeface="DejaVu Sans"/>
                <a:ea typeface="DejaVu Sans"/>
                <a:cs typeface="DejaVu Sans"/>
              </a:defRPr>
            </a:defPPr>
            <a:lvl1pPr algn="l">
              <a:defRPr sz="3525" b="1">
                <a:solidFill>
                  <a:srgbClr val="F1F7FC"/>
                </a:solidFill>
                <a:latin typeface="DejaVu Sans"/>
                <a:ea typeface="DejaVu Sans"/>
                <a:cs typeface="DejaVu Sans"/>
              </a:defRPr>
            </a:lvl1pPr>
            <a:lvl2pPr algn="l">
              <a:defRPr sz="3525" b="1">
                <a:solidFill>
                  <a:srgbClr val="F1F7FC"/>
                </a:solidFill>
                <a:latin typeface="DejaVu Sans"/>
                <a:ea typeface="DejaVu Sans"/>
                <a:cs typeface="DejaVu Sans"/>
              </a:defRPr>
            </a:lvl2pPr>
            <a:lvl3pPr algn="l">
              <a:defRPr sz="3525" b="1">
                <a:solidFill>
                  <a:srgbClr val="F1F7FC"/>
                </a:solidFill>
                <a:latin typeface="DejaVu Sans"/>
                <a:ea typeface="DejaVu Sans"/>
                <a:cs typeface="DejaVu Sans"/>
              </a:defRPr>
            </a:lvl3pPr>
            <a:lvl4pPr algn="l">
              <a:defRPr sz="3525" b="1">
                <a:solidFill>
                  <a:srgbClr val="F1F7FC"/>
                </a:solidFill>
                <a:latin typeface="DejaVu Sans"/>
                <a:ea typeface="DejaVu Sans"/>
                <a:cs typeface="DejaVu Sans"/>
              </a:defRPr>
            </a:lvl4pPr>
            <a:lvl5pPr algn="l">
              <a:defRPr sz="3525" b="1">
                <a:solidFill>
                  <a:srgbClr val="F1F7FC"/>
                </a:solidFill>
                <a:latin typeface="DejaVu Sans"/>
                <a:ea typeface="DejaVu Sans"/>
                <a:cs typeface="DejaVu Sans"/>
              </a:defRPr>
            </a:lvl5pPr>
            <a:lvl6pPr algn="l">
              <a:defRPr sz="3525" b="1">
                <a:solidFill>
                  <a:srgbClr val="F1F7FC"/>
                </a:solidFill>
                <a:latin typeface="DejaVu Sans"/>
                <a:ea typeface="DejaVu Sans"/>
                <a:cs typeface="DejaVu Sans"/>
              </a:defRPr>
            </a:lvl6pPr>
            <a:lvl7pPr algn="l">
              <a:defRPr sz="3525" b="1">
                <a:solidFill>
                  <a:srgbClr val="F1F7FC"/>
                </a:solidFill>
                <a:latin typeface="DejaVu Sans"/>
                <a:ea typeface="DejaVu Sans"/>
                <a:cs typeface="DejaVu Sans"/>
              </a:defRPr>
            </a:lvl7pPr>
            <a:lvl8pPr algn="l">
              <a:defRPr sz="3525" b="1">
                <a:solidFill>
                  <a:srgbClr val="F1F7FC"/>
                </a:solidFill>
                <a:latin typeface="DejaVu Sans"/>
                <a:ea typeface="DejaVu Sans"/>
                <a:cs typeface="DejaVu Sans"/>
              </a:defRPr>
            </a:lvl8pPr>
            <a:lvl9pPr algn="l">
              <a:defRPr sz="3525" b="1">
                <a:solidFill>
                  <a:srgbClr val="F1F7FC"/>
                </a:solidFill>
                <a:latin typeface="DejaVu Sans"/>
                <a:ea typeface="DejaVu Sans"/>
                <a:cs typeface="DejaVu Sans"/>
              </a:defRPr>
            </a:lvl9pPr>
          </a:lstStyle>
          <a:p xmlns:a="http://schemas.openxmlformats.org/drawingml/2006/main">
            <a:pPr algn="l">
              <a:defRPr sz="3525" b="1">
                <a:solidFill>
                  <a:srgbClr val="F1F7FC"/>
                </a:solidFill>
                <a:latin typeface="DejaVu Sans"/>
                <a:ea typeface="DejaVu Sans"/>
                <a:cs typeface="DejaVu Sans"/>
              </a:defRPr>
            </a:pPr>
            <a:r>
              <a:rPr sz="3525" b="1">
                <a:solidFill>
                  <a:srgbClr val="F1F7FC"/>
                </a:solidFill>
                <a:latin typeface="DejaVu Sans"/>
                <a:ea typeface="DejaVu Sans"/>
                <a:cs typeface="DejaVu Sans"/>
              </a:rPr>
              <a:t>IPSec</a:t>
            </a:r>
          </a:p>
        </p:txBody>
      </p:sp>
      <p:sp>
        <p:nvSpPr>
          <p:cNvPr id="11" name="page-number">
            <a:extLst xmlns:a="http://schemas.openxmlformats.org/drawingml/2006/main">
              <a:ext uri="{FF2B5EF4-FFF2-40B4-BE49-F238E27FC236}">
                <a16:creationId xmlns:a16="http://schemas.microsoft.com/office/drawing/2014/main" id="{1EA613F8-31CF-469D-AA73-B64497AFC93E}"/>
              </a:ext>
            </a:extLst>
          </p:cNvPr>
          <p:cNvSpPr>
            <a:spLocks xmlns:a="http://schemas.openxmlformats.org/drawingml/2006/main" noGrp="1"/>
          </p:cNvSpPr>
          <p:nvPr/>
        </p:nvSpPr>
        <p:spPr>
          <a:xfrm xmlns:a="http://schemas.openxmlformats.org/drawingml/2006/main">
            <a:off x="13477875" y="8020050"/>
            <a:ext cx="1285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AABFD1"/>
                </a:solidFill>
                <a:latin typeface="DejaVu Sans Mono"/>
                <a:ea typeface="DejaVu Sans Mono"/>
                <a:cs typeface="DejaVu Sans Mono"/>
              </a:defRPr>
            </a:defPPr>
            <a:lvl1pPr algn="r">
              <a:defRPr sz="1350" b="0">
                <a:solidFill>
                  <a:srgbClr val="AABFD1"/>
                </a:solidFill>
                <a:latin typeface="DejaVu Sans Mono"/>
                <a:ea typeface="DejaVu Sans Mono"/>
                <a:cs typeface="DejaVu Sans Mono"/>
              </a:defRPr>
            </a:lvl1pPr>
            <a:lvl2pPr algn="r">
              <a:defRPr sz="1350" b="0">
                <a:solidFill>
                  <a:srgbClr val="AABFD1"/>
                </a:solidFill>
                <a:latin typeface="DejaVu Sans Mono"/>
                <a:ea typeface="DejaVu Sans Mono"/>
                <a:cs typeface="DejaVu Sans Mono"/>
              </a:defRPr>
            </a:lvl2pPr>
            <a:lvl3pPr algn="r">
              <a:defRPr sz="1350" b="0">
                <a:solidFill>
                  <a:srgbClr val="AABFD1"/>
                </a:solidFill>
                <a:latin typeface="DejaVu Sans Mono"/>
                <a:ea typeface="DejaVu Sans Mono"/>
                <a:cs typeface="DejaVu Sans Mono"/>
              </a:defRPr>
            </a:lvl3pPr>
            <a:lvl4pPr algn="r">
              <a:defRPr sz="1350" b="0">
                <a:solidFill>
                  <a:srgbClr val="AABFD1"/>
                </a:solidFill>
                <a:latin typeface="DejaVu Sans Mono"/>
                <a:ea typeface="DejaVu Sans Mono"/>
                <a:cs typeface="DejaVu Sans Mono"/>
              </a:defRPr>
            </a:lvl4pPr>
            <a:lvl5pPr algn="r">
              <a:defRPr sz="1350" b="0">
                <a:solidFill>
                  <a:srgbClr val="AABFD1"/>
                </a:solidFill>
                <a:latin typeface="DejaVu Sans Mono"/>
                <a:ea typeface="DejaVu Sans Mono"/>
                <a:cs typeface="DejaVu Sans Mono"/>
              </a:defRPr>
            </a:lvl5pPr>
            <a:lvl6pPr algn="r">
              <a:defRPr sz="1350" b="0">
                <a:solidFill>
                  <a:srgbClr val="AABFD1"/>
                </a:solidFill>
                <a:latin typeface="DejaVu Sans Mono"/>
                <a:ea typeface="DejaVu Sans Mono"/>
                <a:cs typeface="DejaVu Sans Mono"/>
              </a:defRPr>
            </a:lvl6pPr>
            <a:lvl7pPr algn="r">
              <a:defRPr sz="1350" b="0">
                <a:solidFill>
                  <a:srgbClr val="AABFD1"/>
                </a:solidFill>
                <a:latin typeface="DejaVu Sans Mono"/>
                <a:ea typeface="DejaVu Sans Mono"/>
                <a:cs typeface="DejaVu Sans Mono"/>
              </a:defRPr>
            </a:lvl7pPr>
            <a:lvl8pPr algn="r">
              <a:defRPr sz="1350" b="0">
                <a:solidFill>
                  <a:srgbClr val="AABFD1"/>
                </a:solidFill>
                <a:latin typeface="DejaVu Sans Mono"/>
                <a:ea typeface="DejaVu Sans Mono"/>
                <a:cs typeface="DejaVu Sans Mono"/>
              </a:defRPr>
            </a:lvl8pPr>
            <a:lvl9pPr algn="r">
              <a:defRPr sz="1350" b="0">
                <a:solidFill>
                  <a:srgbClr val="AABFD1"/>
                </a:solidFill>
                <a:latin typeface="DejaVu Sans Mono"/>
                <a:ea typeface="DejaVu Sans Mono"/>
                <a:cs typeface="DejaVu Sans Mono"/>
              </a:defRPr>
            </a:lvl9pPr>
          </a:lstStyle>
          <a:p xmlns:a="http://schemas.openxmlformats.org/drawingml/2006/main">
            <a:pPr algn="r">
              <a:defRPr sz="1350" b="0">
                <a:solidFill>
                  <a:srgbClr val="AABFD1"/>
                </a:solidFill>
                <a:latin typeface="DejaVu Sans Mono"/>
                <a:ea typeface="DejaVu Sans Mono"/>
                <a:cs typeface="DejaVu Sans Mono"/>
              </a:defRPr>
            </a:pPr>
            <a:r>
              <a:rPr sz="1350" b="0">
                <a:solidFill>
                  <a:srgbClr val="AABFD1"/>
                </a:solidFill>
                <a:latin typeface="DejaVu Sans Mono"/>
                <a:ea typeface="DejaVu Sans Mono"/>
                <a:cs typeface="DejaVu Sans Mono"/>
              </a:rPr>
              <a:t>23 / 33</a:t>
            </a:r>
          </a:p>
        </p:txBody>
      </p:sp>
      <p:sp>
        <p:nvSpPr>
          <p:cNvPr id="12" name="subheading">
            <a:extLst xmlns:a="http://schemas.openxmlformats.org/drawingml/2006/main">
              <a:ext uri="{FF2B5EF4-FFF2-40B4-BE49-F238E27FC236}">
                <a16:creationId xmlns:a16="http://schemas.microsoft.com/office/drawing/2014/main" id="{008B1677-B0AE-474F-926C-16E70508EE93}"/>
              </a:ext>
            </a:extLst>
          </p:cNvPr>
          <p:cNvSpPr>
            <a:spLocks xmlns:a="http://schemas.openxmlformats.org/drawingml/2006/main" noGrp="1"/>
          </p:cNvSpPr>
          <p:nvPr/>
        </p:nvSpPr>
        <p:spPr>
          <a:xfrm xmlns:a="http://schemas.openxmlformats.org/drawingml/2006/main">
            <a:off x="3619500" y="2047875"/>
            <a:ext cx="10858500" cy="5227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54DEEF"/>
                </a:solidFill>
                <a:latin typeface="DejaVu Sans"/>
                <a:ea typeface="DejaVu Sans"/>
                <a:cs typeface="DejaVu Sans"/>
              </a:defRPr>
            </a:defPPr>
            <a:lvl1pPr algn="l">
              <a:defRPr sz="2550" b="1">
                <a:solidFill>
                  <a:srgbClr val="54DEEF"/>
                </a:solidFill>
                <a:latin typeface="DejaVu Sans"/>
                <a:ea typeface="DejaVu Sans"/>
                <a:cs typeface="DejaVu Sans"/>
              </a:defRPr>
            </a:lvl1pPr>
            <a:lvl2pPr algn="l">
              <a:defRPr sz="2550" b="1">
                <a:solidFill>
                  <a:srgbClr val="54DEEF"/>
                </a:solidFill>
                <a:latin typeface="DejaVu Sans"/>
                <a:ea typeface="DejaVu Sans"/>
                <a:cs typeface="DejaVu Sans"/>
              </a:defRPr>
            </a:lvl2pPr>
            <a:lvl3pPr algn="l">
              <a:defRPr sz="2550" b="1">
                <a:solidFill>
                  <a:srgbClr val="54DEEF"/>
                </a:solidFill>
                <a:latin typeface="DejaVu Sans"/>
                <a:ea typeface="DejaVu Sans"/>
                <a:cs typeface="DejaVu Sans"/>
              </a:defRPr>
            </a:lvl3pPr>
            <a:lvl4pPr algn="l">
              <a:defRPr sz="2550" b="1">
                <a:solidFill>
                  <a:srgbClr val="54DEEF"/>
                </a:solidFill>
                <a:latin typeface="DejaVu Sans"/>
                <a:ea typeface="DejaVu Sans"/>
                <a:cs typeface="DejaVu Sans"/>
              </a:defRPr>
            </a:lvl4pPr>
            <a:lvl5pPr algn="l">
              <a:defRPr sz="2550" b="1">
                <a:solidFill>
                  <a:srgbClr val="54DEEF"/>
                </a:solidFill>
                <a:latin typeface="DejaVu Sans"/>
                <a:ea typeface="DejaVu Sans"/>
                <a:cs typeface="DejaVu Sans"/>
              </a:defRPr>
            </a:lvl5pPr>
            <a:lvl6pPr algn="l">
              <a:defRPr sz="2550" b="1">
                <a:solidFill>
                  <a:srgbClr val="54DEEF"/>
                </a:solidFill>
                <a:latin typeface="DejaVu Sans"/>
                <a:ea typeface="DejaVu Sans"/>
                <a:cs typeface="DejaVu Sans"/>
              </a:defRPr>
            </a:lvl6pPr>
            <a:lvl7pPr algn="l">
              <a:defRPr sz="2550" b="1">
                <a:solidFill>
                  <a:srgbClr val="54DEEF"/>
                </a:solidFill>
                <a:latin typeface="DejaVu Sans"/>
                <a:ea typeface="DejaVu Sans"/>
                <a:cs typeface="DejaVu Sans"/>
              </a:defRPr>
            </a:lvl7pPr>
            <a:lvl8pPr algn="l">
              <a:defRPr sz="2550" b="1">
                <a:solidFill>
                  <a:srgbClr val="54DEEF"/>
                </a:solidFill>
                <a:latin typeface="DejaVu Sans"/>
                <a:ea typeface="DejaVu Sans"/>
                <a:cs typeface="DejaVu Sans"/>
              </a:defRPr>
            </a:lvl8pPr>
            <a:lvl9pPr algn="l">
              <a:defRPr sz="2550" b="1">
                <a:solidFill>
                  <a:srgbClr val="54DEEF"/>
                </a:solidFill>
                <a:latin typeface="DejaVu Sans"/>
                <a:ea typeface="DejaVu Sans"/>
                <a:cs typeface="DejaVu Sans"/>
              </a:defRPr>
            </a:lvl9pPr>
          </a:lstStyle>
          <a:p xmlns:a="http://schemas.openxmlformats.org/drawingml/2006/main">
            <a:pPr algn="l">
              <a:defRPr sz="2550" b="1">
                <a:solidFill>
                  <a:srgbClr val="54DEEF"/>
                </a:solidFill>
                <a:latin typeface="DejaVu Sans"/>
                <a:ea typeface="DejaVu Sans"/>
                <a:cs typeface="DejaVu Sans"/>
              </a:defRPr>
            </a:pPr>
            <a:r>
              <a:rPr sz="2550" b="1">
                <a:solidFill>
                  <a:srgbClr val="54DEEF"/>
                </a:solidFill>
                <a:latin typeface="DejaVu Sans"/>
                <a:ea typeface="DejaVu Sans"/>
                <a:cs typeface="DejaVu Sans"/>
              </a:rPr>
              <a:t>Bedeutung von IPSec</a:t>
            </a:r>
          </a:p>
        </p:txBody>
      </p:sp>
      <p:sp>
        <p:nvSpPr>
          <p:cNvPr id="13" name="content">
            <a:extLst xmlns:a="http://schemas.openxmlformats.org/drawingml/2006/main">
              <a:ext uri="{FF2B5EF4-FFF2-40B4-BE49-F238E27FC236}">
                <a16:creationId xmlns:a16="http://schemas.microsoft.com/office/drawing/2014/main" id="{15F2C840-2E19-4FAA-81B1-25EDA437F848}"/>
              </a:ext>
            </a:extLst>
          </p:cNvPr>
          <p:cNvSpPr>
            <a:spLocks xmlns:a="http://schemas.openxmlformats.org/drawingml/2006/main" noGrp="1"/>
          </p:cNvSpPr>
          <p:nvPr/>
        </p:nvSpPr>
        <p:spPr>
          <a:xfrm xmlns:a="http://schemas.openxmlformats.org/drawingml/2006/main">
            <a:off x="3619500" y="2808732"/>
            <a:ext cx="10858500" cy="4975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a:solidFill>
                  <a:srgbClr val="E0EAF4"/>
                </a:solidFill>
                <a:latin typeface="DejaVu Sans"/>
                <a:ea typeface="DejaVu Sans"/>
                <a:cs typeface="DejaVu Sans"/>
              </a:defRPr>
            </a:defPPr>
            <a:lvl1pPr algn="l">
              <a:defRPr sz="2400" b="0">
                <a:solidFill>
                  <a:srgbClr val="E0EAF4"/>
                </a:solidFill>
                <a:latin typeface="DejaVu Sans"/>
                <a:ea typeface="DejaVu Sans"/>
                <a:cs typeface="DejaVu Sans"/>
              </a:defRPr>
            </a:lvl1pPr>
            <a:lvl2pPr algn="l">
              <a:defRPr sz="2400" b="0">
                <a:solidFill>
                  <a:srgbClr val="E0EAF4"/>
                </a:solidFill>
                <a:latin typeface="DejaVu Sans"/>
                <a:ea typeface="DejaVu Sans"/>
                <a:cs typeface="DejaVu Sans"/>
              </a:defRPr>
            </a:lvl2pPr>
            <a:lvl3pPr algn="l">
              <a:defRPr sz="2400" b="0">
                <a:solidFill>
                  <a:srgbClr val="E0EAF4"/>
                </a:solidFill>
                <a:latin typeface="DejaVu Sans"/>
                <a:ea typeface="DejaVu Sans"/>
                <a:cs typeface="DejaVu Sans"/>
              </a:defRPr>
            </a:lvl3pPr>
            <a:lvl4pPr algn="l">
              <a:defRPr sz="2400" b="0">
                <a:solidFill>
                  <a:srgbClr val="E0EAF4"/>
                </a:solidFill>
                <a:latin typeface="DejaVu Sans"/>
                <a:ea typeface="DejaVu Sans"/>
                <a:cs typeface="DejaVu Sans"/>
              </a:defRPr>
            </a:lvl4pPr>
            <a:lvl5pPr algn="l">
              <a:defRPr sz="2400" b="0">
                <a:solidFill>
                  <a:srgbClr val="E0EAF4"/>
                </a:solidFill>
                <a:latin typeface="DejaVu Sans"/>
                <a:ea typeface="DejaVu Sans"/>
                <a:cs typeface="DejaVu Sans"/>
              </a:defRPr>
            </a:lvl5pPr>
            <a:lvl6pPr algn="l">
              <a:defRPr sz="2400" b="0">
                <a:solidFill>
                  <a:srgbClr val="E0EAF4"/>
                </a:solidFill>
                <a:latin typeface="DejaVu Sans"/>
                <a:ea typeface="DejaVu Sans"/>
                <a:cs typeface="DejaVu Sans"/>
              </a:defRPr>
            </a:lvl6pPr>
            <a:lvl7pPr algn="l">
              <a:defRPr sz="2400" b="0">
                <a:solidFill>
                  <a:srgbClr val="E0EAF4"/>
                </a:solidFill>
                <a:latin typeface="DejaVu Sans"/>
                <a:ea typeface="DejaVu Sans"/>
                <a:cs typeface="DejaVu Sans"/>
              </a:defRPr>
            </a:lvl7pPr>
            <a:lvl8pPr algn="l">
              <a:defRPr sz="2400" b="0">
                <a:solidFill>
                  <a:srgbClr val="E0EAF4"/>
                </a:solidFill>
                <a:latin typeface="DejaVu Sans"/>
                <a:ea typeface="DejaVu Sans"/>
                <a:cs typeface="DejaVu Sans"/>
              </a:defRPr>
            </a:lvl8pPr>
            <a:lvl9pPr algn="l">
              <a:defRPr sz="2400" b="0">
                <a:solidFill>
                  <a:srgbClr val="E0EAF4"/>
                </a:solidFill>
                <a:latin typeface="DejaVu Sans"/>
                <a:ea typeface="DejaVu Sans"/>
                <a:cs typeface="DejaVu Sans"/>
              </a:defRPr>
            </a:lvl9pPr>
          </a:lstStyle>
          <a:p xmlns:a="http://schemas.openxmlformats.org/drawingml/2006/main">
            <a:pPr marL="355600" indent="-292100" algn="l">
              <a:spcAft>
                <a:spcPts val="0"/>
              </a:spcAft>
              <a:buChar char="•"/>
              <a:defRPr sz="2400" b="0">
                <a:solidFill>
                  <a:srgbClr val="E0EAF4"/>
                </a:solidFill>
                <a:latin typeface="DejaVu Sans"/>
                <a:ea typeface="DejaVu Sans"/>
                <a:cs typeface="DejaVu Sans"/>
              </a:defRPr>
            </a:pPr>
            <a:r>
              <a:rPr b="0">
                <a:latin typeface="DejaVu Sans"/>
                <a:ea typeface="DejaVu Sans"/>
                <a:cs typeface="DejaVu Sans"/>
              </a:rPr>
              <a:t>Standardisiert bei der IEFT</a:t>
            </a:r>
          </a:p>
        </p:txBody>
      </p:sp>
      <p:sp>
        <p:nvSpPr>
          <p:cNvPr id="14" name="content">
            <a:extLst xmlns:a="http://schemas.openxmlformats.org/drawingml/2006/main">
              <a:ext uri="{FF2B5EF4-FFF2-40B4-BE49-F238E27FC236}">
                <a16:creationId xmlns:a16="http://schemas.microsoft.com/office/drawing/2014/main" id="{826845B6-BC29-4A9D-955F-07C893A5E8ED}"/>
              </a:ext>
            </a:extLst>
          </p:cNvPr>
          <p:cNvSpPr>
            <a:spLocks xmlns:a="http://schemas.openxmlformats.org/drawingml/2006/main" noGrp="1"/>
          </p:cNvSpPr>
          <p:nvPr/>
        </p:nvSpPr>
        <p:spPr>
          <a:xfrm xmlns:a="http://schemas.openxmlformats.org/drawingml/2006/main">
            <a:off x="3619500" y="3544443"/>
            <a:ext cx="10858500" cy="4975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a:solidFill>
                  <a:srgbClr val="E0EAF4"/>
                </a:solidFill>
                <a:latin typeface="DejaVu Sans"/>
                <a:ea typeface="DejaVu Sans"/>
                <a:cs typeface="DejaVu Sans"/>
              </a:defRPr>
            </a:defPPr>
            <a:lvl1pPr algn="l">
              <a:defRPr sz="2400" b="0">
                <a:solidFill>
                  <a:srgbClr val="E0EAF4"/>
                </a:solidFill>
                <a:latin typeface="DejaVu Sans"/>
                <a:ea typeface="DejaVu Sans"/>
                <a:cs typeface="DejaVu Sans"/>
              </a:defRPr>
            </a:lvl1pPr>
            <a:lvl2pPr algn="l">
              <a:defRPr sz="2400" b="0">
                <a:solidFill>
                  <a:srgbClr val="E0EAF4"/>
                </a:solidFill>
                <a:latin typeface="DejaVu Sans"/>
                <a:ea typeface="DejaVu Sans"/>
                <a:cs typeface="DejaVu Sans"/>
              </a:defRPr>
            </a:lvl2pPr>
            <a:lvl3pPr algn="l">
              <a:defRPr sz="2400" b="0">
                <a:solidFill>
                  <a:srgbClr val="E0EAF4"/>
                </a:solidFill>
                <a:latin typeface="DejaVu Sans"/>
                <a:ea typeface="DejaVu Sans"/>
                <a:cs typeface="DejaVu Sans"/>
              </a:defRPr>
            </a:lvl3pPr>
            <a:lvl4pPr algn="l">
              <a:defRPr sz="2400" b="0">
                <a:solidFill>
                  <a:srgbClr val="E0EAF4"/>
                </a:solidFill>
                <a:latin typeface="DejaVu Sans"/>
                <a:ea typeface="DejaVu Sans"/>
                <a:cs typeface="DejaVu Sans"/>
              </a:defRPr>
            </a:lvl4pPr>
            <a:lvl5pPr algn="l">
              <a:defRPr sz="2400" b="0">
                <a:solidFill>
                  <a:srgbClr val="E0EAF4"/>
                </a:solidFill>
                <a:latin typeface="DejaVu Sans"/>
                <a:ea typeface="DejaVu Sans"/>
                <a:cs typeface="DejaVu Sans"/>
              </a:defRPr>
            </a:lvl5pPr>
            <a:lvl6pPr algn="l">
              <a:defRPr sz="2400" b="0">
                <a:solidFill>
                  <a:srgbClr val="E0EAF4"/>
                </a:solidFill>
                <a:latin typeface="DejaVu Sans"/>
                <a:ea typeface="DejaVu Sans"/>
                <a:cs typeface="DejaVu Sans"/>
              </a:defRPr>
            </a:lvl6pPr>
            <a:lvl7pPr algn="l">
              <a:defRPr sz="2400" b="0">
                <a:solidFill>
                  <a:srgbClr val="E0EAF4"/>
                </a:solidFill>
                <a:latin typeface="DejaVu Sans"/>
                <a:ea typeface="DejaVu Sans"/>
                <a:cs typeface="DejaVu Sans"/>
              </a:defRPr>
            </a:lvl7pPr>
            <a:lvl8pPr algn="l">
              <a:defRPr sz="2400" b="0">
                <a:solidFill>
                  <a:srgbClr val="E0EAF4"/>
                </a:solidFill>
                <a:latin typeface="DejaVu Sans"/>
                <a:ea typeface="DejaVu Sans"/>
                <a:cs typeface="DejaVu Sans"/>
              </a:defRPr>
            </a:lvl8pPr>
            <a:lvl9pPr algn="l">
              <a:defRPr sz="2400" b="0">
                <a:solidFill>
                  <a:srgbClr val="E0EAF4"/>
                </a:solidFill>
                <a:latin typeface="DejaVu Sans"/>
                <a:ea typeface="DejaVu Sans"/>
                <a:cs typeface="DejaVu Sans"/>
              </a:defRPr>
            </a:lvl9pPr>
          </a:lstStyle>
          <a:p xmlns:a="http://schemas.openxmlformats.org/drawingml/2006/main">
            <a:pPr marL="355600" indent="-292100" algn="l">
              <a:spcAft>
                <a:spcPts val="0"/>
              </a:spcAft>
              <a:buChar char="•"/>
              <a:defRPr sz="2400" b="0">
                <a:solidFill>
                  <a:srgbClr val="E0EAF4"/>
                </a:solidFill>
                <a:latin typeface="DejaVu Sans"/>
                <a:ea typeface="DejaVu Sans"/>
                <a:cs typeface="DejaVu Sans"/>
              </a:defRPr>
            </a:pPr>
            <a:r>
              <a:rPr b="0">
                <a:latin typeface="DejaVu Sans"/>
                <a:ea typeface="DejaVu Sans"/>
                <a:cs typeface="DejaVu Sans"/>
              </a:rPr>
              <a:t>Schicht 3 – Protokoll</a:t>
            </a:r>
          </a:p>
        </p:txBody>
      </p:sp>
      <p:sp>
        <p:nvSpPr>
          <p:cNvPr id="15" name="content">
            <a:extLst xmlns:a="http://schemas.openxmlformats.org/drawingml/2006/main">
              <a:ext uri="{FF2B5EF4-FFF2-40B4-BE49-F238E27FC236}">
                <a16:creationId xmlns:a16="http://schemas.microsoft.com/office/drawing/2014/main" id="{936FC789-1B43-4CB0-B81F-42488F5AADE6}"/>
              </a:ext>
            </a:extLst>
          </p:cNvPr>
          <p:cNvSpPr>
            <a:spLocks xmlns:a="http://schemas.openxmlformats.org/drawingml/2006/main" noGrp="1"/>
          </p:cNvSpPr>
          <p:nvPr/>
        </p:nvSpPr>
        <p:spPr>
          <a:xfrm xmlns:a="http://schemas.openxmlformats.org/drawingml/2006/main">
            <a:off x="3619500" y="4280154"/>
            <a:ext cx="10858500" cy="8999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a:solidFill>
                  <a:srgbClr val="E0EAF4"/>
                </a:solidFill>
                <a:latin typeface="DejaVu Sans"/>
                <a:ea typeface="DejaVu Sans"/>
                <a:cs typeface="DejaVu Sans"/>
              </a:defRPr>
            </a:defPPr>
            <a:lvl1pPr algn="l">
              <a:defRPr sz="2400" b="0">
                <a:solidFill>
                  <a:srgbClr val="E0EAF4"/>
                </a:solidFill>
                <a:latin typeface="DejaVu Sans"/>
                <a:ea typeface="DejaVu Sans"/>
                <a:cs typeface="DejaVu Sans"/>
              </a:defRPr>
            </a:lvl1pPr>
            <a:lvl2pPr algn="l">
              <a:defRPr sz="2400" b="0">
                <a:solidFill>
                  <a:srgbClr val="E0EAF4"/>
                </a:solidFill>
                <a:latin typeface="DejaVu Sans"/>
                <a:ea typeface="DejaVu Sans"/>
                <a:cs typeface="DejaVu Sans"/>
              </a:defRPr>
            </a:lvl2pPr>
            <a:lvl3pPr algn="l">
              <a:defRPr sz="2400" b="0">
                <a:solidFill>
                  <a:srgbClr val="E0EAF4"/>
                </a:solidFill>
                <a:latin typeface="DejaVu Sans"/>
                <a:ea typeface="DejaVu Sans"/>
                <a:cs typeface="DejaVu Sans"/>
              </a:defRPr>
            </a:lvl3pPr>
            <a:lvl4pPr algn="l">
              <a:defRPr sz="2400" b="0">
                <a:solidFill>
                  <a:srgbClr val="E0EAF4"/>
                </a:solidFill>
                <a:latin typeface="DejaVu Sans"/>
                <a:ea typeface="DejaVu Sans"/>
                <a:cs typeface="DejaVu Sans"/>
              </a:defRPr>
            </a:lvl4pPr>
            <a:lvl5pPr algn="l">
              <a:defRPr sz="2400" b="0">
                <a:solidFill>
                  <a:srgbClr val="E0EAF4"/>
                </a:solidFill>
                <a:latin typeface="DejaVu Sans"/>
                <a:ea typeface="DejaVu Sans"/>
                <a:cs typeface="DejaVu Sans"/>
              </a:defRPr>
            </a:lvl5pPr>
            <a:lvl6pPr algn="l">
              <a:defRPr sz="2400" b="0">
                <a:solidFill>
                  <a:srgbClr val="E0EAF4"/>
                </a:solidFill>
                <a:latin typeface="DejaVu Sans"/>
                <a:ea typeface="DejaVu Sans"/>
                <a:cs typeface="DejaVu Sans"/>
              </a:defRPr>
            </a:lvl6pPr>
            <a:lvl7pPr algn="l">
              <a:defRPr sz="2400" b="0">
                <a:solidFill>
                  <a:srgbClr val="E0EAF4"/>
                </a:solidFill>
                <a:latin typeface="DejaVu Sans"/>
                <a:ea typeface="DejaVu Sans"/>
                <a:cs typeface="DejaVu Sans"/>
              </a:defRPr>
            </a:lvl7pPr>
            <a:lvl8pPr algn="l">
              <a:defRPr sz="2400" b="0">
                <a:solidFill>
                  <a:srgbClr val="E0EAF4"/>
                </a:solidFill>
                <a:latin typeface="DejaVu Sans"/>
                <a:ea typeface="DejaVu Sans"/>
                <a:cs typeface="DejaVu Sans"/>
              </a:defRPr>
            </a:lvl8pPr>
            <a:lvl9pPr algn="l">
              <a:defRPr sz="2400" b="0">
                <a:solidFill>
                  <a:srgbClr val="E0EAF4"/>
                </a:solidFill>
                <a:latin typeface="DejaVu Sans"/>
                <a:ea typeface="DejaVu Sans"/>
                <a:cs typeface="DejaVu Sans"/>
              </a:defRPr>
            </a:lvl9pPr>
          </a:lstStyle>
          <a:p xmlns:a="http://schemas.openxmlformats.org/drawingml/2006/main">
            <a:pPr marL="355600" indent="-292100" algn="l">
              <a:spcAft>
                <a:spcPts val="0"/>
              </a:spcAft>
              <a:buChar char="•"/>
              <a:defRPr sz="2400" b="0">
                <a:solidFill>
                  <a:srgbClr val="E0EAF4"/>
                </a:solidFill>
                <a:latin typeface="DejaVu Sans"/>
                <a:ea typeface="DejaVu Sans"/>
                <a:cs typeface="DejaVu Sans"/>
              </a:defRPr>
            </a:pPr>
            <a:r>
              <a:rPr b="0">
                <a:latin typeface="DejaVu Sans"/>
                <a:ea typeface="DejaVu Sans"/>
                <a:cs typeface="DejaVu Sans"/>
              </a:rPr>
              <a:t>Schutz jeglichen IP-Datenverkehrs (TCP, UDP, ICMP, HTTP, FTP, SNMP, Telnet, usw.)</a:t>
            </a:r>
          </a:p>
        </p:txBody>
      </p:sp>
    </p:spTree>
    <p:extLst>
      <p:ext uri="{BB962C8B-B14F-4D97-AF65-F5344CB8AC3E}">
        <p14:creationId xmlns:p14="http://schemas.microsoft.com/office/powerpoint/2010/main" val="2143927615"/>
      </p:ext>
    </p:extLst>
  </p:cSld>
</p:sld>
</file>

<file path=ppt/slides/slide24.xml><?xml version="1.0" encoding="utf-8"?>
<p:sld xmlns:p="http://schemas.openxmlformats.org/presentationml/2006/main">
  <p:cSld>
    <p:bg>
      <p:bgPr>
        <a:solidFill xmlns:a="http://schemas.openxmlformats.org/drawingml/2006/main">
          <a:srgbClr val="081522"/>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0FB9C857-59E8-4319-BA86-3502F7F79E19}"/>
              </a:ext>
            </a:extLst>
          </p:cNvPr>
          <p:cNvPicPr>
            <a:picLocks xmlns:a="http://schemas.openxmlformats.org/drawingml/2006/main" noChangeAspect="1"/>
          </p:cNvPicPr>
          <p:nvPr/>
        </p:nvPicPr>
        <p:blipFill>
          <a:blip xmlns:r="http://schemas.openxmlformats.org/officeDocument/2006/relationships" xmlns:a="http://schemas.openxmlformats.org/drawingml/2006/main" r:embed="Rcfde23e9f8384590"/>
          <a:srcRect xmlns:a="http://schemas.openxmlformats.org/drawingml/2006/main" l="0" t="27" r="0" b="27"/>
          <a:stretch xmlns:a="http://schemas.openxmlformats.org/drawingml/2006/main">
            <a:fillRect l="0" t="0" r="0" b="0"/>
          </a:stretch>
        </p:blipFill>
        <p:spPr>
          <a:xfrm xmlns:a="http://schemas.openxmlformats.org/drawingml/2006/main">
            <a:off x="0" y="0"/>
            <a:ext cx="15240000" cy="8572500"/>
          </a:xfrm>
          <a:prstGeom xmlns:a="http://schemas.openxmlformats.org/drawingml/2006/main" prst="rect">
            <a:avLst/>
          </a:prstGeom>
        </p:spPr>
      </p:pic>
      <p:sp>
        <p:nvSpPr>
          <p:cNvPr id="2" name="agenda-heading">
            <a:extLst xmlns:a="http://schemas.openxmlformats.org/drawingml/2006/main">
              <a:ext uri="{FF2B5EF4-FFF2-40B4-BE49-F238E27FC236}">
                <a16:creationId xmlns:a16="http://schemas.microsoft.com/office/drawing/2014/main" id="{861DBE0C-B6EC-4D12-BC49-EDAAC97E27D8}"/>
              </a:ext>
            </a:extLst>
          </p:cNvPr>
          <p:cNvSpPr>
            <a:spLocks xmlns:a="http://schemas.openxmlformats.org/drawingml/2006/main" noGrp="1"/>
          </p:cNvSpPr>
          <p:nvPr/>
        </p:nvSpPr>
        <p:spPr>
          <a:xfrm xmlns:a="http://schemas.openxmlformats.org/drawingml/2006/main">
            <a:off x="400050" y="638175"/>
            <a:ext cx="2333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54DEEF"/>
                </a:solidFill>
                <a:latin typeface="DejaVu Sans Mono"/>
                <a:ea typeface="DejaVu Sans Mono"/>
                <a:cs typeface="DejaVu Sans Mono"/>
              </a:defRPr>
            </a:defPPr>
            <a:lvl1pPr algn="l">
              <a:defRPr sz="1875" b="1">
                <a:solidFill>
                  <a:srgbClr val="54DEEF"/>
                </a:solidFill>
                <a:latin typeface="DejaVu Sans Mono"/>
                <a:ea typeface="DejaVu Sans Mono"/>
                <a:cs typeface="DejaVu Sans Mono"/>
              </a:defRPr>
            </a:lvl1pPr>
            <a:lvl2pPr algn="l">
              <a:defRPr sz="1875" b="1">
                <a:solidFill>
                  <a:srgbClr val="54DEEF"/>
                </a:solidFill>
                <a:latin typeface="DejaVu Sans Mono"/>
                <a:ea typeface="DejaVu Sans Mono"/>
                <a:cs typeface="DejaVu Sans Mono"/>
              </a:defRPr>
            </a:lvl2pPr>
            <a:lvl3pPr algn="l">
              <a:defRPr sz="1875" b="1">
                <a:solidFill>
                  <a:srgbClr val="54DEEF"/>
                </a:solidFill>
                <a:latin typeface="DejaVu Sans Mono"/>
                <a:ea typeface="DejaVu Sans Mono"/>
                <a:cs typeface="DejaVu Sans Mono"/>
              </a:defRPr>
            </a:lvl3pPr>
            <a:lvl4pPr algn="l">
              <a:defRPr sz="1875" b="1">
                <a:solidFill>
                  <a:srgbClr val="54DEEF"/>
                </a:solidFill>
                <a:latin typeface="DejaVu Sans Mono"/>
                <a:ea typeface="DejaVu Sans Mono"/>
                <a:cs typeface="DejaVu Sans Mono"/>
              </a:defRPr>
            </a:lvl4pPr>
            <a:lvl5pPr algn="l">
              <a:defRPr sz="1875" b="1">
                <a:solidFill>
                  <a:srgbClr val="54DEEF"/>
                </a:solidFill>
                <a:latin typeface="DejaVu Sans Mono"/>
                <a:ea typeface="DejaVu Sans Mono"/>
                <a:cs typeface="DejaVu Sans Mono"/>
              </a:defRPr>
            </a:lvl5pPr>
            <a:lvl6pPr algn="l">
              <a:defRPr sz="1875" b="1">
                <a:solidFill>
                  <a:srgbClr val="54DEEF"/>
                </a:solidFill>
                <a:latin typeface="DejaVu Sans Mono"/>
                <a:ea typeface="DejaVu Sans Mono"/>
                <a:cs typeface="DejaVu Sans Mono"/>
              </a:defRPr>
            </a:lvl6pPr>
            <a:lvl7pPr algn="l">
              <a:defRPr sz="1875" b="1">
                <a:solidFill>
                  <a:srgbClr val="54DEEF"/>
                </a:solidFill>
                <a:latin typeface="DejaVu Sans Mono"/>
                <a:ea typeface="DejaVu Sans Mono"/>
                <a:cs typeface="DejaVu Sans Mono"/>
              </a:defRPr>
            </a:lvl7pPr>
            <a:lvl8pPr algn="l">
              <a:defRPr sz="1875" b="1">
                <a:solidFill>
                  <a:srgbClr val="54DEEF"/>
                </a:solidFill>
                <a:latin typeface="DejaVu Sans Mono"/>
                <a:ea typeface="DejaVu Sans Mono"/>
                <a:cs typeface="DejaVu Sans Mono"/>
              </a:defRPr>
            </a:lvl8pPr>
            <a:lvl9pPr algn="l">
              <a:defRPr sz="1875" b="1">
                <a:solidFill>
                  <a:srgbClr val="54DEEF"/>
                </a:solidFill>
                <a:latin typeface="DejaVu Sans Mono"/>
                <a:ea typeface="DejaVu Sans Mono"/>
                <a:cs typeface="DejaVu Sans Mono"/>
              </a:defRPr>
            </a:lvl9pPr>
          </a:lstStyle>
          <a:p xmlns:a="http://schemas.openxmlformats.org/drawingml/2006/main">
            <a:pPr algn="l">
              <a:defRPr sz="1875" b="1">
                <a:solidFill>
                  <a:srgbClr val="54DEEF"/>
                </a:solidFill>
                <a:latin typeface="DejaVu Sans Mono"/>
                <a:ea typeface="DejaVu Sans Mono"/>
                <a:cs typeface="DejaVu Sans Mono"/>
              </a:defRPr>
            </a:pPr>
            <a:r>
              <a:rPr sz="1875" b="1">
                <a:solidFill>
                  <a:srgbClr val="54DEEF"/>
                </a:solidFill>
                <a:latin typeface="DejaVu Sans Mono"/>
                <a:ea typeface="DejaVu Sans Mono"/>
                <a:cs typeface="DejaVu Sans Mono"/>
              </a:rPr>
              <a:t>Agenda:</a:t>
            </a:r>
          </a:p>
        </p:txBody>
      </p:sp>
      <p:sp>
        <p:nvSpPr>
          <p:cNvPr id="3" name="agenda-item">
            <a:extLst xmlns:a="http://schemas.openxmlformats.org/drawingml/2006/main">
              <a:ext uri="{FF2B5EF4-FFF2-40B4-BE49-F238E27FC236}">
                <a16:creationId xmlns:a16="http://schemas.microsoft.com/office/drawing/2014/main" id="{6D3C97A4-25D8-4580-8085-A1727AB998D6}"/>
              </a:ext>
            </a:extLst>
          </p:cNvPr>
          <p:cNvSpPr>
            <a:spLocks xmlns:a="http://schemas.openxmlformats.org/drawingml/2006/main" noGrp="1"/>
          </p:cNvSpPr>
          <p:nvPr/>
        </p:nvSpPr>
        <p:spPr>
          <a:xfrm xmlns:a="http://schemas.openxmlformats.org/drawingml/2006/main">
            <a:off x="400050" y="142875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Was ist ein VPN?</a:t>
            </a:r>
          </a:p>
        </p:txBody>
      </p:sp>
      <p:sp>
        <p:nvSpPr>
          <p:cNvPr id="4" name="agenda-item">
            <a:extLst xmlns:a="http://schemas.openxmlformats.org/drawingml/2006/main">
              <a:ext uri="{FF2B5EF4-FFF2-40B4-BE49-F238E27FC236}">
                <a16:creationId xmlns:a16="http://schemas.microsoft.com/office/drawing/2014/main" id="{DC7BADDB-3247-456F-811D-580CF2D7E9AB}"/>
              </a:ext>
            </a:extLst>
          </p:cNvPr>
          <p:cNvSpPr>
            <a:spLocks xmlns:a="http://schemas.openxmlformats.org/drawingml/2006/main" noGrp="1"/>
          </p:cNvSpPr>
          <p:nvPr/>
        </p:nvSpPr>
        <p:spPr>
          <a:xfrm xmlns:a="http://schemas.openxmlformats.org/drawingml/2006/main">
            <a:off x="400050" y="209550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Aufbau eines VPN</a:t>
            </a:r>
          </a:p>
        </p:txBody>
      </p:sp>
      <p:sp>
        <p:nvSpPr>
          <p:cNvPr id="5" name="agenda-item">
            <a:extLst xmlns:a="http://schemas.openxmlformats.org/drawingml/2006/main">
              <a:ext uri="{FF2B5EF4-FFF2-40B4-BE49-F238E27FC236}">
                <a16:creationId xmlns:a16="http://schemas.microsoft.com/office/drawing/2014/main" id="{64BEE906-18ED-4633-84A8-E03080FFF0E5}"/>
              </a:ext>
            </a:extLst>
          </p:cNvPr>
          <p:cNvSpPr>
            <a:spLocks xmlns:a="http://schemas.openxmlformats.org/drawingml/2006/main" noGrp="1"/>
          </p:cNvSpPr>
          <p:nvPr/>
        </p:nvSpPr>
        <p:spPr>
          <a:xfrm xmlns:a="http://schemas.openxmlformats.org/drawingml/2006/main">
            <a:off x="400050" y="276225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Ausprägungen eines VPN Netzes</a:t>
            </a:r>
          </a:p>
        </p:txBody>
      </p:sp>
      <p:sp>
        <p:nvSpPr>
          <p:cNvPr id="6" name="agenda-item">
            <a:extLst xmlns:a="http://schemas.openxmlformats.org/drawingml/2006/main">
              <a:ext uri="{FF2B5EF4-FFF2-40B4-BE49-F238E27FC236}">
                <a16:creationId xmlns:a16="http://schemas.microsoft.com/office/drawing/2014/main" id="{01D43BD5-0FC7-413A-99F1-F2890DE16BD3}"/>
              </a:ext>
            </a:extLst>
          </p:cNvPr>
          <p:cNvSpPr>
            <a:spLocks xmlns:a="http://schemas.openxmlformats.org/drawingml/2006/main" noGrp="1"/>
          </p:cNvSpPr>
          <p:nvPr/>
        </p:nvSpPr>
        <p:spPr>
          <a:xfrm xmlns:a="http://schemas.openxmlformats.org/drawingml/2006/main">
            <a:off x="400050" y="371475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Tunneling Protokolle</a:t>
            </a:r>
          </a:p>
        </p:txBody>
      </p:sp>
      <p:sp>
        <p:nvSpPr>
          <p:cNvPr id="7" name="agenda-item">
            <a:extLst xmlns:a="http://schemas.openxmlformats.org/drawingml/2006/main">
              <a:ext uri="{FF2B5EF4-FFF2-40B4-BE49-F238E27FC236}">
                <a16:creationId xmlns:a16="http://schemas.microsoft.com/office/drawing/2014/main" id="{27FE1F3D-1DE0-4251-A964-9F53DCE49C98}"/>
              </a:ext>
            </a:extLst>
          </p:cNvPr>
          <p:cNvSpPr>
            <a:spLocks xmlns:a="http://schemas.openxmlformats.org/drawingml/2006/main" noGrp="1"/>
          </p:cNvSpPr>
          <p:nvPr/>
        </p:nvSpPr>
        <p:spPr>
          <a:xfrm xmlns:a="http://schemas.openxmlformats.org/drawingml/2006/main">
            <a:off x="400050" y="4524375"/>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54DEEF"/>
                </a:solidFill>
                <a:latin typeface="DejaVu Sans"/>
                <a:ea typeface="DejaVu Sans"/>
                <a:cs typeface="DejaVu Sans"/>
              </a:defRPr>
            </a:defPPr>
            <a:lvl1pPr algn="l">
              <a:defRPr sz="1575" b="1">
                <a:solidFill>
                  <a:srgbClr val="54DEEF"/>
                </a:solidFill>
                <a:latin typeface="DejaVu Sans"/>
                <a:ea typeface="DejaVu Sans"/>
                <a:cs typeface="DejaVu Sans"/>
              </a:defRPr>
            </a:lvl1pPr>
            <a:lvl2pPr algn="l">
              <a:defRPr sz="1575" b="1">
                <a:solidFill>
                  <a:srgbClr val="54DEEF"/>
                </a:solidFill>
                <a:latin typeface="DejaVu Sans"/>
                <a:ea typeface="DejaVu Sans"/>
                <a:cs typeface="DejaVu Sans"/>
              </a:defRPr>
            </a:lvl2pPr>
            <a:lvl3pPr algn="l">
              <a:defRPr sz="1575" b="1">
                <a:solidFill>
                  <a:srgbClr val="54DEEF"/>
                </a:solidFill>
                <a:latin typeface="DejaVu Sans"/>
                <a:ea typeface="DejaVu Sans"/>
                <a:cs typeface="DejaVu Sans"/>
              </a:defRPr>
            </a:lvl3pPr>
            <a:lvl4pPr algn="l">
              <a:defRPr sz="1575" b="1">
                <a:solidFill>
                  <a:srgbClr val="54DEEF"/>
                </a:solidFill>
                <a:latin typeface="DejaVu Sans"/>
                <a:ea typeface="DejaVu Sans"/>
                <a:cs typeface="DejaVu Sans"/>
              </a:defRPr>
            </a:lvl4pPr>
            <a:lvl5pPr algn="l">
              <a:defRPr sz="1575" b="1">
                <a:solidFill>
                  <a:srgbClr val="54DEEF"/>
                </a:solidFill>
                <a:latin typeface="DejaVu Sans"/>
                <a:ea typeface="DejaVu Sans"/>
                <a:cs typeface="DejaVu Sans"/>
              </a:defRPr>
            </a:lvl5pPr>
            <a:lvl6pPr algn="l">
              <a:defRPr sz="1575" b="1">
                <a:solidFill>
                  <a:srgbClr val="54DEEF"/>
                </a:solidFill>
                <a:latin typeface="DejaVu Sans"/>
                <a:ea typeface="DejaVu Sans"/>
                <a:cs typeface="DejaVu Sans"/>
              </a:defRPr>
            </a:lvl6pPr>
            <a:lvl7pPr algn="l">
              <a:defRPr sz="1575" b="1">
                <a:solidFill>
                  <a:srgbClr val="54DEEF"/>
                </a:solidFill>
                <a:latin typeface="DejaVu Sans"/>
                <a:ea typeface="DejaVu Sans"/>
                <a:cs typeface="DejaVu Sans"/>
              </a:defRPr>
            </a:lvl7pPr>
            <a:lvl8pPr algn="l">
              <a:defRPr sz="1575" b="1">
                <a:solidFill>
                  <a:srgbClr val="54DEEF"/>
                </a:solidFill>
                <a:latin typeface="DejaVu Sans"/>
                <a:ea typeface="DejaVu Sans"/>
                <a:cs typeface="DejaVu Sans"/>
              </a:defRPr>
            </a:lvl8pPr>
            <a:lvl9pPr algn="l">
              <a:defRPr sz="1575" b="1">
                <a:solidFill>
                  <a:srgbClr val="54DEEF"/>
                </a:solidFill>
                <a:latin typeface="DejaVu Sans"/>
                <a:ea typeface="DejaVu Sans"/>
                <a:cs typeface="DejaVu Sans"/>
              </a:defRPr>
            </a:lvl9pPr>
          </a:lstStyle>
          <a:p xmlns:a="http://schemas.openxmlformats.org/drawingml/2006/main">
            <a:pPr algn="l">
              <a:defRPr sz="1575" b="1">
                <a:solidFill>
                  <a:srgbClr val="54DEEF"/>
                </a:solidFill>
                <a:latin typeface="DejaVu Sans"/>
                <a:ea typeface="DejaVu Sans"/>
                <a:cs typeface="DejaVu Sans"/>
              </a:defRPr>
            </a:pPr>
            <a:r>
              <a:rPr sz="1575" b="1">
                <a:solidFill>
                  <a:srgbClr val="54DEEF"/>
                </a:solidFill>
                <a:latin typeface="DejaVu Sans"/>
                <a:ea typeface="DejaVu Sans"/>
                <a:cs typeface="DejaVu Sans"/>
              </a:rPr>
              <a:t>IPSec</a:t>
            </a:r>
          </a:p>
        </p:txBody>
      </p:sp>
      <p:sp>
        <p:nvSpPr>
          <p:cNvPr id="8" name="agenda-item">
            <a:extLst xmlns:a="http://schemas.openxmlformats.org/drawingml/2006/main">
              <a:ext uri="{FF2B5EF4-FFF2-40B4-BE49-F238E27FC236}">
                <a16:creationId xmlns:a16="http://schemas.microsoft.com/office/drawing/2014/main" id="{08349E20-1A41-48BE-A3B7-4924618BDAD3}"/>
              </a:ext>
            </a:extLst>
          </p:cNvPr>
          <p:cNvSpPr>
            <a:spLocks xmlns:a="http://schemas.openxmlformats.org/drawingml/2006/main" noGrp="1"/>
          </p:cNvSpPr>
          <p:nvPr/>
        </p:nvSpPr>
        <p:spPr>
          <a:xfrm xmlns:a="http://schemas.openxmlformats.org/drawingml/2006/main">
            <a:off x="400050" y="5191125"/>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VPN in Verbindung mit einer Firewall</a:t>
            </a:r>
          </a:p>
        </p:txBody>
      </p:sp>
      <p:sp>
        <p:nvSpPr>
          <p:cNvPr id="9" name="agenda-item">
            <a:extLst xmlns:a="http://schemas.openxmlformats.org/drawingml/2006/main">
              <a:ext uri="{FF2B5EF4-FFF2-40B4-BE49-F238E27FC236}">
                <a16:creationId xmlns:a16="http://schemas.microsoft.com/office/drawing/2014/main" id="{6DDE5FCF-1DBC-40D4-8481-D146A78757ED}"/>
              </a:ext>
            </a:extLst>
          </p:cNvPr>
          <p:cNvSpPr>
            <a:spLocks xmlns:a="http://schemas.openxmlformats.org/drawingml/2006/main" noGrp="1"/>
          </p:cNvSpPr>
          <p:nvPr/>
        </p:nvSpPr>
        <p:spPr>
          <a:xfrm xmlns:a="http://schemas.openxmlformats.org/drawingml/2006/main">
            <a:off x="400050" y="6334125"/>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Fazit</a:t>
            </a:r>
          </a:p>
        </p:txBody>
      </p:sp>
      <p:sp>
        <p:nvSpPr>
          <p:cNvPr id="10" name="title">
            <a:extLst xmlns:a="http://schemas.openxmlformats.org/drawingml/2006/main">
              <a:ext uri="{FF2B5EF4-FFF2-40B4-BE49-F238E27FC236}">
                <a16:creationId xmlns:a16="http://schemas.microsoft.com/office/drawing/2014/main" id="{B9D4299F-F0D0-4722-AE4E-A219CF196E1F}"/>
              </a:ext>
            </a:extLst>
          </p:cNvPr>
          <p:cNvSpPr>
            <a:spLocks xmlns:a="http://schemas.openxmlformats.org/drawingml/2006/main" noGrp="1"/>
          </p:cNvSpPr>
          <p:nvPr/>
        </p:nvSpPr>
        <p:spPr>
          <a:xfrm xmlns:a="http://schemas.openxmlformats.org/drawingml/2006/main">
            <a:off x="3619500" y="590550"/>
            <a:ext cx="1085850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525" b="1">
                <a:solidFill>
                  <a:srgbClr val="F1F7FC"/>
                </a:solidFill>
                <a:latin typeface="DejaVu Sans"/>
                <a:ea typeface="DejaVu Sans"/>
                <a:cs typeface="DejaVu Sans"/>
              </a:defRPr>
            </a:defPPr>
            <a:lvl1pPr algn="l">
              <a:defRPr sz="3525" b="1">
                <a:solidFill>
                  <a:srgbClr val="F1F7FC"/>
                </a:solidFill>
                <a:latin typeface="DejaVu Sans"/>
                <a:ea typeface="DejaVu Sans"/>
                <a:cs typeface="DejaVu Sans"/>
              </a:defRPr>
            </a:lvl1pPr>
            <a:lvl2pPr algn="l">
              <a:defRPr sz="3525" b="1">
                <a:solidFill>
                  <a:srgbClr val="F1F7FC"/>
                </a:solidFill>
                <a:latin typeface="DejaVu Sans"/>
                <a:ea typeface="DejaVu Sans"/>
                <a:cs typeface="DejaVu Sans"/>
              </a:defRPr>
            </a:lvl2pPr>
            <a:lvl3pPr algn="l">
              <a:defRPr sz="3525" b="1">
                <a:solidFill>
                  <a:srgbClr val="F1F7FC"/>
                </a:solidFill>
                <a:latin typeface="DejaVu Sans"/>
                <a:ea typeface="DejaVu Sans"/>
                <a:cs typeface="DejaVu Sans"/>
              </a:defRPr>
            </a:lvl3pPr>
            <a:lvl4pPr algn="l">
              <a:defRPr sz="3525" b="1">
                <a:solidFill>
                  <a:srgbClr val="F1F7FC"/>
                </a:solidFill>
                <a:latin typeface="DejaVu Sans"/>
                <a:ea typeface="DejaVu Sans"/>
                <a:cs typeface="DejaVu Sans"/>
              </a:defRPr>
            </a:lvl4pPr>
            <a:lvl5pPr algn="l">
              <a:defRPr sz="3525" b="1">
                <a:solidFill>
                  <a:srgbClr val="F1F7FC"/>
                </a:solidFill>
                <a:latin typeface="DejaVu Sans"/>
                <a:ea typeface="DejaVu Sans"/>
                <a:cs typeface="DejaVu Sans"/>
              </a:defRPr>
            </a:lvl5pPr>
            <a:lvl6pPr algn="l">
              <a:defRPr sz="3525" b="1">
                <a:solidFill>
                  <a:srgbClr val="F1F7FC"/>
                </a:solidFill>
                <a:latin typeface="DejaVu Sans"/>
                <a:ea typeface="DejaVu Sans"/>
                <a:cs typeface="DejaVu Sans"/>
              </a:defRPr>
            </a:lvl6pPr>
            <a:lvl7pPr algn="l">
              <a:defRPr sz="3525" b="1">
                <a:solidFill>
                  <a:srgbClr val="F1F7FC"/>
                </a:solidFill>
                <a:latin typeface="DejaVu Sans"/>
                <a:ea typeface="DejaVu Sans"/>
                <a:cs typeface="DejaVu Sans"/>
              </a:defRPr>
            </a:lvl7pPr>
            <a:lvl8pPr algn="l">
              <a:defRPr sz="3525" b="1">
                <a:solidFill>
                  <a:srgbClr val="F1F7FC"/>
                </a:solidFill>
                <a:latin typeface="DejaVu Sans"/>
                <a:ea typeface="DejaVu Sans"/>
                <a:cs typeface="DejaVu Sans"/>
              </a:defRPr>
            </a:lvl8pPr>
            <a:lvl9pPr algn="l">
              <a:defRPr sz="3525" b="1">
                <a:solidFill>
                  <a:srgbClr val="F1F7FC"/>
                </a:solidFill>
                <a:latin typeface="DejaVu Sans"/>
                <a:ea typeface="DejaVu Sans"/>
                <a:cs typeface="DejaVu Sans"/>
              </a:defRPr>
            </a:lvl9pPr>
          </a:lstStyle>
          <a:p xmlns:a="http://schemas.openxmlformats.org/drawingml/2006/main">
            <a:pPr algn="l">
              <a:defRPr sz="3525" b="1">
                <a:solidFill>
                  <a:srgbClr val="F1F7FC"/>
                </a:solidFill>
                <a:latin typeface="DejaVu Sans"/>
                <a:ea typeface="DejaVu Sans"/>
                <a:cs typeface="DejaVu Sans"/>
              </a:defRPr>
            </a:pPr>
            <a:r>
              <a:rPr sz="3525" b="1">
                <a:solidFill>
                  <a:srgbClr val="F1F7FC"/>
                </a:solidFill>
                <a:latin typeface="DejaVu Sans"/>
                <a:ea typeface="DejaVu Sans"/>
                <a:cs typeface="DejaVu Sans"/>
              </a:rPr>
              <a:t>IPSec</a:t>
            </a:r>
          </a:p>
        </p:txBody>
      </p:sp>
      <p:sp>
        <p:nvSpPr>
          <p:cNvPr id="11" name="page-number">
            <a:extLst xmlns:a="http://schemas.openxmlformats.org/drawingml/2006/main">
              <a:ext uri="{FF2B5EF4-FFF2-40B4-BE49-F238E27FC236}">
                <a16:creationId xmlns:a16="http://schemas.microsoft.com/office/drawing/2014/main" id="{3F3C714C-EA63-4A13-955D-8F1E49411BFB}"/>
              </a:ext>
            </a:extLst>
          </p:cNvPr>
          <p:cNvSpPr>
            <a:spLocks xmlns:a="http://schemas.openxmlformats.org/drawingml/2006/main" noGrp="1"/>
          </p:cNvSpPr>
          <p:nvPr/>
        </p:nvSpPr>
        <p:spPr>
          <a:xfrm xmlns:a="http://schemas.openxmlformats.org/drawingml/2006/main">
            <a:off x="13477875" y="8020050"/>
            <a:ext cx="1285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AABFD1"/>
                </a:solidFill>
                <a:latin typeface="DejaVu Sans Mono"/>
                <a:ea typeface="DejaVu Sans Mono"/>
                <a:cs typeface="DejaVu Sans Mono"/>
              </a:defRPr>
            </a:defPPr>
            <a:lvl1pPr algn="r">
              <a:defRPr sz="1350" b="0">
                <a:solidFill>
                  <a:srgbClr val="AABFD1"/>
                </a:solidFill>
                <a:latin typeface="DejaVu Sans Mono"/>
                <a:ea typeface="DejaVu Sans Mono"/>
                <a:cs typeface="DejaVu Sans Mono"/>
              </a:defRPr>
            </a:lvl1pPr>
            <a:lvl2pPr algn="r">
              <a:defRPr sz="1350" b="0">
                <a:solidFill>
                  <a:srgbClr val="AABFD1"/>
                </a:solidFill>
                <a:latin typeface="DejaVu Sans Mono"/>
                <a:ea typeface="DejaVu Sans Mono"/>
                <a:cs typeface="DejaVu Sans Mono"/>
              </a:defRPr>
            </a:lvl2pPr>
            <a:lvl3pPr algn="r">
              <a:defRPr sz="1350" b="0">
                <a:solidFill>
                  <a:srgbClr val="AABFD1"/>
                </a:solidFill>
                <a:latin typeface="DejaVu Sans Mono"/>
                <a:ea typeface="DejaVu Sans Mono"/>
                <a:cs typeface="DejaVu Sans Mono"/>
              </a:defRPr>
            </a:lvl3pPr>
            <a:lvl4pPr algn="r">
              <a:defRPr sz="1350" b="0">
                <a:solidFill>
                  <a:srgbClr val="AABFD1"/>
                </a:solidFill>
                <a:latin typeface="DejaVu Sans Mono"/>
                <a:ea typeface="DejaVu Sans Mono"/>
                <a:cs typeface="DejaVu Sans Mono"/>
              </a:defRPr>
            </a:lvl4pPr>
            <a:lvl5pPr algn="r">
              <a:defRPr sz="1350" b="0">
                <a:solidFill>
                  <a:srgbClr val="AABFD1"/>
                </a:solidFill>
                <a:latin typeface="DejaVu Sans Mono"/>
                <a:ea typeface="DejaVu Sans Mono"/>
                <a:cs typeface="DejaVu Sans Mono"/>
              </a:defRPr>
            </a:lvl5pPr>
            <a:lvl6pPr algn="r">
              <a:defRPr sz="1350" b="0">
                <a:solidFill>
                  <a:srgbClr val="AABFD1"/>
                </a:solidFill>
                <a:latin typeface="DejaVu Sans Mono"/>
                <a:ea typeface="DejaVu Sans Mono"/>
                <a:cs typeface="DejaVu Sans Mono"/>
              </a:defRPr>
            </a:lvl6pPr>
            <a:lvl7pPr algn="r">
              <a:defRPr sz="1350" b="0">
                <a:solidFill>
                  <a:srgbClr val="AABFD1"/>
                </a:solidFill>
                <a:latin typeface="DejaVu Sans Mono"/>
                <a:ea typeface="DejaVu Sans Mono"/>
                <a:cs typeface="DejaVu Sans Mono"/>
              </a:defRPr>
            </a:lvl7pPr>
            <a:lvl8pPr algn="r">
              <a:defRPr sz="1350" b="0">
                <a:solidFill>
                  <a:srgbClr val="AABFD1"/>
                </a:solidFill>
                <a:latin typeface="DejaVu Sans Mono"/>
                <a:ea typeface="DejaVu Sans Mono"/>
                <a:cs typeface="DejaVu Sans Mono"/>
              </a:defRPr>
            </a:lvl8pPr>
            <a:lvl9pPr algn="r">
              <a:defRPr sz="1350" b="0">
                <a:solidFill>
                  <a:srgbClr val="AABFD1"/>
                </a:solidFill>
                <a:latin typeface="DejaVu Sans Mono"/>
                <a:ea typeface="DejaVu Sans Mono"/>
                <a:cs typeface="DejaVu Sans Mono"/>
              </a:defRPr>
            </a:lvl9pPr>
          </a:lstStyle>
          <a:p xmlns:a="http://schemas.openxmlformats.org/drawingml/2006/main">
            <a:pPr algn="r">
              <a:defRPr sz="1350" b="0">
                <a:solidFill>
                  <a:srgbClr val="AABFD1"/>
                </a:solidFill>
                <a:latin typeface="DejaVu Sans Mono"/>
                <a:ea typeface="DejaVu Sans Mono"/>
                <a:cs typeface="DejaVu Sans Mono"/>
              </a:defRPr>
            </a:pPr>
            <a:r>
              <a:rPr sz="1350" b="0">
                <a:solidFill>
                  <a:srgbClr val="AABFD1"/>
                </a:solidFill>
                <a:latin typeface="DejaVu Sans Mono"/>
                <a:ea typeface="DejaVu Sans Mono"/>
                <a:cs typeface="DejaVu Sans Mono"/>
              </a:rPr>
              <a:t>24 / 33</a:t>
            </a:r>
          </a:p>
        </p:txBody>
      </p:sp>
      <p:sp>
        <p:nvSpPr>
          <p:cNvPr id="12" name="subheading">
            <a:extLst xmlns:a="http://schemas.openxmlformats.org/drawingml/2006/main">
              <a:ext uri="{FF2B5EF4-FFF2-40B4-BE49-F238E27FC236}">
                <a16:creationId xmlns:a16="http://schemas.microsoft.com/office/drawing/2014/main" id="{6DC859DC-4695-4786-A6EA-8AF57ED52379}"/>
              </a:ext>
            </a:extLst>
          </p:cNvPr>
          <p:cNvSpPr>
            <a:spLocks xmlns:a="http://schemas.openxmlformats.org/drawingml/2006/main" noGrp="1"/>
          </p:cNvSpPr>
          <p:nvPr/>
        </p:nvSpPr>
        <p:spPr>
          <a:xfrm xmlns:a="http://schemas.openxmlformats.org/drawingml/2006/main">
            <a:off x="3619500" y="2047875"/>
            <a:ext cx="10858500" cy="5227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54DEEF"/>
                </a:solidFill>
                <a:latin typeface="DejaVu Sans"/>
                <a:ea typeface="DejaVu Sans"/>
                <a:cs typeface="DejaVu Sans"/>
              </a:defRPr>
            </a:defPPr>
            <a:lvl1pPr algn="l">
              <a:defRPr sz="2550" b="1">
                <a:solidFill>
                  <a:srgbClr val="54DEEF"/>
                </a:solidFill>
                <a:latin typeface="DejaVu Sans"/>
                <a:ea typeface="DejaVu Sans"/>
                <a:cs typeface="DejaVu Sans"/>
              </a:defRPr>
            </a:lvl1pPr>
            <a:lvl2pPr algn="l">
              <a:defRPr sz="2550" b="1">
                <a:solidFill>
                  <a:srgbClr val="54DEEF"/>
                </a:solidFill>
                <a:latin typeface="DejaVu Sans"/>
                <a:ea typeface="DejaVu Sans"/>
                <a:cs typeface="DejaVu Sans"/>
              </a:defRPr>
            </a:lvl2pPr>
            <a:lvl3pPr algn="l">
              <a:defRPr sz="2550" b="1">
                <a:solidFill>
                  <a:srgbClr val="54DEEF"/>
                </a:solidFill>
                <a:latin typeface="DejaVu Sans"/>
                <a:ea typeface="DejaVu Sans"/>
                <a:cs typeface="DejaVu Sans"/>
              </a:defRPr>
            </a:lvl3pPr>
            <a:lvl4pPr algn="l">
              <a:defRPr sz="2550" b="1">
                <a:solidFill>
                  <a:srgbClr val="54DEEF"/>
                </a:solidFill>
                <a:latin typeface="DejaVu Sans"/>
                <a:ea typeface="DejaVu Sans"/>
                <a:cs typeface="DejaVu Sans"/>
              </a:defRPr>
            </a:lvl4pPr>
            <a:lvl5pPr algn="l">
              <a:defRPr sz="2550" b="1">
                <a:solidFill>
                  <a:srgbClr val="54DEEF"/>
                </a:solidFill>
                <a:latin typeface="DejaVu Sans"/>
                <a:ea typeface="DejaVu Sans"/>
                <a:cs typeface="DejaVu Sans"/>
              </a:defRPr>
            </a:lvl5pPr>
            <a:lvl6pPr algn="l">
              <a:defRPr sz="2550" b="1">
                <a:solidFill>
                  <a:srgbClr val="54DEEF"/>
                </a:solidFill>
                <a:latin typeface="DejaVu Sans"/>
                <a:ea typeface="DejaVu Sans"/>
                <a:cs typeface="DejaVu Sans"/>
              </a:defRPr>
            </a:lvl6pPr>
            <a:lvl7pPr algn="l">
              <a:defRPr sz="2550" b="1">
                <a:solidFill>
                  <a:srgbClr val="54DEEF"/>
                </a:solidFill>
                <a:latin typeface="DejaVu Sans"/>
                <a:ea typeface="DejaVu Sans"/>
                <a:cs typeface="DejaVu Sans"/>
              </a:defRPr>
            </a:lvl7pPr>
            <a:lvl8pPr algn="l">
              <a:defRPr sz="2550" b="1">
                <a:solidFill>
                  <a:srgbClr val="54DEEF"/>
                </a:solidFill>
                <a:latin typeface="DejaVu Sans"/>
                <a:ea typeface="DejaVu Sans"/>
                <a:cs typeface="DejaVu Sans"/>
              </a:defRPr>
            </a:lvl8pPr>
            <a:lvl9pPr algn="l">
              <a:defRPr sz="2550" b="1">
                <a:solidFill>
                  <a:srgbClr val="54DEEF"/>
                </a:solidFill>
                <a:latin typeface="DejaVu Sans"/>
                <a:ea typeface="DejaVu Sans"/>
                <a:cs typeface="DejaVu Sans"/>
              </a:defRPr>
            </a:lvl9pPr>
          </a:lstStyle>
          <a:p xmlns:a="http://schemas.openxmlformats.org/drawingml/2006/main">
            <a:pPr algn="l">
              <a:defRPr sz="2550" b="1">
                <a:solidFill>
                  <a:srgbClr val="54DEEF"/>
                </a:solidFill>
                <a:latin typeface="DejaVu Sans"/>
                <a:ea typeface="DejaVu Sans"/>
                <a:cs typeface="DejaVu Sans"/>
              </a:defRPr>
            </a:pPr>
            <a:r>
              <a:rPr sz="2550" b="1">
                <a:solidFill>
                  <a:srgbClr val="54DEEF"/>
                </a:solidFill>
                <a:latin typeface="DejaVu Sans"/>
                <a:ea typeface="DejaVu Sans"/>
                <a:cs typeface="DejaVu Sans"/>
              </a:rPr>
              <a:t>Verschlüsselung &amp; Authentifizierung</a:t>
            </a:r>
          </a:p>
        </p:txBody>
      </p:sp>
      <p:sp>
        <p:nvSpPr>
          <p:cNvPr id="13" name="content">
            <a:extLst xmlns:a="http://schemas.openxmlformats.org/drawingml/2006/main">
              <a:ext uri="{FF2B5EF4-FFF2-40B4-BE49-F238E27FC236}">
                <a16:creationId xmlns:a16="http://schemas.microsoft.com/office/drawing/2014/main" id="{F3A64307-B792-4642-A9AB-AE8D708190A0}"/>
              </a:ext>
            </a:extLst>
          </p:cNvPr>
          <p:cNvSpPr>
            <a:spLocks xmlns:a="http://schemas.openxmlformats.org/drawingml/2006/main" noGrp="1"/>
          </p:cNvSpPr>
          <p:nvPr/>
        </p:nvSpPr>
        <p:spPr>
          <a:xfrm xmlns:a="http://schemas.openxmlformats.org/drawingml/2006/main">
            <a:off x="3619500" y="2894457"/>
            <a:ext cx="10858500" cy="2295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625" b="0">
                <a:solidFill>
                  <a:srgbClr val="E0EAF4"/>
                </a:solidFill>
                <a:latin typeface="DejaVu Sans"/>
                <a:ea typeface="DejaVu Sans"/>
                <a:cs typeface="DejaVu Sans"/>
              </a:defRPr>
            </a:defPPr>
            <a:lvl1pPr algn="l">
              <a:defRPr sz="2625" b="0">
                <a:solidFill>
                  <a:srgbClr val="E0EAF4"/>
                </a:solidFill>
                <a:latin typeface="DejaVu Sans"/>
                <a:ea typeface="DejaVu Sans"/>
                <a:cs typeface="DejaVu Sans"/>
              </a:defRPr>
            </a:lvl1pPr>
            <a:lvl2pPr algn="l">
              <a:defRPr sz="2625" b="0">
                <a:solidFill>
                  <a:srgbClr val="E0EAF4"/>
                </a:solidFill>
                <a:latin typeface="DejaVu Sans"/>
                <a:ea typeface="DejaVu Sans"/>
                <a:cs typeface="DejaVu Sans"/>
              </a:defRPr>
            </a:lvl2pPr>
            <a:lvl3pPr algn="l">
              <a:defRPr sz="2625" b="0">
                <a:solidFill>
                  <a:srgbClr val="E0EAF4"/>
                </a:solidFill>
                <a:latin typeface="DejaVu Sans"/>
                <a:ea typeface="DejaVu Sans"/>
                <a:cs typeface="DejaVu Sans"/>
              </a:defRPr>
            </a:lvl3pPr>
            <a:lvl4pPr algn="l">
              <a:defRPr sz="2625" b="0">
                <a:solidFill>
                  <a:srgbClr val="E0EAF4"/>
                </a:solidFill>
                <a:latin typeface="DejaVu Sans"/>
                <a:ea typeface="DejaVu Sans"/>
                <a:cs typeface="DejaVu Sans"/>
              </a:defRPr>
            </a:lvl4pPr>
            <a:lvl5pPr algn="l">
              <a:defRPr sz="2625" b="0">
                <a:solidFill>
                  <a:srgbClr val="E0EAF4"/>
                </a:solidFill>
                <a:latin typeface="DejaVu Sans"/>
                <a:ea typeface="DejaVu Sans"/>
                <a:cs typeface="DejaVu Sans"/>
              </a:defRPr>
            </a:lvl5pPr>
            <a:lvl6pPr algn="l">
              <a:defRPr sz="2625" b="0">
                <a:solidFill>
                  <a:srgbClr val="E0EAF4"/>
                </a:solidFill>
                <a:latin typeface="DejaVu Sans"/>
                <a:ea typeface="DejaVu Sans"/>
                <a:cs typeface="DejaVu Sans"/>
              </a:defRPr>
            </a:lvl6pPr>
            <a:lvl7pPr algn="l">
              <a:defRPr sz="2625" b="0">
                <a:solidFill>
                  <a:srgbClr val="E0EAF4"/>
                </a:solidFill>
                <a:latin typeface="DejaVu Sans"/>
                <a:ea typeface="DejaVu Sans"/>
                <a:cs typeface="DejaVu Sans"/>
              </a:defRPr>
            </a:lvl7pPr>
            <a:lvl8pPr algn="l">
              <a:defRPr sz="2625" b="0">
                <a:solidFill>
                  <a:srgbClr val="E0EAF4"/>
                </a:solidFill>
                <a:latin typeface="DejaVu Sans"/>
                <a:ea typeface="DejaVu Sans"/>
                <a:cs typeface="DejaVu Sans"/>
              </a:defRPr>
            </a:lvl8pPr>
            <a:lvl9pPr algn="l">
              <a:defRPr sz="2625" b="0">
                <a:solidFill>
                  <a:srgbClr val="E0EAF4"/>
                </a:solidFill>
                <a:latin typeface="DejaVu Sans"/>
                <a:ea typeface="DejaVu Sans"/>
                <a:cs typeface="DejaVu Sans"/>
              </a:defRPr>
            </a:lvl9pPr>
          </a:lstStyle>
          <a:p xmlns:a="http://schemas.openxmlformats.org/drawingml/2006/main">
            <a:pPr marL="355600" indent="-292100" algn="l">
              <a:spcAft>
                <a:spcPts val="0"/>
              </a:spcAft>
              <a:buChar char="•"/>
              <a:defRPr sz="2625" b="0">
                <a:solidFill>
                  <a:srgbClr val="E0EAF4"/>
                </a:solidFill>
                <a:latin typeface="DejaVu Sans"/>
                <a:ea typeface="DejaVu Sans"/>
                <a:cs typeface="DejaVu Sans"/>
              </a:defRPr>
            </a:pPr>
            <a:r>
              <a:rPr b="0">
                <a:latin typeface="DejaVu Sans"/>
                <a:ea typeface="DejaVu Sans"/>
                <a:cs typeface="DejaVu Sans"/>
              </a:rPr>
              <a:t>Der Zweck einer Verschlüsselung liegt darin, nur einem ausgewählten Personenkreis Zugang zu den Informationen zu ermöglichen. Dabei sollen andere Leute, die den Schlüssel nicht haben, mit den ihnen vorliegenden verschlüsselten Informationen nichts anfangen können.</a:t>
            </a:r>
            <a:r>
              <a:rPr b="0">
                <a:latin typeface="DejaVu Sans"/>
                <a:ea typeface="DejaVu Sans"/>
                <a:cs typeface="DejaVu Sans"/>
              </a:rPr>
              <a:t/>
            </a:r>
          </a:p>
        </p:txBody>
      </p:sp>
    </p:spTree>
    <p:extLst>
      <p:ext uri="{BB962C8B-B14F-4D97-AF65-F5344CB8AC3E}">
        <p14:creationId xmlns:p14="http://schemas.microsoft.com/office/powerpoint/2010/main" val="1469486974"/>
      </p:ext>
    </p:extLst>
  </p:cSld>
</p:sld>
</file>

<file path=ppt/slides/slide25.xml><?xml version="1.0" encoding="utf-8"?>
<p:sld xmlns:p="http://schemas.openxmlformats.org/presentationml/2006/main">
  <p:cSld>
    <p:bg>
      <p:bgPr>
        <a:solidFill xmlns:a="http://schemas.openxmlformats.org/drawingml/2006/main">
          <a:srgbClr val="081522"/>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E1D7657A-78CE-4955-85AB-00538ABAC741}"/>
              </a:ext>
            </a:extLst>
          </p:cNvPr>
          <p:cNvPicPr>
            <a:picLocks xmlns:a="http://schemas.openxmlformats.org/drawingml/2006/main" noChangeAspect="1"/>
          </p:cNvPicPr>
          <p:nvPr/>
        </p:nvPicPr>
        <p:blipFill>
          <a:blip xmlns:r="http://schemas.openxmlformats.org/officeDocument/2006/relationships" xmlns:a="http://schemas.openxmlformats.org/drawingml/2006/main" r:embed="R3e82035c826b434f"/>
          <a:srcRect xmlns:a="http://schemas.openxmlformats.org/drawingml/2006/main" l="0" t="27" r="0" b="27"/>
          <a:stretch xmlns:a="http://schemas.openxmlformats.org/drawingml/2006/main">
            <a:fillRect l="0" t="0" r="0" b="0"/>
          </a:stretch>
        </p:blipFill>
        <p:spPr>
          <a:xfrm xmlns:a="http://schemas.openxmlformats.org/drawingml/2006/main">
            <a:off x="0" y="0"/>
            <a:ext cx="15240000" cy="8572500"/>
          </a:xfrm>
          <a:prstGeom xmlns:a="http://schemas.openxmlformats.org/drawingml/2006/main" prst="rect">
            <a:avLst/>
          </a:prstGeom>
        </p:spPr>
      </p:pic>
      <p:sp>
        <p:nvSpPr>
          <p:cNvPr id="2" name="agenda-heading">
            <a:extLst xmlns:a="http://schemas.openxmlformats.org/drawingml/2006/main">
              <a:ext uri="{FF2B5EF4-FFF2-40B4-BE49-F238E27FC236}">
                <a16:creationId xmlns:a16="http://schemas.microsoft.com/office/drawing/2014/main" id="{2A342056-5350-4868-BF0F-908CF5215148}"/>
              </a:ext>
            </a:extLst>
          </p:cNvPr>
          <p:cNvSpPr>
            <a:spLocks xmlns:a="http://schemas.openxmlformats.org/drawingml/2006/main" noGrp="1"/>
          </p:cNvSpPr>
          <p:nvPr/>
        </p:nvSpPr>
        <p:spPr>
          <a:xfrm xmlns:a="http://schemas.openxmlformats.org/drawingml/2006/main">
            <a:off x="400050" y="638175"/>
            <a:ext cx="2333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54DEEF"/>
                </a:solidFill>
                <a:latin typeface="DejaVu Sans Mono"/>
                <a:ea typeface="DejaVu Sans Mono"/>
                <a:cs typeface="DejaVu Sans Mono"/>
              </a:defRPr>
            </a:defPPr>
            <a:lvl1pPr algn="l">
              <a:defRPr sz="1875" b="1">
                <a:solidFill>
                  <a:srgbClr val="54DEEF"/>
                </a:solidFill>
                <a:latin typeface="DejaVu Sans Mono"/>
                <a:ea typeface="DejaVu Sans Mono"/>
                <a:cs typeface="DejaVu Sans Mono"/>
              </a:defRPr>
            </a:lvl1pPr>
            <a:lvl2pPr algn="l">
              <a:defRPr sz="1875" b="1">
                <a:solidFill>
                  <a:srgbClr val="54DEEF"/>
                </a:solidFill>
                <a:latin typeface="DejaVu Sans Mono"/>
                <a:ea typeface="DejaVu Sans Mono"/>
                <a:cs typeface="DejaVu Sans Mono"/>
              </a:defRPr>
            </a:lvl2pPr>
            <a:lvl3pPr algn="l">
              <a:defRPr sz="1875" b="1">
                <a:solidFill>
                  <a:srgbClr val="54DEEF"/>
                </a:solidFill>
                <a:latin typeface="DejaVu Sans Mono"/>
                <a:ea typeface="DejaVu Sans Mono"/>
                <a:cs typeface="DejaVu Sans Mono"/>
              </a:defRPr>
            </a:lvl3pPr>
            <a:lvl4pPr algn="l">
              <a:defRPr sz="1875" b="1">
                <a:solidFill>
                  <a:srgbClr val="54DEEF"/>
                </a:solidFill>
                <a:latin typeface="DejaVu Sans Mono"/>
                <a:ea typeface="DejaVu Sans Mono"/>
                <a:cs typeface="DejaVu Sans Mono"/>
              </a:defRPr>
            </a:lvl4pPr>
            <a:lvl5pPr algn="l">
              <a:defRPr sz="1875" b="1">
                <a:solidFill>
                  <a:srgbClr val="54DEEF"/>
                </a:solidFill>
                <a:latin typeface="DejaVu Sans Mono"/>
                <a:ea typeface="DejaVu Sans Mono"/>
                <a:cs typeface="DejaVu Sans Mono"/>
              </a:defRPr>
            </a:lvl5pPr>
            <a:lvl6pPr algn="l">
              <a:defRPr sz="1875" b="1">
                <a:solidFill>
                  <a:srgbClr val="54DEEF"/>
                </a:solidFill>
                <a:latin typeface="DejaVu Sans Mono"/>
                <a:ea typeface="DejaVu Sans Mono"/>
                <a:cs typeface="DejaVu Sans Mono"/>
              </a:defRPr>
            </a:lvl6pPr>
            <a:lvl7pPr algn="l">
              <a:defRPr sz="1875" b="1">
                <a:solidFill>
                  <a:srgbClr val="54DEEF"/>
                </a:solidFill>
                <a:latin typeface="DejaVu Sans Mono"/>
                <a:ea typeface="DejaVu Sans Mono"/>
                <a:cs typeface="DejaVu Sans Mono"/>
              </a:defRPr>
            </a:lvl7pPr>
            <a:lvl8pPr algn="l">
              <a:defRPr sz="1875" b="1">
                <a:solidFill>
                  <a:srgbClr val="54DEEF"/>
                </a:solidFill>
                <a:latin typeface="DejaVu Sans Mono"/>
                <a:ea typeface="DejaVu Sans Mono"/>
                <a:cs typeface="DejaVu Sans Mono"/>
              </a:defRPr>
            </a:lvl8pPr>
            <a:lvl9pPr algn="l">
              <a:defRPr sz="1875" b="1">
                <a:solidFill>
                  <a:srgbClr val="54DEEF"/>
                </a:solidFill>
                <a:latin typeface="DejaVu Sans Mono"/>
                <a:ea typeface="DejaVu Sans Mono"/>
                <a:cs typeface="DejaVu Sans Mono"/>
              </a:defRPr>
            </a:lvl9pPr>
          </a:lstStyle>
          <a:p xmlns:a="http://schemas.openxmlformats.org/drawingml/2006/main">
            <a:pPr algn="l">
              <a:defRPr sz="1875" b="1">
                <a:solidFill>
                  <a:srgbClr val="54DEEF"/>
                </a:solidFill>
                <a:latin typeface="DejaVu Sans Mono"/>
                <a:ea typeface="DejaVu Sans Mono"/>
                <a:cs typeface="DejaVu Sans Mono"/>
              </a:defRPr>
            </a:pPr>
            <a:r>
              <a:rPr sz="1875" b="1">
                <a:solidFill>
                  <a:srgbClr val="54DEEF"/>
                </a:solidFill>
                <a:latin typeface="DejaVu Sans Mono"/>
                <a:ea typeface="DejaVu Sans Mono"/>
                <a:cs typeface="DejaVu Sans Mono"/>
              </a:rPr>
              <a:t>Agenda:</a:t>
            </a:r>
          </a:p>
        </p:txBody>
      </p:sp>
      <p:sp>
        <p:nvSpPr>
          <p:cNvPr id="3" name="agenda-item">
            <a:extLst xmlns:a="http://schemas.openxmlformats.org/drawingml/2006/main">
              <a:ext uri="{FF2B5EF4-FFF2-40B4-BE49-F238E27FC236}">
                <a16:creationId xmlns:a16="http://schemas.microsoft.com/office/drawing/2014/main" id="{14A98434-8528-4DC1-8254-1978CFBBA40D}"/>
              </a:ext>
            </a:extLst>
          </p:cNvPr>
          <p:cNvSpPr>
            <a:spLocks xmlns:a="http://schemas.openxmlformats.org/drawingml/2006/main" noGrp="1"/>
          </p:cNvSpPr>
          <p:nvPr/>
        </p:nvSpPr>
        <p:spPr>
          <a:xfrm xmlns:a="http://schemas.openxmlformats.org/drawingml/2006/main">
            <a:off x="400050" y="142875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Was ist ein VPN?</a:t>
            </a:r>
          </a:p>
        </p:txBody>
      </p:sp>
      <p:sp>
        <p:nvSpPr>
          <p:cNvPr id="4" name="agenda-item">
            <a:extLst xmlns:a="http://schemas.openxmlformats.org/drawingml/2006/main">
              <a:ext uri="{FF2B5EF4-FFF2-40B4-BE49-F238E27FC236}">
                <a16:creationId xmlns:a16="http://schemas.microsoft.com/office/drawing/2014/main" id="{EA3BF8BD-AC2F-46B3-A302-E062847C9C0E}"/>
              </a:ext>
            </a:extLst>
          </p:cNvPr>
          <p:cNvSpPr>
            <a:spLocks xmlns:a="http://schemas.openxmlformats.org/drawingml/2006/main" noGrp="1"/>
          </p:cNvSpPr>
          <p:nvPr/>
        </p:nvSpPr>
        <p:spPr>
          <a:xfrm xmlns:a="http://schemas.openxmlformats.org/drawingml/2006/main">
            <a:off x="400050" y="209550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Aufbau eines VPN</a:t>
            </a:r>
          </a:p>
        </p:txBody>
      </p:sp>
      <p:sp>
        <p:nvSpPr>
          <p:cNvPr id="5" name="agenda-item">
            <a:extLst xmlns:a="http://schemas.openxmlformats.org/drawingml/2006/main">
              <a:ext uri="{FF2B5EF4-FFF2-40B4-BE49-F238E27FC236}">
                <a16:creationId xmlns:a16="http://schemas.microsoft.com/office/drawing/2014/main" id="{932A36DD-AEBC-4AA1-8072-27D6A93187A2}"/>
              </a:ext>
            </a:extLst>
          </p:cNvPr>
          <p:cNvSpPr>
            <a:spLocks xmlns:a="http://schemas.openxmlformats.org/drawingml/2006/main" noGrp="1"/>
          </p:cNvSpPr>
          <p:nvPr/>
        </p:nvSpPr>
        <p:spPr>
          <a:xfrm xmlns:a="http://schemas.openxmlformats.org/drawingml/2006/main">
            <a:off x="400050" y="276225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Ausprägungen eines VPN Netzes</a:t>
            </a:r>
          </a:p>
        </p:txBody>
      </p:sp>
      <p:sp>
        <p:nvSpPr>
          <p:cNvPr id="6" name="agenda-item">
            <a:extLst xmlns:a="http://schemas.openxmlformats.org/drawingml/2006/main">
              <a:ext uri="{FF2B5EF4-FFF2-40B4-BE49-F238E27FC236}">
                <a16:creationId xmlns:a16="http://schemas.microsoft.com/office/drawing/2014/main" id="{6E2B5E78-07D8-49C3-A381-72DCC12E9BFF}"/>
              </a:ext>
            </a:extLst>
          </p:cNvPr>
          <p:cNvSpPr>
            <a:spLocks xmlns:a="http://schemas.openxmlformats.org/drawingml/2006/main" noGrp="1"/>
          </p:cNvSpPr>
          <p:nvPr/>
        </p:nvSpPr>
        <p:spPr>
          <a:xfrm xmlns:a="http://schemas.openxmlformats.org/drawingml/2006/main">
            <a:off x="400050" y="371475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Tunneling Protokolle</a:t>
            </a:r>
          </a:p>
        </p:txBody>
      </p:sp>
      <p:sp>
        <p:nvSpPr>
          <p:cNvPr id="7" name="agenda-item">
            <a:extLst xmlns:a="http://schemas.openxmlformats.org/drawingml/2006/main">
              <a:ext uri="{FF2B5EF4-FFF2-40B4-BE49-F238E27FC236}">
                <a16:creationId xmlns:a16="http://schemas.microsoft.com/office/drawing/2014/main" id="{40E60CFB-1789-4BC2-8F20-41C4EDB1A548}"/>
              </a:ext>
            </a:extLst>
          </p:cNvPr>
          <p:cNvSpPr>
            <a:spLocks xmlns:a="http://schemas.openxmlformats.org/drawingml/2006/main" noGrp="1"/>
          </p:cNvSpPr>
          <p:nvPr/>
        </p:nvSpPr>
        <p:spPr>
          <a:xfrm xmlns:a="http://schemas.openxmlformats.org/drawingml/2006/main">
            <a:off x="400050" y="4524375"/>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54DEEF"/>
                </a:solidFill>
                <a:latin typeface="DejaVu Sans"/>
                <a:ea typeface="DejaVu Sans"/>
                <a:cs typeface="DejaVu Sans"/>
              </a:defRPr>
            </a:defPPr>
            <a:lvl1pPr algn="l">
              <a:defRPr sz="1575" b="1">
                <a:solidFill>
                  <a:srgbClr val="54DEEF"/>
                </a:solidFill>
                <a:latin typeface="DejaVu Sans"/>
                <a:ea typeface="DejaVu Sans"/>
                <a:cs typeface="DejaVu Sans"/>
              </a:defRPr>
            </a:lvl1pPr>
            <a:lvl2pPr algn="l">
              <a:defRPr sz="1575" b="1">
                <a:solidFill>
                  <a:srgbClr val="54DEEF"/>
                </a:solidFill>
                <a:latin typeface="DejaVu Sans"/>
                <a:ea typeface="DejaVu Sans"/>
                <a:cs typeface="DejaVu Sans"/>
              </a:defRPr>
            </a:lvl2pPr>
            <a:lvl3pPr algn="l">
              <a:defRPr sz="1575" b="1">
                <a:solidFill>
                  <a:srgbClr val="54DEEF"/>
                </a:solidFill>
                <a:latin typeface="DejaVu Sans"/>
                <a:ea typeface="DejaVu Sans"/>
                <a:cs typeface="DejaVu Sans"/>
              </a:defRPr>
            </a:lvl3pPr>
            <a:lvl4pPr algn="l">
              <a:defRPr sz="1575" b="1">
                <a:solidFill>
                  <a:srgbClr val="54DEEF"/>
                </a:solidFill>
                <a:latin typeface="DejaVu Sans"/>
                <a:ea typeface="DejaVu Sans"/>
                <a:cs typeface="DejaVu Sans"/>
              </a:defRPr>
            </a:lvl4pPr>
            <a:lvl5pPr algn="l">
              <a:defRPr sz="1575" b="1">
                <a:solidFill>
                  <a:srgbClr val="54DEEF"/>
                </a:solidFill>
                <a:latin typeface="DejaVu Sans"/>
                <a:ea typeface="DejaVu Sans"/>
                <a:cs typeface="DejaVu Sans"/>
              </a:defRPr>
            </a:lvl5pPr>
            <a:lvl6pPr algn="l">
              <a:defRPr sz="1575" b="1">
                <a:solidFill>
                  <a:srgbClr val="54DEEF"/>
                </a:solidFill>
                <a:latin typeface="DejaVu Sans"/>
                <a:ea typeface="DejaVu Sans"/>
                <a:cs typeface="DejaVu Sans"/>
              </a:defRPr>
            </a:lvl6pPr>
            <a:lvl7pPr algn="l">
              <a:defRPr sz="1575" b="1">
                <a:solidFill>
                  <a:srgbClr val="54DEEF"/>
                </a:solidFill>
                <a:latin typeface="DejaVu Sans"/>
                <a:ea typeface="DejaVu Sans"/>
                <a:cs typeface="DejaVu Sans"/>
              </a:defRPr>
            </a:lvl7pPr>
            <a:lvl8pPr algn="l">
              <a:defRPr sz="1575" b="1">
                <a:solidFill>
                  <a:srgbClr val="54DEEF"/>
                </a:solidFill>
                <a:latin typeface="DejaVu Sans"/>
                <a:ea typeface="DejaVu Sans"/>
                <a:cs typeface="DejaVu Sans"/>
              </a:defRPr>
            </a:lvl8pPr>
            <a:lvl9pPr algn="l">
              <a:defRPr sz="1575" b="1">
                <a:solidFill>
                  <a:srgbClr val="54DEEF"/>
                </a:solidFill>
                <a:latin typeface="DejaVu Sans"/>
                <a:ea typeface="DejaVu Sans"/>
                <a:cs typeface="DejaVu Sans"/>
              </a:defRPr>
            </a:lvl9pPr>
          </a:lstStyle>
          <a:p xmlns:a="http://schemas.openxmlformats.org/drawingml/2006/main">
            <a:pPr algn="l">
              <a:defRPr sz="1575" b="1">
                <a:solidFill>
                  <a:srgbClr val="54DEEF"/>
                </a:solidFill>
                <a:latin typeface="DejaVu Sans"/>
                <a:ea typeface="DejaVu Sans"/>
                <a:cs typeface="DejaVu Sans"/>
              </a:defRPr>
            </a:pPr>
            <a:r>
              <a:rPr sz="1575" b="1">
                <a:solidFill>
                  <a:srgbClr val="54DEEF"/>
                </a:solidFill>
                <a:latin typeface="DejaVu Sans"/>
                <a:ea typeface="DejaVu Sans"/>
                <a:cs typeface="DejaVu Sans"/>
              </a:rPr>
              <a:t>IPSec</a:t>
            </a:r>
          </a:p>
        </p:txBody>
      </p:sp>
      <p:sp>
        <p:nvSpPr>
          <p:cNvPr id="8" name="agenda-item">
            <a:extLst xmlns:a="http://schemas.openxmlformats.org/drawingml/2006/main">
              <a:ext uri="{FF2B5EF4-FFF2-40B4-BE49-F238E27FC236}">
                <a16:creationId xmlns:a16="http://schemas.microsoft.com/office/drawing/2014/main" id="{2ED275D5-6B5D-4583-985E-B3A55CA8EDFC}"/>
              </a:ext>
            </a:extLst>
          </p:cNvPr>
          <p:cNvSpPr>
            <a:spLocks xmlns:a="http://schemas.openxmlformats.org/drawingml/2006/main" noGrp="1"/>
          </p:cNvSpPr>
          <p:nvPr/>
        </p:nvSpPr>
        <p:spPr>
          <a:xfrm xmlns:a="http://schemas.openxmlformats.org/drawingml/2006/main">
            <a:off x="400050" y="5191125"/>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VPN in Verbindung mit einer Firewall</a:t>
            </a:r>
          </a:p>
        </p:txBody>
      </p:sp>
      <p:sp>
        <p:nvSpPr>
          <p:cNvPr id="9" name="agenda-item">
            <a:extLst xmlns:a="http://schemas.openxmlformats.org/drawingml/2006/main">
              <a:ext uri="{FF2B5EF4-FFF2-40B4-BE49-F238E27FC236}">
                <a16:creationId xmlns:a16="http://schemas.microsoft.com/office/drawing/2014/main" id="{B9A6D7A0-5AEA-4AAF-AE4B-BD020A83CE41}"/>
              </a:ext>
            </a:extLst>
          </p:cNvPr>
          <p:cNvSpPr>
            <a:spLocks xmlns:a="http://schemas.openxmlformats.org/drawingml/2006/main" noGrp="1"/>
          </p:cNvSpPr>
          <p:nvPr/>
        </p:nvSpPr>
        <p:spPr>
          <a:xfrm xmlns:a="http://schemas.openxmlformats.org/drawingml/2006/main">
            <a:off x="400050" y="6334125"/>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Fazit</a:t>
            </a:r>
          </a:p>
        </p:txBody>
      </p:sp>
      <p:sp>
        <p:nvSpPr>
          <p:cNvPr id="10" name="title">
            <a:extLst xmlns:a="http://schemas.openxmlformats.org/drawingml/2006/main">
              <a:ext uri="{FF2B5EF4-FFF2-40B4-BE49-F238E27FC236}">
                <a16:creationId xmlns:a16="http://schemas.microsoft.com/office/drawing/2014/main" id="{F3341F0D-BBC9-4874-A825-C224F58C0FDE}"/>
              </a:ext>
            </a:extLst>
          </p:cNvPr>
          <p:cNvSpPr>
            <a:spLocks xmlns:a="http://schemas.openxmlformats.org/drawingml/2006/main" noGrp="1"/>
          </p:cNvSpPr>
          <p:nvPr/>
        </p:nvSpPr>
        <p:spPr>
          <a:xfrm xmlns:a="http://schemas.openxmlformats.org/drawingml/2006/main">
            <a:off x="3619500" y="590550"/>
            <a:ext cx="1085850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525" b="1">
                <a:solidFill>
                  <a:srgbClr val="F1F7FC"/>
                </a:solidFill>
                <a:latin typeface="DejaVu Sans"/>
                <a:ea typeface="DejaVu Sans"/>
                <a:cs typeface="DejaVu Sans"/>
              </a:defRPr>
            </a:defPPr>
            <a:lvl1pPr algn="l">
              <a:defRPr sz="3525" b="1">
                <a:solidFill>
                  <a:srgbClr val="F1F7FC"/>
                </a:solidFill>
                <a:latin typeface="DejaVu Sans"/>
                <a:ea typeface="DejaVu Sans"/>
                <a:cs typeface="DejaVu Sans"/>
              </a:defRPr>
            </a:lvl1pPr>
            <a:lvl2pPr algn="l">
              <a:defRPr sz="3525" b="1">
                <a:solidFill>
                  <a:srgbClr val="F1F7FC"/>
                </a:solidFill>
                <a:latin typeface="DejaVu Sans"/>
                <a:ea typeface="DejaVu Sans"/>
                <a:cs typeface="DejaVu Sans"/>
              </a:defRPr>
            </a:lvl2pPr>
            <a:lvl3pPr algn="l">
              <a:defRPr sz="3525" b="1">
                <a:solidFill>
                  <a:srgbClr val="F1F7FC"/>
                </a:solidFill>
                <a:latin typeface="DejaVu Sans"/>
                <a:ea typeface="DejaVu Sans"/>
                <a:cs typeface="DejaVu Sans"/>
              </a:defRPr>
            </a:lvl3pPr>
            <a:lvl4pPr algn="l">
              <a:defRPr sz="3525" b="1">
                <a:solidFill>
                  <a:srgbClr val="F1F7FC"/>
                </a:solidFill>
                <a:latin typeface="DejaVu Sans"/>
                <a:ea typeface="DejaVu Sans"/>
                <a:cs typeface="DejaVu Sans"/>
              </a:defRPr>
            </a:lvl4pPr>
            <a:lvl5pPr algn="l">
              <a:defRPr sz="3525" b="1">
                <a:solidFill>
                  <a:srgbClr val="F1F7FC"/>
                </a:solidFill>
                <a:latin typeface="DejaVu Sans"/>
                <a:ea typeface="DejaVu Sans"/>
                <a:cs typeface="DejaVu Sans"/>
              </a:defRPr>
            </a:lvl5pPr>
            <a:lvl6pPr algn="l">
              <a:defRPr sz="3525" b="1">
                <a:solidFill>
                  <a:srgbClr val="F1F7FC"/>
                </a:solidFill>
                <a:latin typeface="DejaVu Sans"/>
                <a:ea typeface="DejaVu Sans"/>
                <a:cs typeface="DejaVu Sans"/>
              </a:defRPr>
            </a:lvl6pPr>
            <a:lvl7pPr algn="l">
              <a:defRPr sz="3525" b="1">
                <a:solidFill>
                  <a:srgbClr val="F1F7FC"/>
                </a:solidFill>
                <a:latin typeface="DejaVu Sans"/>
                <a:ea typeface="DejaVu Sans"/>
                <a:cs typeface="DejaVu Sans"/>
              </a:defRPr>
            </a:lvl7pPr>
            <a:lvl8pPr algn="l">
              <a:defRPr sz="3525" b="1">
                <a:solidFill>
                  <a:srgbClr val="F1F7FC"/>
                </a:solidFill>
                <a:latin typeface="DejaVu Sans"/>
                <a:ea typeface="DejaVu Sans"/>
                <a:cs typeface="DejaVu Sans"/>
              </a:defRPr>
            </a:lvl8pPr>
            <a:lvl9pPr algn="l">
              <a:defRPr sz="3525" b="1">
                <a:solidFill>
                  <a:srgbClr val="F1F7FC"/>
                </a:solidFill>
                <a:latin typeface="DejaVu Sans"/>
                <a:ea typeface="DejaVu Sans"/>
                <a:cs typeface="DejaVu Sans"/>
              </a:defRPr>
            </a:lvl9pPr>
          </a:lstStyle>
          <a:p xmlns:a="http://schemas.openxmlformats.org/drawingml/2006/main">
            <a:pPr algn="l">
              <a:defRPr sz="3525" b="1">
                <a:solidFill>
                  <a:srgbClr val="F1F7FC"/>
                </a:solidFill>
                <a:latin typeface="DejaVu Sans"/>
                <a:ea typeface="DejaVu Sans"/>
                <a:cs typeface="DejaVu Sans"/>
              </a:defRPr>
            </a:pPr>
            <a:r>
              <a:rPr sz="3525" b="1">
                <a:solidFill>
                  <a:srgbClr val="F1F7FC"/>
                </a:solidFill>
                <a:latin typeface="DejaVu Sans"/>
                <a:ea typeface="DejaVu Sans"/>
                <a:cs typeface="DejaVu Sans"/>
              </a:rPr>
              <a:t>IPSec</a:t>
            </a:r>
          </a:p>
        </p:txBody>
      </p:sp>
      <p:sp>
        <p:nvSpPr>
          <p:cNvPr id="11" name="page-number">
            <a:extLst xmlns:a="http://schemas.openxmlformats.org/drawingml/2006/main">
              <a:ext uri="{FF2B5EF4-FFF2-40B4-BE49-F238E27FC236}">
                <a16:creationId xmlns:a16="http://schemas.microsoft.com/office/drawing/2014/main" id="{846388B2-7DD9-4CE2-B37B-36BDD7528F3C}"/>
              </a:ext>
            </a:extLst>
          </p:cNvPr>
          <p:cNvSpPr>
            <a:spLocks xmlns:a="http://schemas.openxmlformats.org/drawingml/2006/main" noGrp="1"/>
          </p:cNvSpPr>
          <p:nvPr/>
        </p:nvSpPr>
        <p:spPr>
          <a:xfrm xmlns:a="http://schemas.openxmlformats.org/drawingml/2006/main">
            <a:off x="13477875" y="8020050"/>
            <a:ext cx="1285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AABFD1"/>
                </a:solidFill>
                <a:latin typeface="DejaVu Sans Mono"/>
                <a:ea typeface="DejaVu Sans Mono"/>
                <a:cs typeface="DejaVu Sans Mono"/>
              </a:defRPr>
            </a:defPPr>
            <a:lvl1pPr algn="r">
              <a:defRPr sz="1350" b="0">
                <a:solidFill>
                  <a:srgbClr val="AABFD1"/>
                </a:solidFill>
                <a:latin typeface="DejaVu Sans Mono"/>
                <a:ea typeface="DejaVu Sans Mono"/>
                <a:cs typeface="DejaVu Sans Mono"/>
              </a:defRPr>
            </a:lvl1pPr>
            <a:lvl2pPr algn="r">
              <a:defRPr sz="1350" b="0">
                <a:solidFill>
                  <a:srgbClr val="AABFD1"/>
                </a:solidFill>
                <a:latin typeface="DejaVu Sans Mono"/>
                <a:ea typeface="DejaVu Sans Mono"/>
                <a:cs typeface="DejaVu Sans Mono"/>
              </a:defRPr>
            </a:lvl2pPr>
            <a:lvl3pPr algn="r">
              <a:defRPr sz="1350" b="0">
                <a:solidFill>
                  <a:srgbClr val="AABFD1"/>
                </a:solidFill>
                <a:latin typeface="DejaVu Sans Mono"/>
                <a:ea typeface="DejaVu Sans Mono"/>
                <a:cs typeface="DejaVu Sans Mono"/>
              </a:defRPr>
            </a:lvl3pPr>
            <a:lvl4pPr algn="r">
              <a:defRPr sz="1350" b="0">
                <a:solidFill>
                  <a:srgbClr val="AABFD1"/>
                </a:solidFill>
                <a:latin typeface="DejaVu Sans Mono"/>
                <a:ea typeface="DejaVu Sans Mono"/>
                <a:cs typeface="DejaVu Sans Mono"/>
              </a:defRPr>
            </a:lvl4pPr>
            <a:lvl5pPr algn="r">
              <a:defRPr sz="1350" b="0">
                <a:solidFill>
                  <a:srgbClr val="AABFD1"/>
                </a:solidFill>
                <a:latin typeface="DejaVu Sans Mono"/>
                <a:ea typeface="DejaVu Sans Mono"/>
                <a:cs typeface="DejaVu Sans Mono"/>
              </a:defRPr>
            </a:lvl5pPr>
            <a:lvl6pPr algn="r">
              <a:defRPr sz="1350" b="0">
                <a:solidFill>
                  <a:srgbClr val="AABFD1"/>
                </a:solidFill>
                <a:latin typeface="DejaVu Sans Mono"/>
                <a:ea typeface="DejaVu Sans Mono"/>
                <a:cs typeface="DejaVu Sans Mono"/>
              </a:defRPr>
            </a:lvl6pPr>
            <a:lvl7pPr algn="r">
              <a:defRPr sz="1350" b="0">
                <a:solidFill>
                  <a:srgbClr val="AABFD1"/>
                </a:solidFill>
                <a:latin typeface="DejaVu Sans Mono"/>
                <a:ea typeface="DejaVu Sans Mono"/>
                <a:cs typeface="DejaVu Sans Mono"/>
              </a:defRPr>
            </a:lvl7pPr>
            <a:lvl8pPr algn="r">
              <a:defRPr sz="1350" b="0">
                <a:solidFill>
                  <a:srgbClr val="AABFD1"/>
                </a:solidFill>
                <a:latin typeface="DejaVu Sans Mono"/>
                <a:ea typeface="DejaVu Sans Mono"/>
                <a:cs typeface="DejaVu Sans Mono"/>
              </a:defRPr>
            </a:lvl8pPr>
            <a:lvl9pPr algn="r">
              <a:defRPr sz="1350" b="0">
                <a:solidFill>
                  <a:srgbClr val="AABFD1"/>
                </a:solidFill>
                <a:latin typeface="DejaVu Sans Mono"/>
                <a:ea typeface="DejaVu Sans Mono"/>
                <a:cs typeface="DejaVu Sans Mono"/>
              </a:defRPr>
            </a:lvl9pPr>
          </a:lstStyle>
          <a:p xmlns:a="http://schemas.openxmlformats.org/drawingml/2006/main">
            <a:pPr algn="r">
              <a:defRPr sz="1350" b="0">
                <a:solidFill>
                  <a:srgbClr val="AABFD1"/>
                </a:solidFill>
                <a:latin typeface="DejaVu Sans Mono"/>
                <a:ea typeface="DejaVu Sans Mono"/>
                <a:cs typeface="DejaVu Sans Mono"/>
              </a:defRPr>
            </a:pPr>
            <a:r>
              <a:rPr sz="1350" b="0">
                <a:solidFill>
                  <a:srgbClr val="AABFD1"/>
                </a:solidFill>
                <a:latin typeface="DejaVu Sans Mono"/>
                <a:ea typeface="DejaVu Sans Mono"/>
                <a:cs typeface="DejaVu Sans Mono"/>
              </a:rPr>
              <a:t>25 / 33</a:t>
            </a:r>
          </a:p>
        </p:txBody>
      </p:sp>
      <p:sp>
        <p:nvSpPr>
          <p:cNvPr id="12" name="subheading">
            <a:extLst xmlns:a="http://schemas.openxmlformats.org/drawingml/2006/main">
              <a:ext uri="{FF2B5EF4-FFF2-40B4-BE49-F238E27FC236}">
                <a16:creationId xmlns:a16="http://schemas.microsoft.com/office/drawing/2014/main" id="{E3AE34BC-E0F8-4807-BCB2-E0B2E27DA9AF}"/>
              </a:ext>
            </a:extLst>
          </p:cNvPr>
          <p:cNvSpPr>
            <a:spLocks xmlns:a="http://schemas.openxmlformats.org/drawingml/2006/main" noGrp="1"/>
          </p:cNvSpPr>
          <p:nvPr/>
        </p:nvSpPr>
        <p:spPr>
          <a:xfrm xmlns:a="http://schemas.openxmlformats.org/drawingml/2006/main">
            <a:off x="3619500" y="2047875"/>
            <a:ext cx="10858500" cy="5227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54DEEF"/>
                </a:solidFill>
                <a:latin typeface="DejaVu Sans"/>
                <a:ea typeface="DejaVu Sans"/>
                <a:cs typeface="DejaVu Sans"/>
              </a:defRPr>
            </a:defPPr>
            <a:lvl1pPr algn="l">
              <a:defRPr sz="2550" b="1">
                <a:solidFill>
                  <a:srgbClr val="54DEEF"/>
                </a:solidFill>
                <a:latin typeface="DejaVu Sans"/>
                <a:ea typeface="DejaVu Sans"/>
                <a:cs typeface="DejaVu Sans"/>
              </a:defRPr>
            </a:lvl1pPr>
            <a:lvl2pPr algn="l">
              <a:defRPr sz="2550" b="1">
                <a:solidFill>
                  <a:srgbClr val="54DEEF"/>
                </a:solidFill>
                <a:latin typeface="DejaVu Sans"/>
                <a:ea typeface="DejaVu Sans"/>
                <a:cs typeface="DejaVu Sans"/>
              </a:defRPr>
            </a:lvl2pPr>
            <a:lvl3pPr algn="l">
              <a:defRPr sz="2550" b="1">
                <a:solidFill>
                  <a:srgbClr val="54DEEF"/>
                </a:solidFill>
                <a:latin typeface="DejaVu Sans"/>
                <a:ea typeface="DejaVu Sans"/>
                <a:cs typeface="DejaVu Sans"/>
              </a:defRPr>
            </a:lvl3pPr>
            <a:lvl4pPr algn="l">
              <a:defRPr sz="2550" b="1">
                <a:solidFill>
                  <a:srgbClr val="54DEEF"/>
                </a:solidFill>
                <a:latin typeface="DejaVu Sans"/>
                <a:ea typeface="DejaVu Sans"/>
                <a:cs typeface="DejaVu Sans"/>
              </a:defRPr>
            </a:lvl4pPr>
            <a:lvl5pPr algn="l">
              <a:defRPr sz="2550" b="1">
                <a:solidFill>
                  <a:srgbClr val="54DEEF"/>
                </a:solidFill>
                <a:latin typeface="DejaVu Sans"/>
                <a:ea typeface="DejaVu Sans"/>
                <a:cs typeface="DejaVu Sans"/>
              </a:defRPr>
            </a:lvl5pPr>
            <a:lvl6pPr algn="l">
              <a:defRPr sz="2550" b="1">
                <a:solidFill>
                  <a:srgbClr val="54DEEF"/>
                </a:solidFill>
                <a:latin typeface="DejaVu Sans"/>
                <a:ea typeface="DejaVu Sans"/>
                <a:cs typeface="DejaVu Sans"/>
              </a:defRPr>
            </a:lvl6pPr>
            <a:lvl7pPr algn="l">
              <a:defRPr sz="2550" b="1">
                <a:solidFill>
                  <a:srgbClr val="54DEEF"/>
                </a:solidFill>
                <a:latin typeface="DejaVu Sans"/>
                <a:ea typeface="DejaVu Sans"/>
                <a:cs typeface="DejaVu Sans"/>
              </a:defRPr>
            </a:lvl7pPr>
            <a:lvl8pPr algn="l">
              <a:defRPr sz="2550" b="1">
                <a:solidFill>
                  <a:srgbClr val="54DEEF"/>
                </a:solidFill>
                <a:latin typeface="DejaVu Sans"/>
                <a:ea typeface="DejaVu Sans"/>
                <a:cs typeface="DejaVu Sans"/>
              </a:defRPr>
            </a:lvl8pPr>
            <a:lvl9pPr algn="l">
              <a:defRPr sz="2550" b="1">
                <a:solidFill>
                  <a:srgbClr val="54DEEF"/>
                </a:solidFill>
                <a:latin typeface="DejaVu Sans"/>
                <a:ea typeface="DejaVu Sans"/>
                <a:cs typeface="DejaVu Sans"/>
              </a:defRPr>
            </a:lvl9pPr>
          </a:lstStyle>
          <a:p xmlns:a="http://schemas.openxmlformats.org/drawingml/2006/main">
            <a:pPr algn="l">
              <a:defRPr sz="2550" b="1">
                <a:solidFill>
                  <a:srgbClr val="54DEEF"/>
                </a:solidFill>
                <a:latin typeface="DejaVu Sans"/>
                <a:ea typeface="DejaVu Sans"/>
                <a:cs typeface="DejaVu Sans"/>
              </a:defRPr>
            </a:pPr>
            <a:r>
              <a:rPr sz="2550" b="1">
                <a:solidFill>
                  <a:srgbClr val="54DEEF"/>
                </a:solidFill>
                <a:latin typeface="DejaVu Sans"/>
                <a:ea typeface="DejaVu Sans"/>
                <a:cs typeface="DejaVu Sans"/>
              </a:rPr>
              <a:t>AH &amp; ESP</a:t>
            </a:r>
          </a:p>
        </p:txBody>
      </p:sp>
      <p:sp>
        <p:nvSpPr>
          <p:cNvPr id="13" name="content">
            <a:extLst xmlns:a="http://schemas.openxmlformats.org/drawingml/2006/main">
              <a:ext uri="{FF2B5EF4-FFF2-40B4-BE49-F238E27FC236}">
                <a16:creationId xmlns:a16="http://schemas.microsoft.com/office/drawing/2014/main" id="{340E7881-33A8-47FC-A8A8-1F9B50171099}"/>
              </a:ext>
            </a:extLst>
          </p:cNvPr>
          <p:cNvSpPr>
            <a:spLocks xmlns:a="http://schemas.openxmlformats.org/drawingml/2006/main" noGrp="1"/>
          </p:cNvSpPr>
          <p:nvPr/>
        </p:nvSpPr>
        <p:spPr>
          <a:xfrm xmlns:a="http://schemas.openxmlformats.org/drawingml/2006/main">
            <a:off x="3619500" y="2780157"/>
            <a:ext cx="10858500" cy="4850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0">
                <a:solidFill>
                  <a:srgbClr val="E0EAF4"/>
                </a:solidFill>
                <a:latin typeface="DejaVu Sans"/>
                <a:ea typeface="DejaVu Sans"/>
                <a:cs typeface="DejaVu Sans"/>
              </a:defRPr>
            </a:defPPr>
            <a:lvl1pPr algn="l">
              <a:defRPr sz="2325" b="0">
                <a:solidFill>
                  <a:srgbClr val="E0EAF4"/>
                </a:solidFill>
                <a:latin typeface="DejaVu Sans"/>
                <a:ea typeface="DejaVu Sans"/>
                <a:cs typeface="DejaVu Sans"/>
              </a:defRPr>
            </a:lvl1pPr>
            <a:lvl2pPr algn="l">
              <a:defRPr sz="2325" b="0">
                <a:solidFill>
                  <a:srgbClr val="E0EAF4"/>
                </a:solidFill>
                <a:latin typeface="DejaVu Sans"/>
                <a:ea typeface="DejaVu Sans"/>
                <a:cs typeface="DejaVu Sans"/>
              </a:defRPr>
            </a:lvl2pPr>
            <a:lvl3pPr algn="l">
              <a:defRPr sz="2325" b="0">
                <a:solidFill>
                  <a:srgbClr val="E0EAF4"/>
                </a:solidFill>
                <a:latin typeface="DejaVu Sans"/>
                <a:ea typeface="DejaVu Sans"/>
                <a:cs typeface="DejaVu Sans"/>
              </a:defRPr>
            </a:lvl3pPr>
            <a:lvl4pPr algn="l">
              <a:defRPr sz="2325" b="0">
                <a:solidFill>
                  <a:srgbClr val="E0EAF4"/>
                </a:solidFill>
                <a:latin typeface="DejaVu Sans"/>
                <a:ea typeface="DejaVu Sans"/>
                <a:cs typeface="DejaVu Sans"/>
              </a:defRPr>
            </a:lvl4pPr>
            <a:lvl5pPr algn="l">
              <a:defRPr sz="2325" b="0">
                <a:solidFill>
                  <a:srgbClr val="E0EAF4"/>
                </a:solidFill>
                <a:latin typeface="DejaVu Sans"/>
                <a:ea typeface="DejaVu Sans"/>
                <a:cs typeface="DejaVu Sans"/>
              </a:defRPr>
            </a:lvl5pPr>
            <a:lvl6pPr algn="l">
              <a:defRPr sz="2325" b="0">
                <a:solidFill>
                  <a:srgbClr val="E0EAF4"/>
                </a:solidFill>
                <a:latin typeface="DejaVu Sans"/>
                <a:ea typeface="DejaVu Sans"/>
                <a:cs typeface="DejaVu Sans"/>
              </a:defRPr>
            </a:lvl6pPr>
            <a:lvl7pPr algn="l">
              <a:defRPr sz="2325" b="0">
                <a:solidFill>
                  <a:srgbClr val="E0EAF4"/>
                </a:solidFill>
                <a:latin typeface="DejaVu Sans"/>
                <a:ea typeface="DejaVu Sans"/>
                <a:cs typeface="DejaVu Sans"/>
              </a:defRPr>
            </a:lvl7pPr>
            <a:lvl8pPr algn="l">
              <a:defRPr sz="2325" b="0">
                <a:solidFill>
                  <a:srgbClr val="E0EAF4"/>
                </a:solidFill>
                <a:latin typeface="DejaVu Sans"/>
                <a:ea typeface="DejaVu Sans"/>
                <a:cs typeface="DejaVu Sans"/>
              </a:defRPr>
            </a:lvl8pPr>
            <a:lvl9pPr algn="l">
              <a:defRPr sz="2325" b="0">
                <a:solidFill>
                  <a:srgbClr val="E0EAF4"/>
                </a:solidFill>
                <a:latin typeface="DejaVu Sans"/>
                <a:ea typeface="DejaVu Sans"/>
                <a:cs typeface="DejaVu Sans"/>
              </a:defRPr>
            </a:lvl9pPr>
          </a:lstStyle>
          <a:p xmlns:a="http://schemas.openxmlformats.org/drawingml/2006/main">
            <a:pPr marL="355600" indent="-292100" algn="l">
              <a:spcAft>
                <a:spcPts val="0"/>
              </a:spcAft>
              <a:buChar char="•"/>
              <a:defRPr sz="2325" b="0">
                <a:solidFill>
                  <a:srgbClr val="E0EAF4"/>
                </a:solidFill>
                <a:latin typeface="DejaVu Sans"/>
                <a:ea typeface="DejaVu Sans"/>
                <a:cs typeface="DejaVu Sans"/>
              </a:defRPr>
            </a:pPr>
            <a:r>
              <a:rPr b="0">
                <a:latin typeface="DejaVu Sans"/>
                <a:ea typeface="DejaVu Sans"/>
                <a:cs typeface="DejaVu Sans"/>
              </a:rPr>
              <a:t>AH (Authentication Header)</a:t>
            </a:r>
          </a:p>
        </p:txBody>
      </p:sp>
      <p:sp>
        <p:nvSpPr>
          <p:cNvPr id="14" name="content">
            <a:extLst xmlns:a="http://schemas.openxmlformats.org/drawingml/2006/main">
              <a:ext uri="{FF2B5EF4-FFF2-40B4-BE49-F238E27FC236}">
                <a16:creationId xmlns:a16="http://schemas.microsoft.com/office/drawing/2014/main" id="{811FFAC8-5E32-4EBF-B042-4553DA3BB455}"/>
              </a:ext>
            </a:extLst>
          </p:cNvPr>
          <p:cNvSpPr>
            <a:spLocks xmlns:a="http://schemas.openxmlformats.org/drawingml/2006/main" noGrp="1"/>
          </p:cNvSpPr>
          <p:nvPr/>
        </p:nvSpPr>
        <p:spPr>
          <a:xfrm xmlns:a="http://schemas.openxmlformats.org/drawingml/2006/main">
            <a:off x="3619500" y="3474720"/>
            <a:ext cx="10858500" cy="4850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0">
                <a:solidFill>
                  <a:srgbClr val="E0EAF4"/>
                </a:solidFill>
                <a:latin typeface="DejaVu Sans"/>
                <a:ea typeface="DejaVu Sans"/>
                <a:cs typeface="DejaVu Sans"/>
              </a:defRPr>
            </a:defPPr>
            <a:lvl1pPr algn="l">
              <a:defRPr sz="2325" b="0">
                <a:solidFill>
                  <a:srgbClr val="E0EAF4"/>
                </a:solidFill>
                <a:latin typeface="DejaVu Sans"/>
                <a:ea typeface="DejaVu Sans"/>
                <a:cs typeface="DejaVu Sans"/>
              </a:defRPr>
            </a:lvl1pPr>
            <a:lvl2pPr algn="l">
              <a:defRPr sz="2325" b="0">
                <a:solidFill>
                  <a:srgbClr val="E0EAF4"/>
                </a:solidFill>
                <a:latin typeface="DejaVu Sans"/>
                <a:ea typeface="DejaVu Sans"/>
                <a:cs typeface="DejaVu Sans"/>
              </a:defRPr>
            </a:lvl2pPr>
            <a:lvl3pPr algn="l">
              <a:defRPr sz="2325" b="0">
                <a:solidFill>
                  <a:srgbClr val="E0EAF4"/>
                </a:solidFill>
                <a:latin typeface="DejaVu Sans"/>
                <a:ea typeface="DejaVu Sans"/>
                <a:cs typeface="DejaVu Sans"/>
              </a:defRPr>
            </a:lvl3pPr>
            <a:lvl4pPr algn="l">
              <a:defRPr sz="2325" b="0">
                <a:solidFill>
                  <a:srgbClr val="E0EAF4"/>
                </a:solidFill>
                <a:latin typeface="DejaVu Sans"/>
                <a:ea typeface="DejaVu Sans"/>
                <a:cs typeface="DejaVu Sans"/>
              </a:defRPr>
            </a:lvl4pPr>
            <a:lvl5pPr algn="l">
              <a:defRPr sz="2325" b="0">
                <a:solidFill>
                  <a:srgbClr val="E0EAF4"/>
                </a:solidFill>
                <a:latin typeface="DejaVu Sans"/>
                <a:ea typeface="DejaVu Sans"/>
                <a:cs typeface="DejaVu Sans"/>
              </a:defRPr>
            </a:lvl5pPr>
            <a:lvl6pPr algn="l">
              <a:defRPr sz="2325" b="0">
                <a:solidFill>
                  <a:srgbClr val="E0EAF4"/>
                </a:solidFill>
                <a:latin typeface="DejaVu Sans"/>
                <a:ea typeface="DejaVu Sans"/>
                <a:cs typeface="DejaVu Sans"/>
              </a:defRPr>
            </a:lvl6pPr>
            <a:lvl7pPr algn="l">
              <a:defRPr sz="2325" b="0">
                <a:solidFill>
                  <a:srgbClr val="E0EAF4"/>
                </a:solidFill>
                <a:latin typeface="DejaVu Sans"/>
                <a:ea typeface="DejaVu Sans"/>
                <a:cs typeface="DejaVu Sans"/>
              </a:defRPr>
            </a:lvl7pPr>
            <a:lvl8pPr algn="l">
              <a:defRPr sz="2325" b="0">
                <a:solidFill>
                  <a:srgbClr val="E0EAF4"/>
                </a:solidFill>
                <a:latin typeface="DejaVu Sans"/>
                <a:ea typeface="DejaVu Sans"/>
                <a:cs typeface="DejaVu Sans"/>
              </a:defRPr>
            </a:lvl8pPr>
            <a:lvl9pPr algn="l">
              <a:defRPr sz="2325" b="0">
                <a:solidFill>
                  <a:srgbClr val="E0EAF4"/>
                </a:solidFill>
                <a:latin typeface="DejaVu Sans"/>
                <a:ea typeface="DejaVu Sans"/>
                <a:cs typeface="DejaVu Sans"/>
              </a:defRPr>
            </a:lvl9pPr>
          </a:lstStyle>
          <a:p xmlns:a="http://schemas.openxmlformats.org/drawingml/2006/main">
            <a:pPr algn="l">
              <a:defRPr sz="2325" b="0">
                <a:solidFill>
                  <a:srgbClr val="E0EAF4"/>
                </a:solidFill>
                <a:latin typeface="DejaVu Sans"/>
                <a:ea typeface="DejaVu Sans"/>
                <a:cs typeface="DejaVu Sans"/>
              </a:defRPr>
            </a:pPr>
            <a:r>
              <a:rPr b="0">
                <a:latin typeface="DejaVu Sans"/>
                <a:ea typeface="DejaVu Sans"/>
                <a:cs typeface="DejaVu Sans"/>
              </a:rPr>
              <a:t/>
            </a:r>
            <a:r>
              <a:rPr b="0">
                <a:latin typeface="DejaVu Sans"/>
                <a:ea typeface="DejaVu Sans"/>
                <a:cs typeface="DejaVu Sans"/>
              </a:rPr>
              <a:t>Authentifizierung des Absenders und der Daten</a:t>
            </a:r>
          </a:p>
        </p:txBody>
      </p:sp>
      <p:sp>
        <p:nvSpPr>
          <p:cNvPr id="15" name="content">
            <a:extLst xmlns:a="http://schemas.openxmlformats.org/drawingml/2006/main">
              <a:ext uri="{FF2B5EF4-FFF2-40B4-BE49-F238E27FC236}">
                <a16:creationId xmlns:a16="http://schemas.microsoft.com/office/drawing/2014/main" id="{630D7114-69FD-49F8-83CA-98EE81B216F8}"/>
              </a:ext>
            </a:extLst>
          </p:cNvPr>
          <p:cNvSpPr>
            <a:spLocks xmlns:a="http://schemas.openxmlformats.org/drawingml/2006/main" noGrp="1"/>
          </p:cNvSpPr>
          <p:nvPr/>
        </p:nvSpPr>
        <p:spPr>
          <a:xfrm xmlns:a="http://schemas.openxmlformats.org/drawingml/2006/main">
            <a:off x="3619500" y="4169283"/>
            <a:ext cx="10858500" cy="4850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0">
                <a:solidFill>
                  <a:srgbClr val="E0EAF4"/>
                </a:solidFill>
                <a:latin typeface="DejaVu Sans"/>
                <a:ea typeface="DejaVu Sans"/>
                <a:cs typeface="DejaVu Sans"/>
              </a:defRPr>
            </a:defPPr>
            <a:lvl1pPr algn="l">
              <a:defRPr sz="2325" b="0">
                <a:solidFill>
                  <a:srgbClr val="E0EAF4"/>
                </a:solidFill>
                <a:latin typeface="DejaVu Sans"/>
                <a:ea typeface="DejaVu Sans"/>
                <a:cs typeface="DejaVu Sans"/>
              </a:defRPr>
            </a:lvl1pPr>
            <a:lvl2pPr algn="l">
              <a:defRPr sz="2325" b="0">
                <a:solidFill>
                  <a:srgbClr val="E0EAF4"/>
                </a:solidFill>
                <a:latin typeface="DejaVu Sans"/>
                <a:ea typeface="DejaVu Sans"/>
                <a:cs typeface="DejaVu Sans"/>
              </a:defRPr>
            </a:lvl2pPr>
            <a:lvl3pPr algn="l">
              <a:defRPr sz="2325" b="0">
                <a:solidFill>
                  <a:srgbClr val="E0EAF4"/>
                </a:solidFill>
                <a:latin typeface="DejaVu Sans"/>
                <a:ea typeface="DejaVu Sans"/>
                <a:cs typeface="DejaVu Sans"/>
              </a:defRPr>
            </a:lvl3pPr>
            <a:lvl4pPr algn="l">
              <a:defRPr sz="2325" b="0">
                <a:solidFill>
                  <a:srgbClr val="E0EAF4"/>
                </a:solidFill>
                <a:latin typeface="DejaVu Sans"/>
                <a:ea typeface="DejaVu Sans"/>
                <a:cs typeface="DejaVu Sans"/>
              </a:defRPr>
            </a:lvl4pPr>
            <a:lvl5pPr algn="l">
              <a:defRPr sz="2325" b="0">
                <a:solidFill>
                  <a:srgbClr val="E0EAF4"/>
                </a:solidFill>
                <a:latin typeface="DejaVu Sans"/>
                <a:ea typeface="DejaVu Sans"/>
                <a:cs typeface="DejaVu Sans"/>
              </a:defRPr>
            </a:lvl5pPr>
            <a:lvl6pPr algn="l">
              <a:defRPr sz="2325" b="0">
                <a:solidFill>
                  <a:srgbClr val="E0EAF4"/>
                </a:solidFill>
                <a:latin typeface="DejaVu Sans"/>
                <a:ea typeface="DejaVu Sans"/>
                <a:cs typeface="DejaVu Sans"/>
              </a:defRPr>
            </a:lvl6pPr>
            <a:lvl7pPr algn="l">
              <a:defRPr sz="2325" b="0">
                <a:solidFill>
                  <a:srgbClr val="E0EAF4"/>
                </a:solidFill>
                <a:latin typeface="DejaVu Sans"/>
                <a:ea typeface="DejaVu Sans"/>
                <a:cs typeface="DejaVu Sans"/>
              </a:defRPr>
            </a:lvl7pPr>
            <a:lvl8pPr algn="l">
              <a:defRPr sz="2325" b="0">
                <a:solidFill>
                  <a:srgbClr val="E0EAF4"/>
                </a:solidFill>
                <a:latin typeface="DejaVu Sans"/>
                <a:ea typeface="DejaVu Sans"/>
                <a:cs typeface="DejaVu Sans"/>
              </a:defRPr>
            </a:lvl8pPr>
            <a:lvl9pPr algn="l">
              <a:defRPr sz="2325" b="0">
                <a:solidFill>
                  <a:srgbClr val="E0EAF4"/>
                </a:solidFill>
                <a:latin typeface="DejaVu Sans"/>
                <a:ea typeface="DejaVu Sans"/>
                <a:cs typeface="DejaVu Sans"/>
              </a:defRPr>
            </a:lvl9pPr>
          </a:lstStyle>
          <a:p xmlns:a="http://schemas.openxmlformats.org/drawingml/2006/main">
            <a:pPr marL="355600" indent="-292100" algn="l">
              <a:spcAft>
                <a:spcPts val="0"/>
              </a:spcAft>
              <a:buChar char="•"/>
              <a:defRPr sz="2325" b="0">
                <a:solidFill>
                  <a:srgbClr val="E0EAF4"/>
                </a:solidFill>
                <a:latin typeface="DejaVu Sans"/>
                <a:ea typeface="DejaVu Sans"/>
                <a:cs typeface="DejaVu Sans"/>
              </a:defRPr>
            </a:pPr>
            <a:r>
              <a:rPr b="0">
                <a:latin typeface="DejaVu Sans"/>
                <a:ea typeface="DejaVu Sans"/>
                <a:cs typeface="DejaVu Sans"/>
              </a:rPr>
              <a:t>ESP (Encapsulation Security Payload)</a:t>
            </a:r>
          </a:p>
        </p:txBody>
      </p:sp>
      <p:sp>
        <p:nvSpPr>
          <p:cNvPr id="16" name="content">
            <a:extLst xmlns:a="http://schemas.openxmlformats.org/drawingml/2006/main">
              <a:ext uri="{FF2B5EF4-FFF2-40B4-BE49-F238E27FC236}">
                <a16:creationId xmlns:a16="http://schemas.microsoft.com/office/drawing/2014/main" id="{D6FF3D32-0C28-4436-906D-6284F1F14A4A}"/>
              </a:ext>
            </a:extLst>
          </p:cNvPr>
          <p:cNvSpPr>
            <a:spLocks xmlns:a="http://schemas.openxmlformats.org/drawingml/2006/main" noGrp="1"/>
          </p:cNvSpPr>
          <p:nvPr/>
        </p:nvSpPr>
        <p:spPr>
          <a:xfrm xmlns:a="http://schemas.openxmlformats.org/drawingml/2006/main">
            <a:off x="3619500" y="4863846"/>
            <a:ext cx="10858500" cy="4850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0">
                <a:solidFill>
                  <a:srgbClr val="E0EAF4"/>
                </a:solidFill>
                <a:latin typeface="DejaVu Sans"/>
                <a:ea typeface="DejaVu Sans"/>
                <a:cs typeface="DejaVu Sans"/>
              </a:defRPr>
            </a:defPPr>
            <a:lvl1pPr algn="l">
              <a:defRPr sz="2325" b="0">
                <a:solidFill>
                  <a:srgbClr val="E0EAF4"/>
                </a:solidFill>
                <a:latin typeface="DejaVu Sans"/>
                <a:ea typeface="DejaVu Sans"/>
                <a:cs typeface="DejaVu Sans"/>
              </a:defRPr>
            </a:lvl1pPr>
            <a:lvl2pPr algn="l">
              <a:defRPr sz="2325" b="0">
                <a:solidFill>
                  <a:srgbClr val="E0EAF4"/>
                </a:solidFill>
                <a:latin typeface="DejaVu Sans"/>
                <a:ea typeface="DejaVu Sans"/>
                <a:cs typeface="DejaVu Sans"/>
              </a:defRPr>
            </a:lvl2pPr>
            <a:lvl3pPr algn="l">
              <a:defRPr sz="2325" b="0">
                <a:solidFill>
                  <a:srgbClr val="E0EAF4"/>
                </a:solidFill>
                <a:latin typeface="DejaVu Sans"/>
                <a:ea typeface="DejaVu Sans"/>
                <a:cs typeface="DejaVu Sans"/>
              </a:defRPr>
            </a:lvl3pPr>
            <a:lvl4pPr algn="l">
              <a:defRPr sz="2325" b="0">
                <a:solidFill>
                  <a:srgbClr val="E0EAF4"/>
                </a:solidFill>
                <a:latin typeface="DejaVu Sans"/>
                <a:ea typeface="DejaVu Sans"/>
                <a:cs typeface="DejaVu Sans"/>
              </a:defRPr>
            </a:lvl4pPr>
            <a:lvl5pPr algn="l">
              <a:defRPr sz="2325" b="0">
                <a:solidFill>
                  <a:srgbClr val="E0EAF4"/>
                </a:solidFill>
                <a:latin typeface="DejaVu Sans"/>
                <a:ea typeface="DejaVu Sans"/>
                <a:cs typeface="DejaVu Sans"/>
              </a:defRPr>
            </a:lvl5pPr>
            <a:lvl6pPr algn="l">
              <a:defRPr sz="2325" b="0">
                <a:solidFill>
                  <a:srgbClr val="E0EAF4"/>
                </a:solidFill>
                <a:latin typeface="DejaVu Sans"/>
                <a:ea typeface="DejaVu Sans"/>
                <a:cs typeface="DejaVu Sans"/>
              </a:defRPr>
            </a:lvl6pPr>
            <a:lvl7pPr algn="l">
              <a:defRPr sz="2325" b="0">
                <a:solidFill>
                  <a:srgbClr val="E0EAF4"/>
                </a:solidFill>
                <a:latin typeface="DejaVu Sans"/>
                <a:ea typeface="DejaVu Sans"/>
                <a:cs typeface="DejaVu Sans"/>
              </a:defRPr>
            </a:lvl7pPr>
            <a:lvl8pPr algn="l">
              <a:defRPr sz="2325" b="0">
                <a:solidFill>
                  <a:srgbClr val="E0EAF4"/>
                </a:solidFill>
                <a:latin typeface="DejaVu Sans"/>
                <a:ea typeface="DejaVu Sans"/>
                <a:cs typeface="DejaVu Sans"/>
              </a:defRPr>
            </a:lvl8pPr>
            <a:lvl9pPr algn="l">
              <a:defRPr sz="2325" b="0">
                <a:solidFill>
                  <a:srgbClr val="E0EAF4"/>
                </a:solidFill>
                <a:latin typeface="DejaVu Sans"/>
                <a:ea typeface="DejaVu Sans"/>
                <a:cs typeface="DejaVu Sans"/>
              </a:defRPr>
            </a:lvl9pPr>
          </a:lstStyle>
          <a:p xmlns:a="http://schemas.openxmlformats.org/drawingml/2006/main">
            <a:pPr algn="l">
              <a:defRPr sz="2325" b="0">
                <a:solidFill>
                  <a:srgbClr val="E0EAF4"/>
                </a:solidFill>
                <a:latin typeface="DejaVu Sans"/>
                <a:ea typeface="DejaVu Sans"/>
                <a:cs typeface="DejaVu Sans"/>
              </a:defRPr>
            </a:pPr>
            <a:r>
              <a:rPr b="0">
                <a:latin typeface="DejaVu Sans"/>
                <a:ea typeface="DejaVu Sans"/>
                <a:cs typeface="DejaVu Sans"/>
              </a:rPr>
              <a:t/>
            </a:r>
            <a:r>
              <a:rPr b="0">
                <a:latin typeface="DejaVu Sans"/>
                <a:ea typeface="DejaVu Sans"/>
                <a:cs typeface="DejaVu Sans"/>
              </a:rPr>
              <a:t>Verschlüsselung schützt vor „Mitlesen“</a:t>
            </a:r>
          </a:p>
        </p:txBody>
      </p:sp>
    </p:spTree>
    <p:extLst>
      <p:ext uri="{BB962C8B-B14F-4D97-AF65-F5344CB8AC3E}">
        <p14:creationId xmlns:p14="http://schemas.microsoft.com/office/powerpoint/2010/main" val="1741697438"/>
      </p:ext>
    </p:extLst>
  </p:cSld>
</p:sld>
</file>

<file path=ppt/slides/slide26.xml><?xml version="1.0" encoding="utf-8"?>
<p:sld xmlns:p="http://schemas.openxmlformats.org/presentationml/2006/main">
  <p:cSld>
    <p:bg>
      <p:bgPr>
        <a:solidFill xmlns:a="http://schemas.openxmlformats.org/drawingml/2006/main">
          <a:srgbClr val="081522"/>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6C41E1E9-C9C6-4B5C-B60D-276DD9747680}"/>
              </a:ext>
            </a:extLst>
          </p:cNvPr>
          <p:cNvPicPr>
            <a:picLocks xmlns:a="http://schemas.openxmlformats.org/drawingml/2006/main" noChangeAspect="1"/>
          </p:cNvPicPr>
          <p:nvPr/>
        </p:nvPicPr>
        <p:blipFill>
          <a:blip xmlns:r="http://schemas.openxmlformats.org/officeDocument/2006/relationships" xmlns:a="http://schemas.openxmlformats.org/drawingml/2006/main" r:embed="Rf3dc0fabfd704f6d"/>
          <a:srcRect xmlns:a="http://schemas.openxmlformats.org/drawingml/2006/main" l="0" t="27" r="0" b="27"/>
          <a:stretch xmlns:a="http://schemas.openxmlformats.org/drawingml/2006/main">
            <a:fillRect l="0" t="0" r="0" b="0"/>
          </a:stretch>
        </p:blipFill>
        <p:spPr>
          <a:xfrm xmlns:a="http://schemas.openxmlformats.org/drawingml/2006/main">
            <a:off x="0" y="0"/>
            <a:ext cx="15240000" cy="8572500"/>
          </a:xfrm>
          <a:prstGeom xmlns:a="http://schemas.openxmlformats.org/drawingml/2006/main" prst="rect">
            <a:avLst/>
          </a:prstGeom>
        </p:spPr>
      </p:pic>
      <p:sp>
        <p:nvSpPr>
          <p:cNvPr id="2" name="agenda-heading">
            <a:extLst xmlns:a="http://schemas.openxmlformats.org/drawingml/2006/main">
              <a:ext uri="{FF2B5EF4-FFF2-40B4-BE49-F238E27FC236}">
                <a16:creationId xmlns:a16="http://schemas.microsoft.com/office/drawing/2014/main" id="{B2A348DA-2B71-40DD-A815-4AEDC07453B3}"/>
              </a:ext>
            </a:extLst>
          </p:cNvPr>
          <p:cNvSpPr>
            <a:spLocks xmlns:a="http://schemas.openxmlformats.org/drawingml/2006/main" noGrp="1"/>
          </p:cNvSpPr>
          <p:nvPr/>
        </p:nvSpPr>
        <p:spPr>
          <a:xfrm xmlns:a="http://schemas.openxmlformats.org/drawingml/2006/main">
            <a:off x="400050" y="638175"/>
            <a:ext cx="2333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54DEEF"/>
                </a:solidFill>
                <a:latin typeface="DejaVu Sans Mono"/>
                <a:ea typeface="DejaVu Sans Mono"/>
                <a:cs typeface="DejaVu Sans Mono"/>
              </a:defRPr>
            </a:defPPr>
            <a:lvl1pPr algn="l">
              <a:defRPr sz="1875" b="1">
                <a:solidFill>
                  <a:srgbClr val="54DEEF"/>
                </a:solidFill>
                <a:latin typeface="DejaVu Sans Mono"/>
                <a:ea typeface="DejaVu Sans Mono"/>
                <a:cs typeface="DejaVu Sans Mono"/>
              </a:defRPr>
            </a:lvl1pPr>
            <a:lvl2pPr algn="l">
              <a:defRPr sz="1875" b="1">
                <a:solidFill>
                  <a:srgbClr val="54DEEF"/>
                </a:solidFill>
                <a:latin typeface="DejaVu Sans Mono"/>
                <a:ea typeface="DejaVu Sans Mono"/>
                <a:cs typeface="DejaVu Sans Mono"/>
              </a:defRPr>
            </a:lvl2pPr>
            <a:lvl3pPr algn="l">
              <a:defRPr sz="1875" b="1">
                <a:solidFill>
                  <a:srgbClr val="54DEEF"/>
                </a:solidFill>
                <a:latin typeface="DejaVu Sans Mono"/>
                <a:ea typeface="DejaVu Sans Mono"/>
                <a:cs typeface="DejaVu Sans Mono"/>
              </a:defRPr>
            </a:lvl3pPr>
            <a:lvl4pPr algn="l">
              <a:defRPr sz="1875" b="1">
                <a:solidFill>
                  <a:srgbClr val="54DEEF"/>
                </a:solidFill>
                <a:latin typeface="DejaVu Sans Mono"/>
                <a:ea typeface="DejaVu Sans Mono"/>
                <a:cs typeface="DejaVu Sans Mono"/>
              </a:defRPr>
            </a:lvl4pPr>
            <a:lvl5pPr algn="l">
              <a:defRPr sz="1875" b="1">
                <a:solidFill>
                  <a:srgbClr val="54DEEF"/>
                </a:solidFill>
                <a:latin typeface="DejaVu Sans Mono"/>
                <a:ea typeface="DejaVu Sans Mono"/>
                <a:cs typeface="DejaVu Sans Mono"/>
              </a:defRPr>
            </a:lvl5pPr>
            <a:lvl6pPr algn="l">
              <a:defRPr sz="1875" b="1">
                <a:solidFill>
                  <a:srgbClr val="54DEEF"/>
                </a:solidFill>
                <a:latin typeface="DejaVu Sans Mono"/>
                <a:ea typeface="DejaVu Sans Mono"/>
                <a:cs typeface="DejaVu Sans Mono"/>
              </a:defRPr>
            </a:lvl6pPr>
            <a:lvl7pPr algn="l">
              <a:defRPr sz="1875" b="1">
                <a:solidFill>
                  <a:srgbClr val="54DEEF"/>
                </a:solidFill>
                <a:latin typeface="DejaVu Sans Mono"/>
                <a:ea typeface="DejaVu Sans Mono"/>
                <a:cs typeface="DejaVu Sans Mono"/>
              </a:defRPr>
            </a:lvl7pPr>
            <a:lvl8pPr algn="l">
              <a:defRPr sz="1875" b="1">
                <a:solidFill>
                  <a:srgbClr val="54DEEF"/>
                </a:solidFill>
                <a:latin typeface="DejaVu Sans Mono"/>
                <a:ea typeface="DejaVu Sans Mono"/>
                <a:cs typeface="DejaVu Sans Mono"/>
              </a:defRPr>
            </a:lvl8pPr>
            <a:lvl9pPr algn="l">
              <a:defRPr sz="1875" b="1">
                <a:solidFill>
                  <a:srgbClr val="54DEEF"/>
                </a:solidFill>
                <a:latin typeface="DejaVu Sans Mono"/>
                <a:ea typeface="DejaVu Sans Mono"/>
                <a:cs typeface="DejaVu Sans Mono"/>
              </a:defRPr>
            </a:lvl9pPr>
          </a:lstStyle>
          <a:p xmlns:a="http://schemas.openxmlformats.org/drawingml/2006/main">
            <a:pPr algn="l">
              <a:defRPr sz="1875" b="1">
                <a:solidFill>
                  <a:srgbClr val="54DEEF"/>
                </a:solidFill>
                <a:latin typeface="DejaVu Sans Mono"/>
                <a:ea typeface="DejaVu Sans Mono"/>
                <a:cs typeface="DejaVu Sans Mono"/>
              </a:defRPr>
            </a:pPr>
            <a:r>
              <a:rPr sz="1875" b="1">
                <a:solidFill>
                  <a:srgbClr val="54DEEF"/>
                </a:solidFill>
                <a:latin typeface="DejaVu Sans Mono"/>
                <a:ea typeface="DejaVu Sans Mono"/>
                <a:cs typeface="DejaVu Sans Mono"/>
              </a:rPr>
              <a:t>Agenda:</a:t>
            </a:r>
          </a:p>
        </p:txBody>
      </p:sp>
      <p:sp>
        <p:nvSpPr>
          <p:cNvPr id="3" name="agenda-item">
            <a:extLst xmlns:a="http://schemas.openxmlformats.org/drawingml/2006/main">
              <a:ext uri="{FF2B5EF4-FFF2-40B4-BE49-F238E27FC236}">
                <a16:creationId xmlns:a16="http://schemas.microsoft.com/office/drawing/2014/main" id="{0F38A1C8-EC99-42DC-9578-90A0153E420B}"/>
              </a:ext>
            </a:extLst>
          </p:cNvPr>
          <p:cNvSpPr>
            <a:spLocks xmlns:a="http://schemas.openxmlformats.org/drawingml/2006/main" noGrp="1"/>
          </p:cNvSpPr>
          <p:nvPr/>
        </p:nvSpPr>
        <p:spPr>
          <a:xfrm xmlns:a="http://schemas.openxmlformats.org/drawingml/2006/main">
            <a:off x="400050" y="142875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Was ist ein VPN?</a:t>
            </a:r>
          </a:p>
        </p:txBody>
      </p:sp>
      <p:sp>
        <p:nvSpPr>
          <p:cNvPr id="4" name="agenda-item">
            <a:extLst xmlns:a="http://schemas.openxmlformats.org/drawingml/2006/main">
              <a:ext uri="{FF2B5EF4-FFF2-40B4-BE49-F238E27FC236}">
                <a16:creationId xmlns:a16="http://schemas.microsoft.com/office/drawing/2014/main" id="{240B7116-D323-49B1-BA74-81F2643CBEF1}"/>
              </a:ext>
            </a:extLst>
          </p:cNvPr>
          <p:cNvSpPr>
            <a:spLocks xmlns:a="http://schemas.openxmlformats.org/drawingml/2006/main" noGrp="1"/>
          </p:cNvSpPr>
          <p:nvPr/>
        </p:nvSpPr>
        <p:spPr>
          <a:xfrm xmlns:a="http://schemas.openxmlformats.org/drawingml/2006/main">
            <a:off x="400050" y="209550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Aufbau eines VPN</a:t>
            </a:r>
          </a:p>
        </p:txBody>
      </p:sp>
      <p:sp>
        <p:nvSpPr>
          <p:cNvPr id="5" name="agenda-item">
            <a:extLst xmlns:a="http://schemas.openxmlformats.org/drawingml/2006/main">
              <a:ext uri="{FF2B5EF4-FFF2-40B4-BE49-F238E27FC236}">
                <a16:creationId xmlns:a16="http://schemas.microsoft.com/office/drawing/2014/main" id="{2E523AD2-3A92-4460-A2B3-4A48A6950449}"/>
              </a:ext>
            </a:extLst>
          </p:cNvPr>
          <p:cNvSpPr>
            <a:spLocks xmlns:a="http://schemas.openxmlformats.org/drawingml/2006/main" noGrp="1"/>
          </p:cNvSpPr>
          <p:nvPr/>
        </p:nvSpPr>
        <p:spPr>
          <a:xfrm xmlns:a="http://schemas.openxmlformats.org/drawingml/2006/main">
            <a:off x="400050" y="276225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Ausprägungen eines VPN Netzes</a:t>
            </a:r>
          </a:p>
        </p:txBody>
      </p:sp>
      <p:sp>
        <p:nvSpPr>
          <p:cNvPr id="6" name="agenda-item">
            <a:extLst xmlns:a="http://schemas.openxmlformats.org/drawingml/2006/main">
              <a:ext uri="{FF2B5EF4-FFF2-40B4-BE49-F238E27FC236}">
                <a16:creationId xmlns:a16="http://schemas.microsoft.com/office/drawing/2014/main" id="{751D43CA-3118-41AC-AF9E-9DC54FDBC95A}"/>
              </a:ext>
            </a:extLst>
          </p:cNvPr>
          <p:cNvSpPr>
            <a:spLocks xmlns:a="http://schemas.openxmlformats.org/drawingml/2006/main" noGrp="1"/>
          </p:cNvSpPr>
          <p:nvPr/>
        </p:nvSpPr>
        <p:spPr>
          <a:xfrm xmlns:a="http://schemas.openxmlformats.org/drawingml/2006/main">
            <a:off x="400050" y="371475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Tunneling Protokolle</a:t>
            </a:r>
          </a:p>
        </p:txBody>
      </p:sp>
      <p:sp>
        <p:nvSpPr>
          <p:cNvPr id="7" name="agenda-item">
            <a:extLst xmlns:a="http://schemas.openxmlformats.org/drawingml/2006/main">
              <a:ext uri="{FF2B5EF4-FFF2-40B4-BE49-F238E27FC236}">
                <a16:creationId xmlns:a16="http://schemas.microsoft.com/office/drawing/2014/main" id="{7DAE2312-133E-42D0-8578-93E72724DEDE}"/>
              </a:ext>
            </a:extLst>
          </p:cNvPr>
          <p:cNvSpPr>
            <a:spLocks xmlns:a="http://schemas.openxmlformats.org/drawingml/2006/main" noGrp="1"/>
          </p:cNvSpPr>
          <p:nvPr/>
        </p:nvSpPr>
        <p:spPr>
          <a:xfrm xmlns:a="http://schemas.openxmlformats.org/drawingml/2006/main">
            <a:off x="400050" y="4524375"/>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54DEEF"/>
                </a:solidFill>
                <a:latin typeface="DejaVu Sans"/>
                <a:ea typeface="DejaVu Sans"/>
                <a:cs typeface="DejaVu Sans"/>
              </a:defRPr>
            </a:defPPr>
            <a:lvl1pPr algn="l">
              <a:defRPr sz="1575" b="1">
                <a:solidFill>
                  <a:srgbClr val="54DEEF"/>
                </a:solidFill>
                <a:latin typeface="DejaVu Sans"/>
                <a:ea typeface="DejaVu Sans"/>
                <a:cs typeface="DejaVu Sans"/>
              </a:defRPr>
            </a:lvl1pPr>
            <a:lvl2pPr algn="l">
              <a:defRPr sz="1575" b="1">
                <a:solidFill>
                  <a:srgbClr val="54DEEF"/>
                </a:solidFill>
                <a:latin typeface="DejaVu Sans"/>
                <a:ea typeface="DejaVu Sans"/>
                <a:cs typeface="DejaVu Sans"/>
              </a:defRPr>
            </a:lvl2pPr>
            <a:lvl3pPr algn="l">
              <a:defRPr sz="1575" b="1">
                <a:solidFill>
                  <a:srgbClr val="54DEEF"/>
                </a:solidFill>
                <a:latin typeface="DejaVu Sans"/>
                <a:ea typeface="DejaVu Sans"/>
                <a:cs typeface="DejaVu Sans"/>
              </a:defRPr>
            </a:lvl3pPr>
            <a:lvl4pPr algn="l">
              <a:defRPr sz="1575" b="1">
                <a:solidFill>
                  <a:srgbClr val="54DEEF"/>
                </a:solidFill>
                <a:latin typeface="DejaVu Sans"/>
                <a:ea typeface="DejaVu Sans"/>
                <a:cs typeface="DejaVu Sans"/>
              </a:defRPr>
            </a:lvl4pPr>
            <a:lvl5pPr algn="l">
              <a:defRPr sz="1575" b="1">
                <a:solidFill>
                  <a:srgbClr val="54DEEF"/>
                </a:solidFill>
                <a:latin typeface="DejaVu Sans"/>
                <a:ea typeface="DejaVu Sans"/>
                <a:cs typeface="DejaVu Sans"/>
              </a:defRPr>
            </a:lvl5pPr>
            <a:lvl6pPr algn="l">
              <a:defRPr sz="1575" b="1">
                <a:solidFill>
                  <a:srgbClr val="54DEEF"/>
                </a:solidFill>
                <a:latin typeface="DejaVu Sans"/>
                <a:ea typeface="DejaVu Sans"/>
                <a:cs typeface="DejaVu Sans"/>
              </a:defRPr>
            </a:lvl6pPr>
            <a:lvl7pPr algn="l">
              <a:defRPr sz="1575" b="1">
                <a:solidFill>
                  <a:srgbClr val="54DEEF"/>
                </a:solidFill>
                <a:latin typeface="DejaVu Sans"/>
                <a:ea typeface="DejaVu Sans"/>
                <a:cs typeface="DejaVu Sans"/>
              </a:defRPr>
            </a:lvl7pPr>
            <a:lvl8pPr algn="l">
              <a:defRPr sz="1575" b="1">
                <a:solidFill>
                  <a:srgbClr val="54DEEF"/>
                </a:solidFill>
                <a:latin typeface="DejaVu Sans"/>
                <a:ea typeface="DejaVu Sans"/>
                <a:cs typeface="DejaVu Sans"/>
              </a:defRPr>
            </a:lvl8pPr>
            <a:lvl9pPr algn="l">
              <a:defRPr sz="1575" b="1">
                <a:solidFill>
                  <a:srgbClr val="54DEEF"/>
                </a:solidFill>
                <a:latin typeface="DejaVu Sans"/>
                <a:ea typeface="DejaVu Sans"/>
                <a:cs typeface="DejaVu Sans"/>
              </a:defRPr>
            </a:lvl9pPr>
          </a:lstStyle>
          <a:p xmlns:a="http://schemas.openxmlformats.org/drawingml/2006/main">
            <a:pPr algn="l">
              <a:defRPr sz="1575" b="1">
                <a:solidFill>
                  <a:srgbClr val="54DEEF"/>
                </a:solidFill>
                <a:latin typeface="DejaVu Sans"/>
                <a:ea typeface="DejaVu Sans"/>
                <a:cs typeface="DejaVu Sans"/>
              </a:defRPr>
            </a:pPr>
            <a:r>
              <a:rPr sz="1575" b="1">
                <a:solidFill>
                  <a:srgbClr val="54DEEF"/>
                </a:solidFill>
                <a:latin typeface="DejaVu Sans"/>
                <a:ea typeface="DejaVu Sans"/>
                <a:cs typeface="DejaVu Sans"/>
              </a:rPr>
              <a:t>IPSec</a:t>
            </a:r>
          </a:p>
        </p:txBody>
      </p:sp>
      <p:sp>
        <p:nvSpPr>
          <p:cNvPr id="8" name="agenda-item">
            <a:extLst xmlns:a="http://schemas.openxmlformats.org/drawingml/2006/main">
              <a:ext uri="{FF2B5EF4-FFF2-40B4-BE49-F238E27FC236}">
                <a16:creationId xmlns:a16="http://schemas.microsoft.com/office/drawing/2014/main" id="{0328FE28-FDD6-4293-97EB-2F2772EBA645}"/>
              </a:ext>
            </a:extLst>
          </p:cNvPr>
          <p:cNvSpPr>
            <a:spLocks xmlns:a="http://schemas.openxmlformats.org/drawingml/2006/main" noGrp="1"/>
          </p:cNvSpPr>
          <p:nvPr/>
        </p:nvSpPr>
        <p:spPr>
          <a:xfrm xmlns:a="http://schemas.openxmlformats.org/drawingml/2006/main">
            <a:off x="400050" y="5191125"/>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VPN in Verbindung mit einer Firewall</a:t>
            </a:r>
          </a:p>
        </p:txBody>
      </p:sp>
      <p:sp>
        <p:nvSpPr>
          <p:cNvPr id="9" name="agenda-item">
            <a:extLst xmlns:a="http://schemas.openxmlformats.org/drawingml/2006/main">
              <a:ext uri="{FF2B5EF4-FFF2-40B4-BE49-F238E27FC236}">
                <a16:creationId xmlns:a16="http://schemas.microsoft.com/office/drawing/2014/main" id="{8AF9E3D5-4905-482C-A8CA-8E55AA69EB3C}"/>
              </a:ext>
            </a:extLst>
          </p:cNvPr>
          <p:cNvSpPr>
            <a:spLocks xmlns:a="http://schemas.openxmlformats.org/drawingml/2006/main" noGrp="1"/>
          </p:cNvSpPr>
          <p:nvPr/>
        </p:nvSpPr>
        <p:spPr>
          <a:xfrm xmlns:a="http://schemas.openxmlformats.org/drawingml/2006/main">
            <a:off x="400050" y="6334125"/>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Fazit</a:t>
            </a:r>
          </a:p>
        </p:txBody>
      </p:sp>
      <p:sp>
        <p:nvSpPr>
          <p:cNvPr id="10" name="title">
            <a:extLst xmlns:a="http://schemas.openxmlformats.org/drawingml/2006/main">
              <a:ext uri="{FF2B5EF4-FFF2-40B4-BE49-F238E27FC236}">
                <a16:creationId xmlns:a16="http://schemas.microsoft.com/office/drawing/2014/main" id="{834981E2-B1D6-4852-A4AA-DAD8975E8331}"/>
              </a:ext>
            </a:extLst>
          </p:cNvPr>
          <p:cNvSpPr>
            <a:spLocks xmlns:a="http://schemas.openxmlformats.org/drawingml/2006/main" noGrp="1"/>
          </p:cNvSpPr>
          <p:nvPr/>
        </p:nvSpPr>
        <p:spPr>
          <a:xfrm xmlns:a="http://schemas.openxmlformats.org/drawingml/2006/main">
            <a:off x="3619500" y="590550"/>
            <a:ext cx="1085850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525" b="1">
                <a:solidFill>
                  <a:srgbClr val="F1F7FC"/>
                </a:solidFill>
                <a:latin typeface="DejaVu Sans"/>
                <a:ea typeface="DejaVu Sans"/>
                <a:cs typeface="DejaVu Sans"/>
              </a:defRPr>
            </a:defPPr>
            <a:lvl1pPr algn="l">
              <a:defRPr sz="3525" b="1">
                <a:solidFill>
                  <a:srgbClr val="F1F7FC"/>
                </a:solidFill>
                <a:latin typeface="DejaVu Sans"/>
                <a:ea typeface="DejaVu Sans"/>
                <a:cs typeface="DejaVu Sans"/>
              </a:defRPr>
            </a:lvl1pPr>
            <a:lvl2pPr algn="l">
              <a:defRPr sz="3525" b="1">
                <a:solidFill>
                  <a:srgbClr val="F1F7FC"/>
                </a:solidFill>
                <a:latin typeface="DejaVu Sans"/>
                <a:ea typeface="DejaVu Sans"/>
                <a:cs typeface="DejaVu Sans"/>
              </a:defRPr>
            </a:lvl2pPr>
            <a:lvl3pPr algn="l">
              <a:defRPr sz="3525" b="1">
                <a:solidFill>
                  <a:srgbClr val="F1F7FC"/>
                </a:solidFill>
                <a:latin typeface="DejaVu Sans"/>
                <a:ea typeface="DejaVu Sans"/>
                <a:cs typeface="DejaVu Sans"/>
              </a:defRPr>
            </a:lvl3pPr>
            <a:lvl4pPr algn="l">
              <a:defRPr sz="3525" b="1">
                <a:solidFill>
                  <a:srgbClr val="F1F7FC"/>
                </a:solidFill>
                <a:latin typeface="DejaVu Sans"/>
                <a:ea typeface="DejaVu Sans"/>
                <a:cs typeface="DejaVu Sans"/>
              </a:defRPr>
            </a:lvl4pPr>
            <a:lvl5pPr algn="l">
              <a:defRPr sz="3525" b="1">
                <a:solidFill>
                  <a:srgbClr val="F1F7FC"/>
                </a:solidFill>
                <a:latin typeface="DejaVu Sans"/>
                <a:ea typeface="DejaVu Sans"/>
                <a:cs typeface="DejaVu Sans"/>
              </a:defRPr>
            </a:lvl5pPr>
            <a:lvl6pPr algn="l">
              <a:defRPr sz="3525" b="1">
                <a:solidFill>
                  <a:srgbClr val="F1F7FC"/>
                </a:solidFill>
                <a:latin typeface="DejaVu Sans"/>
                <a:ea typeface="DejaVu Sans"/>
                <a:cs typeface="DejaVu Sans"/>
              </a:defRPr>
            </a:lvl6pPr>
            <a:lvl7pPr algn="l">
              <a:defRPr sz="3525" b="1">
                <a:solidFill>
                  <a:srgbClr val="F1F7FC"/>
                </a:solidFill>
                <a:latin typeface="DejaVu Sans"/>
                <a:ea typeface="DejaVu Sans"/>
                <a:cs typeface="DejaVu Sans"/>
              </a:defRPr>
            </a:lvl7pPr>
            <a:lvl8pPr algn="l">
              <a:defRPr sz="3525" b="1">
                <a:solidFill>
                  <a:srgbClr val="F1F7FC"/>
                </a:solidFill>
                <a:latin typeface="DejaVu Sans"/>
                <a:ea typeface="DejaVu Sans"/>
                <a:cs typeface="DejaVu Sans"/>
              </a:defRPr>
            </a:lvl8pPr>
            <a:lvl9pPr algn="l">
              <a:defRPr sz="3525" b="1">
                <a:solidFill>
                  <a:srgbClr val="F1F7FC"/>
                </a:solidFill>
                <a:latin typeface="DejaVu Sans"/>
                <a:ea typeface="DejaVu Sans"/>
                <a:cs typeface="DejaVu Sans"/>
              </a:defRPr>
            </a:lvl9pPr>
          </a:lstStyle>
          <a:p xmlns:a="http://schemas.openxmlformats.org/drawingml/2006/main">
            <a:pPr algn="l">
              <a:defRPr sz="3525" b="1">
                <a:solidFill>
                  <a:srgbClr val="F1F7FC"/>
                </a:solidFill>
                <a:latin typeface="DejaVu Sans"/>
                <a:ea typeface="DejaVu Sans"/>
                <a:cs typeface="DejaVu Sans"/>
              </a:defRPr>
            </a:pPr>
            <a:r>
              <a:rPr sz="3525" b="1">
                <a:solidFill>
                  <a:srgbClr val="F1F7FC"/>
                </a:solidFill>
                <a:latin typeface="DejaVu Sans"/>
                <a:ea typeface="DejaVu Sans"/>
                <a:cs typeface="DejaVu Sans"/>
              </a:rPr>
              <a:t>IPSec</a:t>
            </a:r>
          </a:p>
        </p:txBody>
      </p:sp>
      <p:sp>
        <p:nvSpPr>
          <p:cNvPr id="11" name="page-number">
            <a:extLst xmlns:a="http://schemas.openxmlformats.org/drawingml/2006/main">
              <a:ext uri="{FF2B5EF4-FFF2-40B4-BE49-F238E27FC236}">
                <a16:creationId xmlns:a16="http://schemas.microsoft.com/office/drawing/2014/main" id="{B787F7C4-F312-413E-A57B-AE0C2F7DEC90}"/>
              </a:ext>
            </a:extLst>
          </p:cNvPr>
          <p:cNvSpPr>
            <a:spLocks xmlns:a="http://schemas.openxmlformats.org/drawingml/2006/main" noGrp="1"/>
          </p:cNvSpPr>
          <p:nvPr/>
        </p:nvSpPr>
        <p:spPr>
          <a:xfrm xmlns:a="http://schemas.openxmlformats.org/drawingml/2006/main">
            <a:off x="13477875" y="8020050"/>
            <a:ext cx="1285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AABFD1"/>
                </a:solidFill>
                <a:latin typeface="DejaVu Sans Mono"/>
                <a:ea typeface="DejaVu Sans Mono"/>
                <a:cs typeface="DejaVu Sans Mono"/>
              </a:defRPr>
            </a:defPPr>
            <a:lvl1pPr algn="r">
              <a:defRPr sz="1350" b="0">
                <a:solidFill>
                  <a:srgbClr val="AABFD1"/>
                </a:solidFill>
                <a:latin typeface="DejaVu Sans Mono"/>
                <a:ea typeface="DejaVu Sans Mono"/>
                <a:cs typeface="DejaVu Sans Mono"/>
              </a:defRPr>
            </a:lvl1pPr>
            <a:lvl2pPr algn="r">
              <a:defRPr sz="1350" b="0">
                <a:solidFill>
                  <a:srgbClr val="AABFD1"/>
                </a:solidFill>
                <a:latin typeface="DejaVu Sans Mono"/>
                <a:ea typeface="DejaVu Sans Mono"/>
                <a:cs typeface="DejaVu Sans Mono"/>
              </a:defRPr>
            </a:lvl2pPr>
            <a:lvl3pPr algn="r">
              <a:defRPr sz="1350" b="0">
                <a:solidFill>
                  <a:srgbClr val="AABFD1"/>
                </a:solidFill>
                <a:latin typeface="DejaVu Sans Mono"/>
                <a:ea typeface="DejaVu Sans Mono"/>
                <a:cs typeface="DejaVu Sans Mono"/>
              </a:defRPr>
            </a:lvl3pPr>
            <a:lvl4pPr algn="r">
              <a:defRPr sz="1350" b="0">
                <a:solidFill>
                  <a:srgbClr val="AABFD1"/>
                </a:solidFill>
                <a:latin typeface="DejaVu Sans Mono"/>
                <a:ea typeface="DejaVu Sans Mono"/>
                <a:cs typeface="DejaVu Sans Mono"/>
              </a:defRPr>
            </a:lvl4pPr>
            <a:lvl5pPr algn="r">
              <a:defRPr sz="1350" b="0">
                <a:solidFill>
                  <a:srgbClr val="AABFD1"/>
                </a:solidFill>
                <a:latin typeface="DejaVu Sans Mono"/>
                <a:ea typeface="DejaVu Sans Mono"/>
                <a:cs typeface="DejaVu Sans Mono"/>
              </a:defRPr>
            </a:lvl5pPr>
            <a:lvl6pPr algn="r">
              <a:defRPr sz="1350" b="0">
                <a:solidFill>
                  <a:srgbClr val="AABFD1"/>
                </a:solidFill>
                <a:latin typeface="DejaVu Sans Mono"/>
                <a:ea typeface="DejaVu Sans Mono"/>
                <a:cs typeface="DejaVu Sans Mono"/>
              </a:defRPr>
            </a:lvl6pPr>
            <a:lvl7pPr algn="r">
              <a:defRPr sz="1350" b="0">
                <a:solidFill>
                  <a:srgbClr val="AABFD1"/>
                </a:solidFill>
                <a:latin typeface="DejaVu Sans Mono"/>
                <a:ea typeface="DejaVu Sans Mono"/>
                <a:cs typeface="DejaVu Sans Mono"/>
              </a:defRPr>
            </a:lvl7pPr>
            <a:lvl8pPr algn="r">
              <a:defRPr sz="1350" b="0">
                <a:solidFill>
                  <a:srgbClr val="AABFD1"/>
                </a:solidFill>
                <a:latin typeface="DejaVu Sans Mono"/>
                <a:ea typeface="DejaVu Sans Mono"/>
                <a:cs typeface="DejaVu Sans Mono"/>
              </a:defRPr>
            </a:lvl8pPr>
            <a:lvl9pPr algn="r">
              <a:defRPr sz="1350" b="0">
                <a:solidFill>
                  <a:srgbClr val="AABFD1"/>
                </a:solidFill>
                <a:latin typeface="DejaVu Sans Mono"/>
                <a:ea typeface="DejaVu Sans Mono"/>
                <a:cs typeface="DejaVu Sans Mono"/>
              </a:defRPr>
            </a:lvl9pPr>
          </a:lstStyle>
          <a:p xmlns:a="http://schemas.openxmlformats.org/drawingml/2006/main">
            <a:pPr algn="r">
              <a:defRPr sz="1350" b="0">
                <a:solidFill>
                  <a:srgbClr val="AABFD1"/>
                </a:solidFill>
                <a:latin typeface="DejaVu Sans Mono"/>
                <a:ea typeface="DejaVu Sans Mono"/>
                <a:cs typeface="DejaVu Sans Mono"/>
              </a:defRPr>
            </a:pPr>
            <a:r>
              <a:rPr sz="1350" b="0">
                <a:solidFill>
                  <a:srgbClr val="AABFD1"/>
                </a:solidFill>
                <a:latin typeface="DejaVu Sans Mono"/>
                <a:ea typeface="DejaVu Sans Mono"/>
                <a:cs typeface="DejaVu Sans Mono"/>
              </a:rPr>
              <a:t>26 / 33</a:t>
            </a:r>
          </a:p>
        </p:txBody>
      </p:sp>
      <p:sp>
        <p:nvSpPr>
          <p:cNvPr id="12" name="subheading">
            <a:extLst xmlns:a="http://schemas.openxmlformats.org/drawingml/2006/main">
              <a:ext uri="{FF2B5EF4-FFF2-40B4-BE49-F238E27FC236}">
                <a16:creationId xmlns:a16="http://schemas.microsoft.com/office/drawing/2014/main" id="{3DCB8F3D-E265-4FCD-967D-8623F5FD8190}"/>
              </a:ext>
            </a:extLst>
          </p:cNvPr>
          <p:cNvSpPr>
            <a:spLocks xmlns:a="http://schemas.openxmlformats.org/drawingml/2006/main" noGrp="1"/>
          </p:cNvSpPr>
          <p:nvPr/>
        </p:nvSpPr>
        <p:spPr>
          <a:xfrm xmlns:a="http://schemas.openxmlformats.org/drawingml/2006/main">
            <a:off x="3619500" y="2047875"/>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54DEEF"/>
                </a:solidFill>
                <a:latin typeface="DejaVu Sans"/>
                <a:ea typeface="DejaVu Sans"/>
                <a:cs typeface="DejaVu Sans"/>
              </a:defRPr>
            </a:defPPr>
            <a:lvl1pPr algn="l">
              <a:defRPr sz="2550" b="1">
                <a:solidFill>
                  <a:srgbClr val="54DEEF"/>
                </a:solidFill>
                <a:latin typeface="DejaVu Sans"/>
                <a:ea typeface="DejaVu Sans"/>
                <a:cs typeface="DejaVu Sans"/>
              </a:defRPr>
            </a:lvl1pPr>
            <a:lvl2pPr algn="l">
              <a:defRPr sz="2550" b="1">
                <a:solidFill>
                  <a:srgbClr val="54DEEF"/>
                </a:solidFill>
                <a:latin typeface="DejaVu Sans"/>
                <a:ea typeface="DejaVu Sans"/>
                <a:cs typeface="DejaVu Sans"/>
              </a:defRPr>
            </a:lvl2pPr>
            <a:lvl3pPr algn="l">
              <a:defRPr sz="2550" b="1">
                <a:solidFill>
                  <a:srgbClr val="54DEEF"/>
                </a:solidFill>
                <a:latin typeface="DejaVu Sans"/>
                <a:ea typeface="DejaVu Sans"/>
                <a:cs typeface="DejaVu Sans"/>
              </a:defRPr>
            </a:lvl3pPr>
            <a:lvl4pPr algn="l">
              <a:defRPr sz="2550" b="1">
                <a:solidFill>
                  <a:srgbClr val="54DEEF"/>
                </a:solidFill>
                <a:latin typeface="DejaVu Sans"/>
                <a:ea typeface="DejaVu Sans"/>
                <a:cs typeface="DejaVu Sans"/>
              </a:defRPr>
            </a:lvl4pPr>
            <a:lvl5pPr algn="l">
              <a:defRPr sz="2550" b="1">
                <a:solidFill>
                  <a:srgbClr val="54DEEF"/>
                </a:solidFill>
                <a:latin typeface="DejaVu Sans"/>
                <a:ea typeface="DejaVu Sans"/>
                <a:cs typeface="DejaVu Sans"/>
              </a:defRPr>
            </a:lvl5pPr>
            <a:lvl6pPr algn="l">
              <a:defRPr sz="2550" b="1">
                <a:solidFill>
                  <a:srgbClr val="54DEEF"/>
                </a:solidFill>
                <a:latin typeface="DejaVu Sans"/>
                <a:ea typeface="DejaVu Sans"/>
                <a:cs typeface="DejaVu Sans"/>
              </a:defRPr>
            </a:lvl6pPr>
            <a:lvl7pPr algn="l">
              <a:defRPr sz="2550" b="1">
                <a:solidFill>
                  <a:srgbClr val="54DEEF"/>
                </a:solidFill>
                <a:latin typeface="DejaVu Sans"/>
                <a:ea typeface="DejaVu Sans"/>
                <a:cs typeface="DejaVu Sans"/>
              </a:defRPr>
            </a:lvl7pPr>
            <a:lvl8pPr algn="l">
              <a:defRPr sz="2550" b="1">
                <a:solidFill>
                  <a:srgbClr val="54DEEF"/>
                </a:solidFill>
                <a:latin typeface="DejaVu Sans"/>
                <a:ea typeface="DejaVu Sans"/>
                <a:cs typeface="DejaVu Sans"/>
              </a:defRPr>
            </a:lvl8pPr>
            <a:lvl9pPr algn="l">
              <a:defRPr sz="2550" b="1">
                <a:solidFill>
                  <a:srgbClr val="54DEEF"/>
                </a:solidFill>
                <a:latin typeface="DejaVu Sans"/>
                <a:ea typeface="DejaVu Sans"/>
                <a:cs typeface="DejaVu Sans"/>
              </a:defRPr>
            </a:lvl9pPr>
          </a:lstStyle>
          <a:p xmlns:a="http://schemas.openxmlformats.org/drawingml/2006/main">
            <a:pPr algn="l">
              <a:defRPr sz="2550" b="1">
                <a:solidFill>
                  <a:srgbClr val="54DEEF"/>
                </a:solidFill>
                <a:latin typeface="DejaVu Sans"/>
                <a:ea typeface="DejaVu Sans"/>
                <a:cs typeface="DejaVu Sans"/>
              </a:defRPr>
            </a:pPr>
            <a:r>
              <a:rPr sz="2550" b="1">
                <a:solidFill>
                  <a:srgbClr val="54DEEF"/>
                </a:solidFill>
                <a:latin typeface="DejaVu Sans"/>
                <a:ea typeface="DejaVu Sans"/>
                <a:cs typeface="DejaVu Sans"/>
              </a:rPr>
              <a:t>Transportmodus</a:t>
            </a:r>
          </a:p>
        </p:txBody>
      </p:sp>
      <p:pic>
        <p:nvPicPr>
          <p:cNvPr id="13" name="">
            <a:extLst xmlns:a="http://schemas.openxmlformats.org/drawingml/2006/main">
              <a:ext uri="{FF2B5EF4-FFF2-40B4-BE49-F238E27FC236}">
                <a16:creationId xmlns:a16="http://schemas.microsoft.com/office/drawing/2014/main" id="{7A7076F6-FDF7-4640-AE9A-4D80C2741C55}"/>
              </a:ext>
            </a:extLst>
          </p:cNvPr>
          <p:cNvPicPr>
            <a:picLocks xmlns:a="http://schemas.openxmlformats.org/drawingml/2006/main" noChangeAspect="1"/>
          </p:cNvPicPr>
          <p:nvPr/>
        </p:nvPicPr>
        <p:blipFill>
          <a:blip xmlns:r="http://schemas.openxmlformats.org/officeDocument/2006/relationships" xmlns:a="http://schemas.openxmlformats.org/drawingml/2006/main" r:embed="R34b26aeb54b84805"/>
          <a:stretch xmlns:a="http://schemas.openxmlformats.org/drawingml/2006/main"/>
        </p:blipFill>
        <p:spPr>
          <a:xfrm xmlns:a="http://schemas.openxmlformats.org/drawingml/2006/main">
            <a:off x="3619500" y="3097738"/>
            <a:ext cx="10858500" cy="1348324"/>
          </a:xfrm>
          <a:prstGeom xmlns:a="http://schemas.openxmlformats.org/drawingml/2006/main" prst="rect">
            <a:avLst/>
          </a:prstGeom>
        </p:spPr>
      </p:pic>
      <p:sp>
        <p:nvSpPr>
          <p:cNvPr id="14" name="diagram-label">
            <a:extLst xmlns:a="http://schemas.openxmlformats.org/drawingml/2006/main">
              <a:ext uri="{FF2B5EF4-FFF2-40B4-BE49-F238E27FC236}">
                <a16:creationId xmlns:a16="http://schemas.microsoft.com/office/drawing/2014/main" id="{B8DBFFA2-4568-412E-BA98-6341EC6C1CF0}"/>
              </a:ext>
            </a:extLst>
          </p:cNvPr>
          <p:cNvSpPr>
            <a:spLocks xmlns:a="http://schemas.openxmlformats.org/drawingml/2006/main" noGrp="1"/>
          </p:cNvSpPr>
          <p:nvPr/>
        </p:nvSpPr>
        <p:spPr>
          <a:xfrm xmlns:a="http://schemas.openxmlformats.org/drawingml/2006/main">
            <a:off x="3619500" y="4619625"/>
            <a:ext cx="10858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100" b="1">
                <a:solidFill>
                  <a:srgbClr val="E0EAF4"/>
                </a:solidFill>
                <a:latin typeface="DejaVu Sans"/>
                <a:ea typeface="DejaVu Sans"/>
                <a:cs typeface="DejaVu Sans"/>
              </a:defRPr>
            </a:defPPr>
            <a:lvl1pPr algn="ctr">
              <a:defRPr sz="2100" b="1">
                <a:solidFill>
                  <a:srgbClr val="E0EAF4"/>
                </a:solidFill>
                <a:latin typeface="DejaVu Sans"/>
                <a:ea typeface="DejaVu Sans"/>
                <a:cs typeface="DejaVu Sans"/>
              </a:defRPr>
            </a:lvl1pPr>
            <a:lvl2pPr algn="ctr">
              <a:defRPr sz="2100" b="1">
                <a:solidFill>
                  <a:srgbClr val="E0EAF4"/>
                </a:solidFill>
                <a:latin typeface="DejaVu Sans"/>
                <a:ea typeface="DejaVu Sans"/>
                <a:cs typeface="DejaVu Sans"/>
              </a:defRPr>
            </a:lvl2pPr>
            <a:lvl3pPr algn="ctr">
              <a:defRPr sz="2100" b="1">
                <a:solidFill>
                  <a:srgbClr val="E0EAF4"/>
                </a:solidFill>
                <a:latin typeface="DejaVu Sans"/>
                <a:ea typeface="DejaVu Sans"/>
                <a:cs typeface="DejaVu Sans"/>
              </a:defRPr>
            </a:lvl3pPr>
            <a:lvl4pPr algn="ctr">
              <a:defRPr sz="2100" b="1">
                <a:solidFill>
                  <a:srgbClr val="E0EAF4"/>
                </a:solidFill>
                <a:latin typeface="DejaVu Sans"/>
                <a:ea typeface="DejaVu Sans"/>
                <a:cs typeface="DejaVu Sans"/>
              </a:defRPr>
            </a:lvl4pPr>
            <a:lvl5pPr algn="ctr">
              <a:defRPr sz="2100" b="1">
                <a:solidFill>
                  <a:srgbClr val="E0EAF4"/>
                </a:solidFill>
                <a:latin typeface="DejaVu Sans"/>
                <a:ea typeface="DejaVu Sans"/>
                <a:cs typeface="DejaVu Sans"/>
              </a:defRPr>
            </a:lvl5pPr>
            <a:lvl6pPr algn="ctr">
              <a:defRPr sz="2100" b="1">
                <a:solidFill>
                  <a:srgbClr val="E0EAF4"/>
                </a:solidFill>
                <a:latin typeface="DejaVu Sans"/>
                <a:ea typeface="DejaVu Sans"/>
                <a:cs typeface="DejaVu Sans"/>
              </a:defRPr>
            </a:lvl6pPr>
            <a:lvl7pPr algn="ctr">
              <a:defRPr sz="2100" b="1">
                <a:solidFill>
                  <a:srgbClr val="E0EAF4"/>
                </a:solidFill>
                <a:latin typeface="DejaVu Sans"/>
                <a:ea typeface="DejaVu Sans"/>
                <a:cs typeface="DejaVu Sans"/>
              </a:defRPr>
            </a:lvl7pPr>
            <a:lvl8pPr algn="ctr">
              <a:defRPr sz="2100" b="1">
                <a:solidFill>
                  <a:srgbClr val="E0EAF4"/>
                </a:solidFill>
                <a:latin typeface="DejaVu Sans"/>
                <a:ea typeface="DejaVu Sans"/>
                <a:cs typeface="DejaVu Sans"/>
              </a:defRPr>
            </a:lvl8pPr>
            <a:lvl9pPr algn="ctr">
              <a:defRPr sz="2100" b="1">
                <a:solidFill>
                  <a:srgbClr val="E0EAF4"/>
                </a:solidFill>
                <a:latin typeface="DejaVu Sans"/>
                <a:ea typeface="DejaVu Sans"/>
                <a:cs typeface="DejaVu Sans"/>
              </a:defRPr>
            </a:lvl9pPr>
          </a:lstStyle>
          <a:p xmlns:a="http://schemas.openxmlformats.org/drawingml/2006/main">
            <a:pPr algn="ctr">
              <a:defRPr sz="2100" b="1">
                <a:solidFill>
                  <a:srgbClr val="E0EAF4"/>
                </a:solidFill>
                <a:latin typeface="DejaVu Sans"/>
                <a:ea typeface="DejaVu Sans"/>
                <a:cs typeface="DejaVu Sans"/>
              </a:defRPr>
            </a:pPr>
            <a:r>
              <a:rPr sz="2100" b="1">
                <a:solidFill>
                  <a:srgbClr val="E0EAF4"/>
                </a:solidFill>
                <a:latin typeface="DejaVu Sans"/>
                <a:ea typeface="DejaVu Sans"/>
                <a:cs typeface="DejaVu Sans"/>
              </a:rPr>
              <a:t>AH-Paket</a:t>
            </a:r>
          </a:p>
        </p:txBody>
      </p:sp>
      <p:pic>
        <p:nvPicPr>
          <p:cNvPr id="15" name="">
            <a:extLst xmlns:a="http://schemas.openxmlformats.org/drawingml/2006/main">
              <a:ext uri="{FF2B5EF4-FFF2-40B4-BE49-F238E27FC236}">
                <a16:creationId xmlns:a16="http://schemas.microsoft.com/office/drawing/2014/main" id="{842456D8-9D6C-4602-8408-4C06F2C7C067}"/>
              </a:ext>
            </a:extLst>
          </p:cNvPr>
          <p:cNvPicPr>
            <a:picLocks xmlns:a="http://schemas.openxmlformats.org/drawingml/2006/main" noChangeAspect="1"/>
          </p:cNvPicPr>
          <p:nvPr/>
        </p:nvPicPr>
        <p:blipFill>
          <a:blip xmlns:r="http://schemas.openxmlformats.org/officeDocument/2006/relationships" xmlns:a="http://schemas.openxmlformats.org/drawingml/2006/main" r:embed="R168edda0d51b469c"/>
          <a:stretch xmlns:a="http://schemas.openxmlformats.org/drawingml/2006/main"/>
        </p:blipFill>
        <p:spPr>
          <a:xfrm xmlns:a="http://schemas.openxmlformats.org/drawingml/2006/main">
            <a:off x="3619500" y="5717113"/>
            <a:ext cx="10858500" cy="1348324"/>
          </a:xfrm>
          <a:prstGeom xmlns:a="http://schemas.openxmlformats.org/drawingml/2006/main" prst="rect">
            <a:avLst/>
          </a:prstGeom>
        </p:spPr>
      </p:pic>
      <p:sp>
        <p:nvSpPr>
          <p:cNvPr id="16" name="diagram-label">
            <a:extLst xmlns:a="http://schemas.openxmlformats.org/drawingml/2006/main">
              <a:ext uri="{FF2B5EF4-FFF2-40B4-BE49-F238E27FC236}">
                <a16:creationId xmlns:a16="http://schemas.microsoft.com/office/drawing/2014/main" id="{5E24FC08-7C79-4E0F-B8D5-DA18606C1C83}"/>
              </a:ext>
            </a:extLst>
          </p:cNvPr>
          <p:cNvSpPr>
            <a:spLocks xmlns:a="http://schemas.openxmlformats.org/drawingml/2006/main" noGrp="1"/>
          </p:cNvSpPr>
          <p:nvPr/>
        </p:nvSpPr>
        <p:spPr>
          <a:xfrm xmlns:a="http://schemas.openxmlformats.org/drawingml/2006/main">
            <a:off x="3619500" y="7239000"/>
            <a:ext cx="10858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100" b="1">
                <a:solidFill>
                  <a:srgbClr val="E0EAF4"/>
                </a:solidFill>
                <a:latin typeface="DejaVu Sans"/>
                <a:ea typeface="DejaVu Sans"/>
                <a:cs typeface="DejaVu Sans"/>
              </a:defRPr>
            </a:defPPr>
            <a:lvl1pPr algn="ctr">
              <a:defRPr sz="2100" b="1">
                <a:solidFill>
                  <a:srgbClr val="E0EAF4"/>
                </a:solidFill>
                <a:latin typeface="DejaVu Sans"/>
                <a:ea typeface="DejaVu Sans"/>
                <a:cs typeface="DejaVu Sans"/>
              </a:defRPr>
            </a:lvl1pPr>
            <a:lvl2pPr algn="ctr">
              <a:defRPr sz="2100" b="1">
                <a:solidFill>
                  <a:srgbClr val="E0EAF4"/>
                </a:solidFill>
                <a:latin typeface="DejaVu Sans"/>
                <a:ea typeface="DejaVu Sans"/>
                <a:cs typeface="DejaVu Sans"/>
              </a:defRPr>
            </a:lvl2pPr>
            <a:lvl3pPr algn="ctr">
              <a:defRPr sz="2100" b="1">
                <a:solidFill>
                  <a:srgbClr val="E0EAF4"/>
                </a:solidFill>
                <a:latin typeface="DejaVu Sans"/>
                <a:ea typeface="DejaVu Sans"/>
                <a:cs typeface="DejaVu Sans"/>
              </a:defRPr>
            </a:lvl3pPr>
            <a:lvl4pPr algn="ctr">
              <a:defRPr sz="2100" b="1">
                <a:solidFill>
                  <a:srgbClr val="E0EAF4"/>
                </a:solidFill>
                <a:latin typeface="DejaVu Sans"/>
                <a:ea typeface="DejaVu Sans"/>
                <a:cs typeface="DejaVu Sans"/>
              </a:defRPr>
            </a:lvl4pPr>
            <a:lvl5pPr algn="ctr">
              <a:defRPr sz="2100" b="1">
                <a:solidFill>
                  <a:srgbClr val="E0EAF4"/>
                </a:solidFill>
                <a:latin typeface="DejaVu Sans"/>
                <a:ea typeface="DejaVu Sans"/>
                <a:cs typeface="DejaVu Sans"/>
              </a:defRPr>
            </a:lvl5pPr>
            <a:lvl6pPr algn="ctr">
              <a:defRPr sz="2100" b="1">
                <a:solidFill>
                  <a:srgbClr val="E0EAF4"/>
                </a:solidFill>
                <a:latin typeface="DejaVu Sans"/>
                <a:ea typeface="DejaVu Sans"/>
                <a:cs typeface="DejaVu Sans"/>
              </a:defRPr>
            </a:lvl6pPr>
            <a:lvl7pPr algn="ctr">
              <a:defRPr sz="2100" b="1">
                <a:solidFill>
                  <a:srgbClr val="E0EAF4"/>
                </a:solidFill>
                <a:latin typeface="DejaVu Sans"/>
                <a:ea typeface="DejaVu Sans"/>
                <a:cs typeface="DejaVu Sans"/>
              </a:defRPr>
            </a:lvl7pPr>
            <a:lvl8pPr algn="ctr">
              <a:defRPr sz="2100" b="1">
                <a:solidFill>
                  <a:srgbClr val="E0EAF4"/>
                </a:solidFill>
                <a:latin typeface="DejaVu Sans"/>
                <a:ea typeface="DejaVu Sans"/>
                <a:cs typeface="DejaVu Sans"/>
              </a:defRPr>
            </a:lvl8pPr>
            <a:lvl9pPr algn="ctr">
              <a:defRPr sz="2100" b="1">
                <a:solidFill>
                  <a:srgbClr val="E0EAF4"/>
                </a:solidFill>
                <a:latin typeface="DejaVu Sans"/>
                <a:ea typeface="DejaVu Sans"/>
                <a:cs typeface="DejaVu Sans"/>
              </a:defRPr>
            </a:lvl9pPr>
          </a:lstStyle>
          <a:p xmlns:a="http://schemas.openxmlformats.org/drawingml/2006/main">
            <a:pPr algn="ctr">
              <a:defRPr sz="2100" b="1">
                <a:solidFill>
                  <a:srgbClr val="E0EAF4"/>
                </a:solidFill>
                <a:latin typeface="DejaVu Sans"/>
                <a:ea typeface="DejaVu Sans"/>
                <a:cs typeface="DejaVu Sans"/>
              </a:defRPr>
            </a:pPr>
            <a:r>
              <a:rPr sz="2100" b="1">
                <a:solidFill>
                  <a:srgbClr val="E0EAF4"/>
                </a:solidFill>
                <a:latin typeface="DejaVu Sans"/>
                <a:ea typeface="DejaVu Sans"/>
                <a:cs typeface="DejaVu Sans"/>
              </a:rPr>
              <a:t>ESP-Paket</a:t>
            </a:r>
          </a:p>
        </p:txBody>
      </p:sp>
    </p:spTree>
    <p:extLst>
      <p:ext uri="{BB962C8B-B14F-4D97-AF65-F5344CB8AC3E}">
        <p14:creationId xmlns:p14="http://schemas.microsoft.com/office/powerpoint/2010/main" val="773745980"/>
      </p:ext>
    </p:extLst>
  </p:cSld>
</p:sld>
</file>

<file path=ppt/slides/slide27.xml><?xml version="1.0" encoding="utf-8"?>
<p:sld xmlns:p="http://schemas.openxmlformats.org/presentationml/2006/main">
  <p:cSld>
    <p:bg>
      <p:bgPr>
        <a:solidFill xmlns:a="http://schemas.openxmlformats.org/drawingml/2006/main">
          <a:srgbClr val="081522"/>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52FA2271-4EC2-4C9E-B52A-B000336CF19C}"/>
              </a:ext>
            </a:extLst>
          </p:cNvPr>
          <p:cNvPicPr>
            <a:picLocks xmlns:a="http://schemas.openxmlformats.org/drawingml/2006/main" noChangeAspect="1"/>
          </p:cNvPicPr>
          <p:nvPr/>
        </p:nvPicPr>
        <p:blipFill>
          <a:blip xmlns:r="http://schemas.openxmlformats.org/officeDocument/2006/relationships" xmlns:a="http://schemas.openxmlformats.org/drawingml/2006/main" r:embed="Rdcc84c430f254e85"/>
          <a:srcRect xmlns:a="http://schemas.openxmlformats.org/drawingml/2006/main" l="0" t="27" r="0" b="27"/>
          <a:stretch xmlns:a="http://schemas.openxmlformats.org/drawingml/2006/main">
            <a:fillRect l="0" t="0" r="0" b="0"/>
          </a:stretch>
        </p:blipFill>
        <p:spPr>
          <a:xfrm xmlns:a="http://schemas.openxmlformats.org/drawingml/2006/main">
            <a:off x="0" y="0"/>
            <a:ext cx="15240000" cy="8572500"/>
          </a:xfrm>
          <a:prstGeom xmlns:a="http://schemas.openxmlformats.org/drawingml/2006/main" prst="rect">
            <a:avLst/>
          </a:prstGeom>
        </p:spPr>
      </p:pic>
      <p:sp>
        <p:nvSpPr>
          <p:cNvPr id="2" name="agenda-heading">
            <a:extLst xmlns:a="http://schemas.openxmlformats.org/drawingml/2006/main">
              <a:ext uri="{FF2B5EF4-FFF2-40B4-BE49-F238E27FC236}">
                <a16:creationId xmlns:a16="http://schemas.microsoft.com/office/drawing/2014/main" id="{B1FCA2D8-2D76-407D-A360-99055840BEA9}"/>
              </a:ext>
            </a:extLst>
          </p:cNvPr>
          <p:cNvSpPr>
            <a:spLocks xmlns:a="http://schemas.openxmlformats.org/drawingml/2006/main" noGrp="1"/>
          </p:cNvSpPr>
          <p:nvPr/>
        </p:nvSpPr>
        <p:spPr>
          <a:xfrm xmlns:a="http://schemas.openxmlformats.org/drawingml/2006/main">
            <a:off x="400050" y="638175"/>
            <a:ext cx="2333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54DEEF"/>
                </a:solidFill>
                <a:latin typeface="DejaVu Sans Mono"/>
                <a:ea typeface="DejaVu Sans Mono"/>
                <a:cs typeface="DejaVu Sans Mono"/>
              </a:defRPr>
            </a:defPPr>
            <a:lvl1pPr algn="l">
              <a:defRPr sz="1875" b="1">
                <a:solidFill>
                  <a:srgbClr val="54DEEF"/>
                </a:solidFill>
                <a:latin typeface="DejaVu Sans Mono"/>
                <a:ea typeface="DejaVu Sans Mono"/>
                <a:cs typeface="DejaVu Sans Mono"/>
              </a:defRPr>
            </a:lvl1pPr>
            <a:lvl2pPr algn="l">
              <a:defRPr sz="1875" b="1">
                <a:solidFill>
                  <a:srgbClr val="54DEEF"/>
                </a:solidFill>
                <a:latin typeface="DejaVu Sans Mono"/>
                <a:ea typeface="DejaVu Sans Mono"/>
                <a:cs typeface="DejaVu Sans Mono"/>
              </a:defRPr>
            </a:lvl2pPr>
            <a:lvl3pPr algn="l">
              <a:defRPr sz="1875" b="1">
                <a:solidFill>
                  <a:srgbClr val="54DEEF"/>
                </a:solidFill>
                <a:latin typeface="DejaVu Sans Mono"/>
                <a:ea typeface="DejaVu Sans Mono"/>
                <a:cs typeface="DejaVu Sans Mono"/>
              </a:defRPr>
            </a:lvl3pPr>
            <a:lvl4pPr algn="l">
              <a:defRPr sz="1875" b="1">
                <a:solidFill>
                  <a:srgbClr val="54DEEF"/>
                </a:solidFill>
                <a:latin typeface="DejaVu Sans Mono"/>
                <a:ea typeface="DejaVu Sans Mono"/>
                <a:cs typeface="DejaVu Sans Mono"/>
              </a:defRPr>
            </a:lvl4pPr>
            <a:lvl5pPr algn="l">
              <a:defRPr sz="1875" b="1">
                <a:solidFill>
                  <a:srgbClr val="54DEEF"/>
                </a:solidFill>
                <a:latin typeface="DejaVu Sans Mono"/>
                <a:ea typeface="DejaVu Sans Mono"/>
                <a:cs typeface="DejaVu Sans Mono"/>
              </a:defRPr>
            </a:lvl5pPr>
            <a:lvl6pPr algn="l">
              <a:defRPr sz="1875" b="1">
                <a:solidFill>
                  <a:srgbClr val="54DEEF"/>
                </a:solidFill>
                <a:latin typeface="DejaVu Sans Mono"/>
                <a:ea typeface="DejaVu Sans Mono"/>
                <a:cs typeface="DejaVu Sans Mono"/>
              </a:defRPr>
            </a:lvl6pPr>
            <a:lvl7pPr algn="l">
              <a:defRPr sz="1875" b="1">
                <a:solidFill>
                  <a:srgbClr val="54DEEF"/>
                </a:solidFill>
                <a:latin typeface="DejaVu Sans Mono"/>
                <a:ea typeface="DejaVu Sans Mono"/>
                <a:cs typeface="DejaVu Sans Mono"/>
              </a:defRPr>
            </a:lvl7pPr>
            <a:lvl8pPr algn="l">
              <a:defRPr sz="1875" b="1">
                <a:solidFill>
                  <a:srgbClr val="54DEEF"/>
                </a:solidFill>
                <a:latin typeface="DejaVu Sans Mono"/>
                <a:ea typeface="DejaVu Sans Mono"/>
                <a:cs typeface="DejaVu Sans Mono"/>
              </a:defRPr>
            </a:lvl8pPr>
            <a:lvl9pPr algn="l">
              <a:defRPr sz="1875" b="1">
                <a:solidFill>
                  <a:srgbClr val="54DEEF"/>
                </a:solidFill>
                <a:latin typeface="DejaVu Sans Mono"/>
                <a:ea typeface="DejaVu Sans Mono"/>
                <a:cs typeface="DejaVu Sans Mono"/>
              </a:defRPr>
            </a:lvl9pPr>
          </a:lstStyle>
          <a:p xmlns:a="http://schemas.openxmlformats.org/drawingml/2006/main">
            <a:pPr algn="l">
              <a:defRPr sz="1875" b="1">
                <a:solidFill>
                  <a:srgbClr val="54DEEF"/>
                </a:solidFill>
                <a:latin typeface="DejaVu Sans Mono"/>
                <a:ea typeface="DejaVu Sans Mono"/>
                <a:cs typeface="DejaVu Sans Mono"/>
              </a:defRPr>
            </a:pPr>
            <a:r>
              <a:rPr sz="1875" b="1">
                <a:solidFill>
                  <a:srgbClr val="54DEEF"/>
                </a:solidFill>
                <a:latin typeface="DejaVu Sans Mono"/>
                <a:ea typeface="DejaVu Sans Mono"/>
                <a:cs typeface="DejaVu Sans Mono"/>
              </a:rPr>
              <a:t>Agenda:</a:t>
            </a:r>
          </a:p>
        </p:txBody>
      </p:sp>
      <p:sp>
        <p:nvSpPr>
          <p:cNvPr id="3" name="agenda-item">
            <a:extLst xmlns:a="http://schemas.openxmlformats.org/drawingml/2006/main">
              <a:ext uri="{FF2B5EF4-FFF2-40B4-BE49-F238E27FC236}">
                <a16:creationId xmlns:a16="http://schemas.microsoft.com/office/drawing/2014/main" id="{8EE55FF1-23FB-4CED-A411-C4BF256A4332}"/>
              </a:ext>
            </a:extLst>
          </p:cNvPr>
          <p:cNvSpPr>
            <a:spLocks xmlns:a="http://schemas.openxmlformats.org/drawingml/2006/main" noGrp="1"/>
          </p:cNvSpPr>
          <p:nvPr/>
        </p:nvSpPr>
        <p:spPr>
          <a:xfrm xmlns:a="http://schemas.openxmlformats.org/drawingml/2006/main">
            <a:off x="400050" y="142875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Was ist ein VPN?</a:t>
            </a:r>
          </a:p>
        </p:txBody>
      </p:sp>
      <p:sp>
        <p:nvSpPr>
          <p:cNvPr id="4" name="agenda-item">
            <a:extLst xmlns:a="http://schemas.openxmlformats.org/drawingml/2006/main">
              <a:ext uri="{FF2B5EF4-FFF2-40B4-BE49-F238E27FC236}">
                <a16:creationId xmlns:a16="http://schemas.microsoft.com/office/drawing/2014/main" id="{6C1DE0B5-C638-4B4C-9D80-9024406ECEA4}"/>
              </a:ext>
            </a:extLst>
          </p:cNvPr>
          <p:cNvSpPr>
            <a:spLocks xmlns:a="http://schemas.openxmlformats.org/drawingml/2006/main" noGrp="1"/>
          </p:cNvSpPr>
          <p:nvPr/>
        </p:nvSpPr>
        <p:spPr>
          <a:xfrm xmlns:a="http://schemas.openxmlformats.org/drawingml/2006/main">
            <a:off x="400050" y="209550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Aufbau eines VPN</a:t>
            </a:r>
          </a:p>
        </p:txBody>
      </p:sp>
      <p:sp>
        <p:nvSpPr>
          <p:cNvPr id="5" name="agenda-item">
            <a:extLst xmlns:a="http://schemas.openxmlformats.org/drawingml/2006/main">
              <a:ext uri="{FF2B5EF4-FFF2-40B4-BE49-F238E27FC236}">
                <a16:creationId xmlns:a16="http://schemas.microsoft.com/office/drawing/2014/main" id="{91F6538A-C252-409B-A3D3-BE025C472973}"/>
              </a:ext>
            </a:extLst>
          </p:cNvPr>
          <p:cNvSpPr>
            <a:spLocks xmlns:a="http://schemas.openxmlformats.org/drawingml/2006/main" noGrp="1"/>
          </p:cNvSpPr>
          <p:nvPr/>
        </p:nvSpPr>
        <p:spPr>
          <a:xfrm xmlns:a="http://schemas.openxmlformats.org/drawingml/2006/main">
            <a:off x="400050" y="276225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Ausprägungen eines VPN Netzes</a:t>
            </a:r>
          </a:p>
        </p:txBody>
      </p:sp>
      <p:sp>
        <p:nvSpPr>
          <p:cNvPr id="6" name="agenda-item">
            <a:extLst xmlns:a="http://schemas.openxmlformats.org/drawingml/2006/main">
              <a:ext uri="{FF2B5EF4-FFF2-40B4-BE49-F238E27FC236}">
                <a16:creationId xmlns:a16="http://schemas.microsoft.com/office/drawing/2014/main" id="{B19CF280-537D-41CA-B869-53819A728DDA}"/>
              </a:ext>
            </a:extLst>
          </p:cNvPr>
          <p:cNvSpPr>
            <a:spLocks xmlns:a="http://schemas.openxmlformats.org/drawingml/2006/main" noGrp="1"/>
          </p:cNvSpPr>
          <p:nvPr/>
        </p:nvSpPr>
        <p:spPr>
          <a:xfrm xmlns:a="http://schemas.openxmlformats.org/drawingml/2006/main">
            <a:off x="400050" y="371475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Tunneling Protokolle</a:t>
            </a:r>
          </a:p>
        </p:txBody>
      </p:sp>
      <p:sp>
        <p:nvSpPr>
          <p:cNvPr id="7" name="agenda-item">
            <a:extLst xmlns:a="http://schemas.openxmlformats.org/drawingml/2006/main">
              <a:ext uri="{FF2B5EF4-FFF2-40B4-BE49-F238E27FC236}">
                <a16:creationId xmlns:a16="http://schemas.microsoft.com/office/drawing/2014/main" id="{0D618122-758B-4C89-A14F-63EE4486F4D5}"/>
              </a:ext>
            </a:extLst>
          </p:cNvPr>
          <p:cNvSpPr>
            <a:spLocks xmlns:a="http://schemas.openxmlformats.org/drawingml/2006/main" noGrp="1"/>
          </p:cNvSpPr>
          <p:nvPr/>
        </p:nvSpPr>
        <p:spPr>
          <a:xfrm xmlns:a="http://schemas.openxmlformats.org/drawingml/2006/main">
            <a:off x="400050" y="4524375"/>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54DEEF"/>
                </a:solidFill>
                <a:latin typeface="DejaVu Sans"/>
                <a:ea typeface="DejaVu Sans"/>
                <a:cs typeface="DejaVu Sans"/>
              </a:defRPr>
            </a:defPPr>
            <a:lvl1pPr algn="l">
              <a:defRPr sz="1575" b="1">
                <a:solidFill>
                  <a:srgbClr val="54DEEF"/>
                </a:solidFill>
                <a:latin typeface="DejaVu Sans"/>
                <a:ea typeface="DejaVu Sans"/>
                <a:cs typeface="DejaVu Sans"/>
              </a:defRPr>
            </a:lvl1pPr>
            <a:lvl2pPr algn="l">
              <a:defRPr sz="1575" b="1">
                <a:solidFill>
                  <a:srgbClr val="54DEEF"/>
                </a:solidFill>
                <a:latin typeface="DejaVu Sans"/>
                <a:ea typeface="DejaVu Sans"/>
                <a:cs typeface="DejaVu Sans"/>
              </a:defRPr>
            </a:lvl2pPr>
            <a:lvl3pPr algn="l">
              <a:defRPr sz="1575" b="1">
                <a:solidFill>
                  <a:srgbClr val="54DEEF"/>
                </a:solidFill>
                <a:latin typeface="DejaVu Sans"/>
                <a:ea typeface="DejaVu Sans"/>
                <a:cs typeface="DejaVu Sans"/>
              </a:defRPr>
            </a:lvl3pPr>
            <a:lvl4pPr algn="l">
              <a:defRPr sz="1575" b="1">
                <a:solidFill>
                  <a:srgbClr val="54DEEF"/>
                </a:solidFill>
                <a:latin typeface="DejaVu Sans"/>
                <a:ea typeface="DejaVu Sans"/>
                <a:cs typeface="DejaVu Sans"/>
              </a:defRPr>
            </a:lvl4pPr>
            <a:lvl5pPr algn="l">
              <a:defRPr sz="1575" b="1">
                <a:solidFill>
                  <a:srgbClr val="54DEEF"/>
                </a:solidFill>
                <a:latin typeface="DejaVu Sans"/>
                <a:ea typeface="DejaVu Sans"/>
                <a:cs typeface="DejaVu Sans"/>
              </a:defRPr>
            </a:lvl5pPr>
            <a:lvl6pPr algn="l">
              <a:defRPr sz="1575" b="1">
                <a:solidFill>
                  <a:srgbClr val="54DEEF"/>
                </a:solidFill>
                <a:latin typeface="DejaVu Sans"/>
                <a:ea typeface="DejaVu Sans"/>
                <a:cs typeface="DejaVu Sans"/>
              </a:defRPr>
            </a:lvl6pPr>
            <a:lvl7pPr algn="l">
              <a:defRPr sz="1575" b="1">
                <a:solidFill>
                  <a:srgbClr val="54DEEF"/>
                </a:solidFill>
                <a:latin typeface="DejaVu Sans"/>
                <a:ea typeface="DejaVu Sans"/>
                <a:cs typeface="DejaVu Sans"/>
              </a:defRPr>
            </a:lvl7pPr>
            <a:lvl8pPr algn="l">
              <a:defRPr sz="1575" b="1">
                <a:solidFill>
                  <a:srgbClr val="54DEEF"/>
                </a:solidFill>
                <a:latin typeface="DejaVu Sans"/>
                <a:ea typeface="DejaVu Sans"/>
                <a:cs typeface="DejaVu Sans"/>
              </a:defRPr>
            </a:lvl8pPr>
            <a:lvl9pPr algn="l">
              <a:defRPr sz="1575" b="1">
                <a:solidFill>
                  <a:srgbClr val="54DEEF"/>
                </a:solidFill>
                <a:latin typeface="DejaVu Sans"/>
                <a:ea typeface="DejaVu Sans"/>
                <a:cs typeface="DejaVu Sans"/>
              </a:defRPr>
            </a:lvl9pPr>
          </a:lstStyle>
          <a:p xmlns:a="http://schemas.openxmlformats.org/drawingml/2006/main">
            <a:pPr algn="l">
              <a:defRPr sz="1575" b="1">
                <a:solidFill>
                  <a:srgbClr val="54DEEF"/>
                </a:solidFill>
                <a:latin typeface="DejaVu Sans"/>
                <a:ea typeface="DejaVu Sans"/>
                <a:cs typeface="DejaVu Sans"/>
              </a:defRPr>
            </a:pPr>
            <a:r>
              <a:rPr sz="1575" b="1">
                <a:solidFill>
                  <a:srgbClr val="54DEEF"/>
                </a:solidFill>
                <a:latin typeface="DejaVu Sans"/>
                <a:ea typeface="DejaVu Sans"/>
                <a:cs typeface="DejaVu Sans"/>
              </a:rPr>
              <a:t>IPSec</a:t>
            </a:r>
          </a:p>
        </p:txBody>
      </p:sp>
      <p:sp>
        <p:nvSpPr>
          <p:cNvPr id="8" name="agenda-item">
            <a:extLst xmlns:a="http://schemas.openxmlformats.org/drawingml/2006/main">
              <a:ext uri="{FF2B5EF4-FFF2-40B4-BE49-F238E27FC236}">
                <a16:creationId xmlns:a16="http://schemas.microsoft.com/office/drawing/2014/main" id="{507C870A-3EE3-43D9-B021-0263763E9C69}"/>
              </a:ext>
            </a:extLst>
          </p:cNvPr>
          <p:cNvSpPr>
            <a:spLocks xmlns:a="http://schemas.openxmlformats.org/drawingml/2006/main" noGrp="1"/>
          </p:cNvSpPr>
          <p:nvPr/>
        </p:nvSpPr>
        <p:spPr>
          <a:xfrm xmlns:a="http://schemas.openxmlformats.org/drawingml/2006/main">
            <a:off x="400050" y="5191125"/>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VPN in Verbindung mit einer Firewall</a:t>
            </a:r>
          </a:p>
        </p:txBody>
      </p:sp>
      <p:sp>
        <p:nvSpPr>
          <p:cNvPr id="9" name="agenda-item">
            <a:extLst xmlns:a="http://schemas.openxmlformats.org/drawingml/2006/main">
              <a:ext uri="{FF2B5EF4-FFF2-40B4-BE49-F238E27FC236}">
                <a16:creationId xmlns:a16="http://schemas.microsoft.com/office/drawing/2014/main" id="{18FF9A8A-276E-4F76-B9E9-F0932D40D8FC}"/>
              </a:ext>
            </a:extLst>
          </p:cNvPr>
          <p:cNvSpPr>
            <a:spLocks xmlns:a="http://schemas.openxmlformats.org/drawingml/2006/main" noGrp="1"/>
          </p:cNvSpPr>
          <p:nvPr/>
        </p:nvSpPr>
        <p:spPr>
          <a:xfrm xmlns:a="http://schemas.openxmlformats.org/drawingml/2006/main">
            <a:off x="400050" y="6334125"/>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Fazit</a:t>
            </a:r>
          </a:p>
        </p:txBody>
      </p:sp>
      <p:sp>
        <p:nvSpPr>
          <p:cNvPr id="10" name="title">
            <a:extLst xmlns:a="http://schemas.openxmlformats.org/drawingml/2006/main">
              <a:ext uri="{FF2B5EF4-FFF2-40B4-BE49-F238E27FC236}">
                <a16:creationId xmlns:a16="http://schemas.microsoft.com/office/drawing/2014/main" id="{44857F0B-A2BF-4309-8881-55921D353CEE}"/>
              </a:ext>
            </a:extLst>
          </p:cNvPr>
          <p:cNvSpPr>
            <a:spLocks xmlns:a="http://schemas.openxmlformats.org/drawingml/2006/main" noGrp="1"/>
          </p:cNvSpPr>
          <p:nvPr/>
        </p:nvSpPr>
        <p:spPr>
          <a:xfrm xmlns:a="http://schemas.openxmlformats.org/drawingml/2006/main">
            <a:off x="3619500" y="590550"/>
            <a:ext cx="1085850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525" b="1">
                <a:solidFill>
                  <a:srgbClr val="F1F7FC"/>
                </a:solidFill>
                <a:latin typeface="DejaVu Sans"/>
                <a:ea typeface="DejaVu Sans"/>
                <a:cs typeface="DejaVu Sans"/>
              </a:defRPr>
            </a:defPPr>
            <a:lvl1pPr algn="l">
              <a:defRPr sz="3525" b="1">
                <a:solidFill>
                  <a:srgbClr val="F1F7FC"/>
                </a:solidFill>
                <a:latin typeface="DejaVu Sans"/>
                <a:ea typeface="DejaVu Sans"/>
                <a:cs typeface="DejaVu Sans"/>
              </a:defRPr>
            </a:lvl1pPr>
            <a:lvl2pPr algn="l">
              <a:defRPr sz="3525" b="1">
                <a:solidFill>
                  <a:srgbClr val="F1F7FC"/>
                </a:solidFill>
                <a:latin typeface="DejaVu Sans"/>
                <a:ea typeface="DejaVu Sans"/>
                <a:cs typeface="DejaVu Sans"/>
              </a:defRPr>
            </a:lvl2pPr>
            <a:lvl3pPr algn="l">
              <a:defRPr sz="3525" b="1">
                <a:solidFill>
                  <a:srgbClr val="F1F7FC"/>
                </a:solidFill>
                <a:latin typeface="DejaVu Sans"/>
                <a:ea typeface="DejaVu Sans"/>
                <a:cs typeface="DejaVu Sans"/>
              </a:defRPr>
            </a:lvl3pPr>
            <a:lvl4pPr algn="l">
              <a:defRPr sz="3525" b="1">
                <a:solidFill>
                  <a:srgbClr val="F1F7FC"/>
                </a:solidFill>
                <a:latin typeface="DejaVu Sans"/>
                <a:ea typeface="DejaVu Sans"/>
                <a:cs typeface="DejaVu Sans"/>
              </a:defRPr>
            </a:lvl4pPr>
            <a:lvl5pPr algn="l">
              <a:defRPr sz="3525" b="1">
                <a:solidFill>
                  <a:srgbClr val="F1F7FC"/>
                </a:solidFill>
                <a:latin typeface="DejaVu Sans"/>
                <a:ea typeface="DejaVu Sans"/>
                <a:cs typeface="DejaVu Sans"/>
              </a:defRPr>
            </a:lvl5pPr>
            <a:lvl6pPr algn="l">
              <a:defRPr sz="3525" b="1">
                <a:solidFill>
                  <a:srgbClr val="F1F7FC"/>
                </a:solidFill>
                <a:latin typeface="DejaVu Sans"/>
                <a:ea typeface="DejaVu Sans"/>
                <a:cs typeface="DejaVu Sans"/>
              </a:defRPr>
            </a:lvl6pPr>
            <a:lvl7pPr algn="l">
              <a:defRPr sz="3525" b="1">
                <a:solidFill>
                  <a:srgbClr val="F1F7FC"/>
                </a:solidFill>
                <a:latin typeface="DejaVu Sans"/>
                <a:ea typeface="DejaVu Sans"/>
                <a:cs typeface="DejaVu Sans"/>
              </a:defRPr>
            </a:lvl7pPr>
            <a:lvl8pPr algn="l">
              <a:defRPr sz="3525" b="1">
                <a:solidFill>
                  <a:srgbClr val="F1F7FC"/>
                </a:solidFill>
                <a:latin typeface="DejaVu Sans"/>
                <a:ea typeface="DejaVu Sans"/>
                <a:cs typeface="DejaVu Sans"/>
              </a:defRPr>
            </a:lvl8pPr>
            <a:lvl9pPr algn="l">
              <a:defRPr sz="3525" b="1">
                <a:solidFill>
                  <a:srgbClr val="F1F7FC"/>
                </a:solidFill>
                <a:latin typeface="DejaVu Sans"/>
                <a:ea typeface="DejaVu Sans"/>
                <a:cs typeface="DejaVu Sans"/>
              </a:defRPr>
            </a:lvl9pPr>
          </a:lstStyle>
          <a:p xmlns:a="http://schemas.openxmlformats.org/drawingml/2006/main">
            <a:pPr algn="l">
              <a:defRPr sz="3525" b="1">
                <a:solidFill>
                  <a:srgbClr val="F1F7FC"/>
                </a:solidFill>
                <a:latin typeface="DejaVu Sans"/>
                <a:ea typeface="DejaVu Sans"/>
                <a:cs typeface="DejaVu Sans"/>
              </a:defRPr>
            </a:pPr>
            <a:r>
              <a:rPr sz="3525" b="1">
                <a:solidFill>
                  <a:srgbClr val="F1F7FC"/>
                </a:solidFill>
                <a:latin typeface="DejaVu Sans"/>
                <a:ea typeface="DejaVu Sans"/>
                <a:cs typeface="DejaVu Sans"/>
              </a:rPr>
              <a:t>IPSec</a:t>
            </a:r>
          </a:p>
        </p:txBody>
      </p:sp>
      <p:sp>
        <p:nvSpPr>
          <p:cNvPr id="11" name="page-number">
            <a:extLst xmlns:a="http://schemas.openxmlformats.org/drawingml/2006/main">
              <a:ext uri="{FF2B5EF4-FFF2-40B4-BE49-F238E27FC236}">
                <a16:creationId xmlns:a16="http://schemas.microsoft.com/office/drawing/2014/main" id="{43B023AF-9DF0-4C94-8829-D66CBDFB7643}"/>
              </a:ext>
            </a:extLst>
          </p:cNvPr>
          <p:cNvSpPr>
            <a:spLocks xmlns:a="http://schemas.openxmlformats.org/drawingml/2006/main" noGrp="1"/>
          </p:cNvSpPr>
          <p:nvPr/>
        </p:nvSpPr>
        <p:spPr>
          <a:xfrm xmlns:a="http://schemas.openxmlformats.org/drawingml/2006/main">
            <a:off x="13477875" y="8020050"/>
            <a:ext cx="1285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AABFD1"/>
                </a:solidFill>
                <a:latin typeface="DejaVu Sans Mono"/>
                <a:ea typeface="DejaVu Sans Mono"/>
                <a:cs typeface="DejaVu Sans Mono"/>
              </a:defRPr>
            </a:defPPr>
            <a:lvl1pPr algn="r">
              <a:defRPr sz="1350" b="0">
                <a:solidFill>
                  <a:srgbClr val="AABFD1"/>
                </a:solidFill>
                <a:latin typeface="DejaVu Sans Mono"/>
                <a:ea typeface="DejaVu Sans Mono"/>
                <a:cs typeface="DejaVu Sans Mono"/>
              </a:defRPr>
            </a:lvl1pPr>
            <a:lvl2pPr algn="r">
              <a:defRPr sz="1350" b="0">
                <a:solidFill>
                  <a:srgbClr val="AABFD1"/>
                </a:solidFill>
                <a:latin typeface="DejaVu Sans Mono"/>
                <a:ea typeface="DejaVu Sans Mono"/>
                <a:cs typeface="DejaVu Sans Mono"/>
              </a:defRPr>
            </a:lvl2pPr>
            <a:lvl3pPr algn="r">
              <a:defRPr sz="1350" b="0">
                <a:solidFill>
                  <a:srgbClr val="AABFD1"/>
                </a:solidFill>
                <a:latin typeface="DejaVu Sans Mono"/>
                <a:ea typeface="DejaVu Sans Mono"/>
                <a:cs typeface="DejaVu Sans Mono"/>
              </a:defRPr>
            </a:lvl3pPr>
            <a:lvl4pPr algn="r">
              <a:defRPr sz="1350" b="0">
                <a:solidFill>
                  <a:srgbClr val="AABFD1"/>
                </a:solidFill>
                <a:latin typeface="DejaVu Sans Mono"/>
                <a:ea typeface="DejaVu Sans Mono"/>
                <a:cs typeface="DejaVu Sans Mono"/>
              </a:defRPr>
            </a:lvl4pPr>
            <a:lvl5pPr algn="r">
              <a:defRPr sz="1350" b="0">
                <a:solidFill>
                  <a:srgbClr val="AABFD1"/>
                </a:solidFill>
                <a:latin typeface="DejaVu Sans Mono"/>
                <a:ea typeface="DejaVu Sans Mono"/>
                <a:cs typeface="DejaVu Sans Mono"/>
              </a:defRPr>
            </a:lvl5pPr>
            <a:lvl6pPr algn="r">
              <a:defRPr sz="1350" b="0">
                <a:solidFill>
                  <a:srgbClr val="AABFD1"/>
                </a:solidFill>
                <a:latin typeface="DejaVu Sans Mono"/>
                <a:ea typeface="DejaVu Sans Mono"/>
                <a:cs typeface="DejaVu Sans Mono"/>
              </a:defRPr>
            </a:lvl6pPr>
            <a:lvl7pPr algn="r">
              <a:defRPr sz="1350" b="0">
                <a:solidFill>
                  <a:srgbClr val="AABFD1"/>
                </a:solidFill>
                <a:latin typeface="DejaVu Sans Mono"/>
                <a:ea typeface="DejaVu Sans Mono"/>
                <a:cs typeface="DejaVu Sans Mono"/>
              </a:defRPr>
            </a:lvl7pPr>
            <a:lvl8pPr algn="r">
              <a:defRPr sz="1350" b="0">
                <a:solidFill>
                  <a:srgbClr val="AABFD1"/>
                </a:solidFill>
                <a:latin typeface="DejaVu Sans Mono"/>
                <a:ea typeface="DejaVu Sans Mono"/>
                <a:cs typeface="DejaVu Sans Mono"/>
              </a:defRPr>
            </a:lvl8pPr>
            <a:lvl9pPr algn="r">
              <a:defRPr sz="1350" b="0">
                <a:solidFill>
                  <a:srgbClr val="AABFD1"/>
                </a:solidFill>
                <a:latin typeface="DejaVu Sans Mono"/>
                <a:ea typeface="DejaVu Sans Mono"/>
                <a:cs typeface="DejaVu Sans Mono"/>
              </a:defRPr>
            </a:lvl9pPr>
          </a:lstStyle>
          <a:p xmlns:a="http://schemas.openxmlformats.org/drawingml/2006/main">
            <a:pPr algn="r">
              <a:defRPr sz="1350" b="0">
                <a:solidFill>
                  <a:srgbClr val="AABFD1"/>
                </a:solidFill>
                <a:latin typeface="DejaVu Sans Mono"/>
                <a:ea typeface="DejaVu Sans Mono"/>
                <a:cs typeface="DejaVu Sans Mono"/>
              </a:defRPr>
            </a:pPr>
            <a:r>
              <a:rPr sz="1350" b="0">
                <a:solidFill>
                  <a:srgbClr val="AABFD1"/>
                </a:solidFill>
                <a:latin typeface="DejaVu Sans Mono"/>
                <a:ea typeface="DejaVu Sans Mono"/>
                <a:cs typeface="DejaVu Sans Mono"/>
              </a:rPr>
              <a:t>27 / 33</a:t>
            </a:r>
          </a:p>
        </p:txBody>
      </p:sp>
      <p:sp>
        <p:nvSpPr>
          <p:cNvPr id="12" name="subheading">
            <a:extLst xmlns:a="http://schemas.openxmlformats.org/drawingml/2006/main">
              <a:ext uri="{FF2B5EF4-FFF2-40B4-BE49-F238E27FC236}">
                <a16:creationId xmlns:a16="http://schemas.microsoft.com/office/drawing/2014/main" id="{EA357B39-2633-41FD-BCDB-A4D510B6F2C6}"/>
              </a:ext>
            </a:extLst>
          </p:cNvPr>
          <p:cNvSpPr>
            <a:spLocks xmlns:a="http://schemas.openxmlformats.org/drawingml/2006/main" noGrp="1"/>
          </p:cNvSpPr>
          <p:nvPr/>
        </p:nvSpPr>
        <p:spPr>
          <a:xfrm xmlns:a="http://schemas.openxmlformats.org/drawingml/2006/main">
            <a:off x="3619500" y="2047875"/>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54DEEF"/>
                </a:solidFill>
                <a:latin typeface="DejaVu Sans"/>
                <a:ea typeface="DejaVu Sans"/>
                <a:cs typeface="DejaVu Sans"/>
              </a:defRPr>
            </a:defPPr>
            <a:lvl1pPr algn="l">
              <a:defRPr sz="2550" b="1">
                <a:solidFill>
                  <a:srgbClr val="54DEEF"/>
                </a:solidFill>
                <a:latin typeface="DejaVu Sans"/>
                <a:ea typeface="DejaVu Sans"/>
                <a:cs typeface="DejaVu Sans"/>
              </a:defRPr>
            </a:lvl1pPr>
            <a:lvl2pPr algn="l">
              <a:defRPr sz="2550" b="1">
                <a:solidFill>
                  <a:srgbClr val="54DEEF"/>
                </a:solidFill>
                <a:latin typeface="DejaVu Sans"/>
                <a:ea typeface="DejaVu Sans"/>
                <a:cs typeface="DejaVu Sans"/>
              </a:defRPr>
            </a:lvl2pPr>
            <a:lvl3pPr algn="l">
              <a:defRPr sz="2550" b="1">
                <a:solidFill>
                  <a:srgbClr val="54DEEF"/>
                </a:solidFill>
                <a:latin typeface="DejaVu Sans"/>
                <a:ea typeface="DejaVu Sans"/>
                <a:cs typeface="DejaVu Sans"/>
              </a:defRPr>
            </a:lvl3pPr>
            <a:lvl4pPr algn="l">
              <a:defRPr sz="2550" b="1">
                <a:solidFill>
                  <a:srgbClr val="54DEEF"/>
                </a:solidFill>
                <a:latin typeface="DejaVu Sans"/>
                <a:ea typeface="DejaVu Sans"/>
                <a:cs typeface="DejaVu Sans"/>
              </a:defRPr>
            </a:lvl4pPr>
            <a:lvl5pPr algn="l">
              <a:defRPr sz="2550" b="1">
                <a:solidFill>
                  <a:srgbClr val="54DEEF"/>
                </a:solidFill>
                <a:latin typeface="DejaVu Sans"/>
                <a:ea typeface="DejaVu Sans"/>
                <a:cs typeface="DejaVu Sans"/>
              </a:defRPr>
            </a:lvl5pPr>
            <a:lvl6pPr algn="l">
              <a:defRPr sz="2550" b="1">
                <a:solidFill>
                  <a:srgbClr val="54DEEF"/>
                </a:solidFill>
                <a:latin typeface="DejaVu Sans"/>
                <a:ea typeface="DejaVu Sans"/>
                <a:cs typeface="DejaVu Sans"/>
              </a:defRPr>
            </a:lvl6pPr>
            <a:lvl7pPr algn="l">
              <a:defRPr sz="2550" b="1">
                <a:solidFill>
                  <a:srgbClr val="54DEEF"/>
                </a:solidFill>
                <a:latin typeface="DejaVu Sans"/>
                <a:ea typeface="DejaVu Sans"/>
                <a:cs typeface="DejaVu Sans"/>
              </a:defRPr>
            </a:lvl7pPr>
            <a:lvl8pPr algn="l">
              <a:defRPr sz="2550" b="1">
                <a:solidFill>
                  <a:srgbClr val="54DEEF"/>
                </a:solidFill>
                <a:latin typeface="DejaVu Sans"/>
                <a:ea typeface="DejaVu Sans"/>
                <a:cs typeface="DejaVu Sans"/>
              </a:defRPr>
            </a:lvl8pPr>
            <a:lvl9pPr algn="l">
              <a:defRPr sz="2550" b="1">
                <a:solidFill>
                  <a:srgbClr val="54DEEF"/>
                </a:solidFill>
                <a:latin typeface="DejaVu Sans"/>
                <a:ea typeface="DejaVu Sans"/>
                <a:cs typeface="DejaVu Sans"/>
              </a:defRPr>
            </a:lvl9pPr>
          </a:lstStyle>
          <a:p xmlns:a="http://schemas.openxmlformats.org/drawingml/2006/main">
            <a:pPr algn="l">
              <a:defRPr sz="2550" b="1">
                <a:solidFill>
                  <a:srgbClr val="54DEEF"/>
                </a:solidFill>
                <a:latin typeface="DejaVu Sans"/>
                <a:ea typeface="DejaVu Sans"/>
                <a:cs typeface="DejaVu Sans"/>
              </a:defRPr>
            </a:pPr>
            <a:r>
              <a:rPr sz="2550" b="1">
                <a:solidFill>
                  <a:srgbClr val="54DEEF"/>
                </a:solidFill>
                <a:latin typeface="DejaVu Sans"/>
                <a:ea typeface="DejaVu Sans"/>
                <a:cs typeface="DejaVu Sans"/>
              </a:rPr>
              <a:t>Tunnelmodus</a:t>
            </a:r>
          </a:p>
        </p:txBody>
      </p:sp>
      <p:pic>
        <p:nvPicPr>
          <p:cNvPr id="13" name="">
            <a:extLst xmlns:a="http://schemas.openxmlformats.org/drawingml/2006/main">
              <a:ext uri="{FF2B5EF4-FFF2-40B4-BE49-F238E27FC236}">
                <a16:creationId xmlns:a16="http://schemas.microsoft.com/office/drawing/2014/main" id="{33FD00B0-4EDA-443A-813B-C93D3DC32E38}"/>
              </a:ext>
            </a:extLst>
          </p:cNvPr>
          <p:cNvPicPr>
            <a:picLocks xmlns:a="http://schemas.openxmlformats.org/drawingml/2006/main" noChangeAspect="1"/>
          </p:cNvPicPr>
          <p:nvPr/>
        </p:nvPicPr>
        <p:blipFill>
          <a:blip xmlns:r="http://schemas.openxmlformats.org/officeDocument/2006/relationships" xmlns:a="http://schemas.openxmlformats.org/drawingml/2006/main" r:embed="R61efbe79b9a14679"/>
          <a:stretch xmlns:a="http://schemas.openxmlformats.org/drawingml/2006/main"/>
        </p:blipFill>
        <p:spPr>
          <a:xfrm xmlns:a="http://schemas.openxmlformats.org/drawingml/2006/main">
            <a:off x="3619500" y="3097738"/>
            <a:ext cx="10858500" cy="1348324"/>
          </a:xfrm>
          <a:prstGeom xmlns:a="http://schemas.openxmlformats.org/drawingml/2006/main" prst="rect">
            <a:avLst/>
          </a:prstGeom>
        </p:spPr>
      </p:pic>
      <p:sp>
        <p:nvSpPr>
          <p:cNvPr id="14" name="diagram-label">
            <a:extLst xmlns:a="http://schemas.openxmlformats.org/drawingml/2006/main">
              <a:ext uri="{FF2B5EF4-FFF2-40B4-BE49-F238E27FC236}">
                <a16:creationId xmlns:a16="http://schemas.microsoft.com/office/drawing/2014/main" id="{40B4C8CD-0894-4CB6-9E29-FDB5BBA1BE29}"/>
              </a:ext>
            </a:extLst>
          </p:cNvPr>
          <p:cNvSpPr>
            <a:spLocks xmlns:a="http://schemas.openxmlformats.org/drawingml/2006/main" noGrp="1"/>
          </p:cNvSpPr>
          <p:nvPr/>
        </p:nvSpPr>
        <p:spPr>
          <a:xfrm xmlns:a="http://schemas.openxmlformats.org/drawingml/2006/main">
            <a:off x="3619500" y="4619625"/>
            <a:ext cx="10858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100" b="1">
                <a:solidFill>
                  <a:srgbClr val="E0EAF4"/>
                </a:solidFill>
                <a:latin typeface="DejaVu Sans"/>
                <a:ea typeface="DejaVu Sans"/>
                <a:cs typeface="DejaVu Sans"/>
              </a:defRPr>
            </a:defPPr>
            <a:lvl1pPr algn="ctr">
              <a:defRPr sz="2100" b="1">
                <a:solidFill>
                  <a:srgbClr val="E0EAF4"/>
                </a:solidFill>
                <a:latin typeface="DejaVu Sans"/>
                <a:ea typeface="DejaVu Sans"/>
                <a:cs typeface="DejaVu Sans"/>
              </a:defRPr>
            </a:lvl1pPr>
            <a:lvl2pPr algn="ctr">
              <a:defRPr sz="2100" b="1">
                <a:solidFill>
                  <a:srgbClr val="E0EAF4"/>
                </a:solidFill>
                <a:latin typeface="DejaVu Sans"/>
                <a:ea typeface="DejaVu Sans"/>
                <a:cs typeface="DejaVu Sans"/>
              </a:defRPr>
            </a:lvl2pPr>
            <a:lvl3pPr algn="ctr">
              <a:defRPr sz="2100" b="1">
                <a:solidFill>
                  <a:srgbClr val="E0EAF4"/>
                </a:solidFill>
                <a:latin typeface="DejaVu Sans"/>
                <a:ea typeface="DejaVu Sans"/>
                <a:cs typeface="DejaVu Sans"/>
              </a:defRPr>
            </a:lvl3pPr>
            <a:lvl4pPr algn="ctr">
              <a:defRPr sz="2100" b="1">
                <a:solidFill>
                  <a:srgbClr val="E0EAF4"/>
                </a:solidFill>
                <a:latin typeface="DejaVu Sans"/>
                <a:ea typeface="DejaVu Sans"/>
                <a:cs typeface="DejaVu Sans"/>
              </a:defRPr>
            </a:lvl4pPr>
            <a:lvl5pPr algn="ctr">
              <a:defRPr sz="2100" b="1">
                <a:solidFill>
                  <a:srgbClr val="E0EAF4"/>
                </a:solidFill>
                <a:latin typeface="DejaVu Sans"/>
                <a:ea typeface="DejaVu Sans"/>
                <a:cs typeface="DejaVu Sans"/>
              </a:defRPr>
            </a:lvl5pPr>
            <a:lvl6pPr algn="ctr">
              <a:defRPr sz="2100" b="1">
                <a:solidFill>
                  <a:srgbClr val="E0EAF4"/>
                </a:solidFill>
                <a:latin typeface="DejaVu Sans"/>
                <a:ea typeface="DejaVu Sans"/>
                <a:cs typeface="DejaVu Sans"/>
              </a:defRPr>
            </a:lvl6pPr>
            <a:lvl7pPr algn="ctr">
              <a:defRPr sz="2100" b="1">
                <a:solidFill>
                  <a:srgbClr val="E0EAF4"/>
                </a:solidFill>
                <a:latin typeface="DejaVu Sans"/>
                <a:ea typeface="DejaVu Sans"/>
                <a:cs typeface="DejaVu Sans"/>
              </a:defRPr>
            </a:lvl7pPr>
            <a:lvl8pPr algn="ctr">
              <a:defRPr sz="2100" b="1">
                <a:solidFill>
                  <a:srgbClr val="E0EAF4"/>
                </a:solidFill>
                <a:latin typeface="DejaVu Sans"/>
                <a:ea typeface="DejaVu Sans"/>
                <a:cs typeface="DejaVu Sans"/>
              </a:defRPr>
            </a:lvl8pPr>
            <a:lvl9pPr algn="ctr">
              <a:defRPr sz="2100" b="1">
                <a:solidFill>
                  <a:srgbClr val="E0EAF4"/>
                </a:solidFill>
                <a:latin typeface="DejaVu Sans"/>
                <a:ea typeface="DejaVu Sans"/>
                <a:cs typeface="DejaVu Sans"/>
              </a:defRPr>
            </a:lvl9pPr>
          </a:lstStyle>
          <a:p xmlns:a="http://schemas.openxmlformats.org/drawingml/2006/main">
            <a:pPr algn="ctr">
              <a:defRPr sz="2100" b="1">
                <a:solidFill>
                  <a:srgbClr val="E0EAF4"/>
                </a:solidFill>
                <a:latin typeface="DejaVu Sans"/>
                <a:ea typeface="DejaVu Sans"/>
                <a:cs typeface="DejaVu Sans"/>
              </a:defRPr>
            </a:pPr>
            <a:r>
              <a:rPr sz="2100" b="1">
                <a:solidFill>
                  <a:srgbClr val="E0EAF4"/>
                </a:solidFill>
                <a:latin typeface="DejaVu Sans"/>
                <a:ea typeface="DejaVu Sans"/>
                <a:cs typeface="DejaVu Sans"/>
              </a:rPr>
              <a:t>AH-Paket</a:t>
            </a:r>
          </a:p>
        </p:txBody>
      </p:sp>
      <p:pic>
        <p:nvPicPr>
          <p:cNvPr id="15" name="">
            <a:extLst xmlns:a="http://schemas.openxmlformats.org/drawingml/2006/main">
              <a:ext uri="{FF2B5EF4-FFF2-40B4-BE49-F238E27FC236}">
                <a16:creationId xmlns:a16="http://schemas.microsoft.com/office/drawing/2014/main" id="{4B663FCC-3593-4526-B911-FD36FE60F4B7}"/>
              </a:ext>
            </a:extLst>
          </p:cNvPr>
          <p:cNvPicPr>
            <a:picLocks xmlns:a="http://schemas.openxmlformats.org/drawingml/2006/main" noChangeAspect="1"/>
          </p:cNvPicPr>
          <p:nvPr/>
        </p:nvPicPr>
        <p:blipFill>
          <a:blip xmlns:r="http://schemas.openxmlformats.org/officeDocument/2006/relationships" xmlns:a="http://schemas.openxmlformats.org/drawingml/2006/main" r:embed="Rbefd59273ab04302"/>
          <a:stretch xmlns:a="http://schemas.openxmlformats.org/drawingml/2006/main"/>
        </p:blipFill>
        <p:spPr>
          <a:xfrm xmlns:a="http://schemas.openxmlformats.org/drawingml/2006/main">
            <a:off x="3619500" y="5717113"/>
            <a:ext cx="10858500" cy="1348324"/>
          </a:xfrm>
          <a:prstGeom xmlns:a="http://schemas.openxmlformats.org/drawingml/2006/main" prst="rect">
            <a:avLst/>
          </a:prstGeom>
        </p:spPr>
      </p:pic>
      <p:sp>
        <p:nvSpPr>
          <p:cNvPr id="16" name="diagram-label">
            <a:extLst xmlns:a="http://schemas.openxmlformats.org/drawingml/2006/main">
              <a:ext uri="{FF2B5EF4-FFF2-40B4-BE49-F238E27FC236}">
                <a16:creationId xmlns:a16="http://schemas.microsoft.com/office/drawing/2014/main" id="{D9F85C4E-F618-4343-A651-45C6438DF099}"/>
              </a:ext>
            </a:extLst>
          </p:cNvPr>
          <p:cNvSpPr>
            <a:spLocks xmlns:a="http://schemas.openxmlformats.org/drawingml/2006/main" noGrp="1"/>
          </p:cNvSpPr>
          <p:nvPr/>
        </p:nvSpPr>
        <p:spPr>
          <a:xfrm xmlns:a="http://schemas.openxmlformats.org/drawingml/2006/main">
            <a:off x="3619500" y="7239000"/>
            <a:ext cx="10858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100" b="1">
                <a:solidFill>
                  <a:srgbClr val="E0EAF4"/>
                </a:solidFill>
                <a:latin typeface="DejaVu Sans"/>
                <a:ea typeface="DejaVu Sans"/>
                <a:cs typeface="DejaVu Sans"/>
              </a:defRPr>
            </a:defPPr>
            <a:lvl1pPr algn="ctr">
              <a:defRPr sz="2100" b="1">
                <a:solidFill>
                  <a:srgbClr val="E0EAF4"/>
                </a:solidFill>
                <a:latin typeface="DejaVu Sans"/>
                <a:ea typeface="DejaVu Sans"/>
                <a:cs typeface="DejaVu Sans"/>
              </a:defRPr>
            </a:lvl1pPr>
            <a:lvl2pPr algn="ctr">
              <a:defRPr sz="2100" b="1">
                <a:solidFill>
                  <a:srgbClr val="E0EAF4"/>
                </a:solidFill>
                <a:latin typeface="DejaVu Sans"/>
                <a:ea typeface="DejaVu Sans"/>
                <a:cs typeface="DejaVu Sans"/>
              </a:defRPr>
            </a:lvl2pPr>
            <a:lvl3pPr algn="ctr">
              <a:defRPr sz="2100" b="1">
                <a:solidFill>
                  <a:srgbClr val="E0EAF4"/>
                </a:solidFill>
                <a:latin typeface="DejaVu Sans"/>
                <a:ea typeface="DejaVu Sans"/>
                <a:cs typeface="DejaVu Sans"/>
              </a:defRPr>
            </a:lvl3pPr>
            <a:lvl4pPr algn="ctr">
              <a:defRPr sz="2100" b="1">
                <a:solidFill>
                  <a:srgbClr val="E0EAF4"/>
                </a:solidFill>
                <a:latin typeface="DejaVu Sans"/>
                <a:ea typeface="DejaVu Sans"/>
                <a:cs typeface="DejaVu Sans"/>
              </a:defRPr>
            </a:lvl4pPr>
            <a:lvl5pPr algn="ctr">
              <a:defRPr sz="2100" b="1">
                <a:solidFill>
                  <a:srgbClr val="E0EAF4"/>
                </a:solidFill>
                <a:latin typeface="DejaVu Sans"/>
                <a:ea typeface="DejaVu Sans"/>
                <a:cs typeface="DejaVu Sans"/>
              </a:defRPr>
            </a:lvl5pPr>
            <a:lvl6pPr algn="ctr">
              <a:defRPr sz="2100" b="1">
                <a:solidFill>
                  <a:srgbClr val="E0EAF4"/>
                </a:solidFill>
                <a:latin typeface="DejaVu Sans"/>
                <a:ea typeface="DejaVu Sans"/>
                <a:cs typeface="DejaVu Sans"/>
              </a:defRPr>
            </a:lvl6pPr>
            <a:lvl7pPr algn="ctr">
              <a:defRPr sz="2100" b="1">
                <a:solidFill>
                  <a:srgbClr val="E0EAF4"/>
                </a:solidFill>
                <a:latin typeface="DejaVu Sans"/>
                <a:ea typeface="DejaVu Sans"/>
                <a:cs typeface="DejaVu Sans"/>
              </a:defRPr>
            </a:lvl7pPr>
            <a:lvl8pPr algn="ctr">
              <a:defRPr sz="2100" b="1">
                <a:solidFill>
                  <a:srgbClr val="E0EAF4"/>
                </a:solidFill>
                <a:latin typeface="DejaVu Sans"/>
                <a:ea typeface="DejaVu Sans"/>
                <a:cs typeface="DejaVu Sans"/>
              </a:defRPr>
            </a:lvl8pPr>
            <a:lvl9pPr algn="ctr">
              <a:defRPr sz="2100" b="1">
                <a:solidFill>
                  <a:srgbClr val="E0EAF4"/>
                </a:solidFill>
                <a:latin typeface="DejaVu Sans"/>
                <a:ea typeface="DejaVu Sans"/>
                <a:cs typeface="DejaVu Sans"/>
              </a:defRPr>
            </a:lvl9pPr>
          </a:lstStyle>
          <a:p xmlns:a="http://schemas.openxmlformats.org/drawingml/2006/main">
            <a:pPr algn="ctr">
              <a:defRPr sz="2100" b="1">
                <a:solidFill>
                  <a:srgbClr val="E0EAF4"/>
                </a:solidFill>
                <a:latin typeface="DejaVu Sans"/>
                <a:ea typeface="DejaVu Sans"/>
                <a:cs typeface="DejaVu Sans"/>
              </a:defRPr>
            </a:pPr>
            <a:r>
              <a:rPr sz="2100" b="1">
                <a:solidFill>
                  <a:srgbClr val="E0EAF4"/>
                </a:solidFill>
                <a:latin typeface="DejaVu Sans"/>
                <a:ea typeface="DejaVu Sans"/>
                <a:cs typeface="DejaVu Sans"/>
              </a:rPr>
              <a:t>ESP-Paket</a:t>
            </a:r>
          </a:p>
        </p:txBody>
      </p:sp>
    </p:spTree>
    <p:extLst>
      <p:ext uri="{BB962C8B-B14F-4D97-AF65-F5344CB8AC3E}">
        <p14:creationId xmlns:p14="http://schemas.microsoft.com/office/powerpoint/2010/main" val="1632647760"/>
      </p:ext>
    </p:extLst>
  </p:cSld>
</p:sld>
</file>

<file path=ppt/slides/slide28.xml><?xml version="1.0" encoding="utf-8"?>
<p:sld xmlns:p="http://schemas.openxmlformats.org/presentationml/2006/main">
  <p:cSld>
    <p:bg>
      <p:bgPr>
        <a:solidFill xmlns:a="http://schemas.openxmlformats.org/drawingml/2006/main">
          <a:srgbClr val="081522"/>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67D6CA78-E6EB-42AC-B41F-75E775717580}"/>
              </a:ext>
            </a:extLst>
          </p:cNvPr>
          <p:cNvPicPr>
            <a:picLocks xmlns:a="http://schemas.openxmlformats.org/drawingml/2006/main" noChangeAspect="1"/>
          </p:cNvPicPr>
          <p:nvPr/>
        </p:nvPicPr>
        <p:blipFill>
          <a:blip xmlns:r="http://schemas.openxmlformats.org/officeDocument/2006/relationships" xmlns:a="http://schemas.openxmlformats.org/drawingml/2006/main" r:embed="Rb58cda1e7a144dcb"/>
          <a:srcRect xmlns:a="http://schemas.openxmlformats.org/drawingml/2006/main" l="0" t="27" r="0" b="27"/>
          <a:stretch xmlns:a="http://schemas.openxmlformats.org/drawingml/2006/main">
            <a:fillRect l="0" t="0" r="0" b="0"/>
          </a:stretch>
        </p:blipFill>
        <p:spPr>
          <a:xfrm xmlns:a="http://schemas.openxmlformats.org/drawingml/2006/main">
            <a:off x="0" y="0"/>
            <a:ext cx="15240000" cy="8572500"/>
          </a:xfrm>
          <a:prstGeom xmlns:a="http://schemas.openxmlformats.org/drawingml/2006/main" prst="rect">
            <a:avLst/>
          </a:prstGeom>
        </p:spPr>
      </p:pic>
      <p:sp>
        <p:nvSpPr>
          <p:cNvPr id="2" name="agenda-heading">
            <a:extLst xmlns:a="http://schemas.openxmlformats.org/drawingml/2006/main">
              <a:ext uri="{FF2B5EF4-FFF2-40B4-BE49-F238E27FC236}">
                <a16:creationId xmlns:a16="http://schemas.microsoft.com/office/drawing/2014/main" id="{BD22676E-58DC-4D4B-B515-645F9427DBA9}"/>
              </a:ext>
            </a:extLst>
          </p:cNvPr>
          <p:cNvSpPr>
            <a:spLocks xmlns:a="http://schemas.openxmlformats.org/drawingml/2006/main" noGrp="1"/>
          </p:cNvSpPr>
          <p:nvPr/>
        </p:nvSpPr>
        <p:spPr>
          <a:xfrm xmlns:a="http://schemas.openxmlformats.org/drawingml/2006/main">
            <a:off x="400050" y="638175"/>
            <a:ext cx="2333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54DEEF"/>
                </a:solidFill>
                <a:latin typeface="DejaVu Sans Mono"/>
                <a:ea typeface="DejaVu Sans Mono"/>
                <a:cs typeface="DejaVu Sans Mono"/>
              </a:defRPr>
            </a:defPPr>
            <a:lvl1pPr algn="l">
              <a:defRPr sz="1875" b="1">
                <a:solidFill>
                  <a:srgbClr val="54DEEF"/>
                </a:solidFill>
                <a:latin typeface="DejaVu Sans Mono"/>
                <a:ea typeface="DejaVu Sans Mono"/>
                <a:cs typeface="DejaVu Sans Mono"/>
              </a:defRPr>
            </a:lvl1pPr>
            <a:lvl2pPr algn="l">
              <a:defRPr sz="1875" b="1">
                <a:solidFill>
                  <a:srgbClr val="54DEEF"/>
                </a:solidFill>
                <a:latin typeface="DejaVu Sans Mono"/>
                <a:ea typeface="DejaVu Sans Mono"/>
                <a:cs typeface="DejaVu Sans Mono"/>
              </a:defRPr>
            </a:lvl2pPr>
            <a:lvl3pPr algn="l">
              <a:defRPr sz="1875" b="1">
                <a:solidFill>
                  <a:srgbClr val="54DEEF"/>
                </a:solidFill>
                <a:latin typeface="DejaVu Sans Mono"/>
                <a:ea typeface="DejaVu Sans Mono"/>
                <a:cs typeface="DejaVu Sans Mono"/>
              </a:defRPr>
            </a:lvl3pPr>
            <a:lvl4pPr algn="l">
              <a:defRPr sz="1875" b="1">
                <a:solidFill>
                  <a:srgbClr val="54DEEF"/>
                </a:solidFill>
                <a:latin typeface="DejaVu Sans Mono"/>
                <a:ea typeface="DejaVu Sans Mono"/>
                <a:cs typeface="DejaVu Sans Mono"/>
              </a:defRPr>
            </a:lvl4pPr>
            <a:lvl5pPr algn="l">
              <a:defRPr sz="1875" b="1">
                <a:solidFill>
                  <a:srgbClr val="54DEEF"/>
                </a:solidFill>
                <a:latin typeface="DejaVu Sans Mono"/>
                <a:ea typeface="DejaVu Sans Mono"/>
                <a:cs typeface="DejaVu Sans Mono"/>
              </a:defRPr>
            </a:lvl5pPr>
            <a:lvl6pPr algn="l">
              <a:defRPr sz="1875" b="1">
                <a:solidFill>
                  <a:srgbClr val="54DEEF"/>
                </a:solidFill>
                <a:latin typeface="DejaVu Sans Mono"/>
                <a:ea typeface="DejaVu Sans Mono"/>
                <a:cs typeface="DejaVu Sans Mono"/>
              </a:defRPr>
            </a:lvl6pPr>
            <a:lvl7pPr algn="l">
              <a:defRPr sz="1875" b="1">
                <a:solidFill>
                  <a:srgbClr val="54DEEF"/>
                </a:solidFill>
                <a:latin typeface="DejaVu Sans Mono"/>
                <a:ea typeface="DejaVu Sans Mono"/>
                <a:cs typeface="DejaVu Sans Mono"/>
              </a:defRPr>
            </a:lvl7pPr>
            <a:lvl8pPr algn="l">
              <a:defRPr sz="1875" b="1">
                <a:solidFill>
                  <a:srgbClr val="54DEEF"/>
                </a:solidFill>
                <a:latin typeface="DejaVu Sans Mono"/>
                <a:ea typeface="DejaVu Sans Mono"/>
                <a:cs typeface="DejaVu Sans Mono"/>
              </a:defRPr>
            </a:lvl8pPr>
            <a:lvl9pPr algn="l">
              <a:defRPr sz="1875" b="1">
                <a:solidFill>
                  <a:srgbClr val="54DEEF"/>
                </a:solidFill>
                <a:latin typeface="DejaVu Sans Mono"/>
                <a:ea typeface="DejaVu Sans Mono"/>
                <a:cs typeface="DejaVu Sans Mono"/>
              </a:defRPr>
            </a:lvl9pPr>
          </a:lstStyle>
          <a:p xmlns:a="http://schemas.openxmlformats.org/drawingml/2006/main">
            <a:pPr algn="l">
              <a:defRPr sz="1875" b="1">
                <a:solidFill>
                  <a:srgbClr val="54DEEF"/>
                </a:solidFill>
                <a:latin typeface="DejaVu Sans Mono"/>
                <a:ea typeface="DejaVu Sans Mono"/>
                <a:cs typeface="DejaVu Sans Mono"/>
              </a:defRPr>
            </a:pPr>
            <a:r>
              <a:rPr sz="1875" b="1">
                <a:solidFill>
                  <a:srgbClr val="54DEEF"/>
                </a:solidFill>
                <a:latin typeface="DejaVu Sans Mono"/>
                <a:ea typeface="DejaVu Sans Mono"/>
                <a:cs typeface="DejaVu Sans Mono"/>
              </a:rPr>
              <a:t>Agenda:</a:t>
            </a:r>
          </a:p>
        </p:txBody>
      </p:sp>
      <p:sp>
        <p:nvSpPr>
          <p:cNvPr id="3" name="agenda-item">
            <a:extLst xmlns:a="http://schemas.openxmlformats.org/drawingml/2006/main">
              <a:ext uri="{FF2B5EF4-FFF2-40B4-BE49-F238E27FC236}">
                <a16:creationId xmlns:a16="http://schemas.microsoft.com/office/drawing/2014/main" id="{3DBA5E06-A6EF-4429-BEE4-3A215263B014}"/>
              </a:ext>
            </a:extLst>
          </p:cNvPr>
          <p:cNvSpPr>
            <a:spLocks xmlns:a="http://schemas.openxmlformats.org/drawingml/2006/main" noGrp="1"/>
          </p:cNvSpPr>
          <p:nvPr/>
        </p:nvSpPr>
        <p:spPr>
          <a:xfrm xmlns:a="http://schemas.openxmlformats.org/drawingml/2006/main">
            <a:off x="400050" y="142875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Was ist ein VPN?</a:t>
            </a:r>
          </a:p>
        </p:txBody>
      </p:sp>
      <p:sp>
        <p:nvSpPr>
          <p:cNvPr id="4" name="agenda-item">
            <a:extLst xmlns:a="http://schemas.openxmlformats.org/drawingml/2006/main">
              <a:ext uri="{FF2B5EF4-FFF2-40B4-BE49-F238E27FC236}">
                <a16:creationId xmlns:a16="http://schemas.microsoft.com/office/drawing/2014/main" id="{8E6E4AAB-033F-4BE3-AC04-2F0B20A64124}"/>
              </a:ext>
            </a:extLst>
          </p:cNvPr>
          <p:cNvSpPr>
            <a:spLocks xmlns:a="http://schemas.openxmlformats.org/drawingml/2006/main" noGrp="1"/>
          </p:cNvSpPr>
          <p:nvPr/>
        </p:nvSpPr>
        <p:spPr>
          <a:xfrm xmlns:a="http://schemas.openxmlformats.org/drawingml/2006/main">
            <a:off x="400050" y="209550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Aufbau eines VPN</a:t>
            </a:r>
          </a:p>
        </p:txBody>
      </p:sp>
      <p:sp>
        <p:nvSpPr>
          <p:cNvPr id="5" name="agenda-item">
            <a:extLst xmlns:a="http://schemas.openxmlformats.org/drawingml/2006/main">
              <a:ext uri="{FF2B5EF4-FFF2-40B4-BE49-F238E27FC236}">
                <a16:creationId xmlns:a16="http://schemas.microsoft.com/office/drawing/2014/main" id="{7DD757FA-C7CB-4D9B-95AE-8DAA89E8E440}"/>
              </a:ext>
            </a:extLst>
          </p:cNvPr>
          <p:cNvSpPr>
            <a:spLocks xmlns:a="http://schemas.openxmlformats.org/drawingml/2006/main" noGrp="1"/>
          </p:cNvSpPr>
          <p:nvPr/>
        </p:nvSpPr>
        <p:spPr>
          <a:xfrm xmlns:a="http://schemas.openxmlformats.org/drawingml/2006/main">
            <a:off x="400050" y="276225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Ausprägungen eines VPN Netzes</a:t>
            </a:r>
          </a:p>
        </p:txBody>
      </p:sp>
      <p:sp>
        <p:nvSpPr>
          <p:cNvPr id="6" name="agenda-item">
            <a:extLst xmlns:a="http://schemas.openxmlformats.org/drawingml/2006/main">
              <a:ext uri="{FF2B5EF4-FFF2-40B4-BE49-F238E27FC236}">
                <a16:creationId xmlns:a16="http://schemas.microsoft.com/office/drawing/2014/main" id="{E3AC107C-E384-4EBC-B613-E66943FB8164}"/>
              </a:ext>
            </a:extLst>
          </p:cNvPr>
          <p:cNvSpPr>
            <a:spLocks xmlns:a="http://schemas.openxmlformats.org/drawingml/2006/main" noGrp="1"/>
          </p:cNvSpPr>
          <p:nvPr/>
        </p:nvSpPr>
        <p:spPr>
          <a:xfrm xmlns:a="http://schemas.openxmlformats.org/drawingml/2006/main">
            <a:off x="400050" y="371475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Tunneling Protokolle</a:t>
            </a:r>
          </a:p>
        </p:txBody>
      </p:sp>
      <p:sp>
        <p:nvSpPr>
          <p:cNvPr id="7" name="agenda-item">
            <a:extLst xmlns:a="http://schemas.openxmlformats.org/drawingml/2006/main">
              <a:ext uri="{FF2B5EF4-FFF2-40B4-BE49-F238E27FC236}">
                <a16:creationId xmlns:a16="http://schemas.microsoft.com/office/drawing/2014/main" id="{B8549404-D721-43C1-9A53-B39935EEB246}"/>
              </a:ext>
            </a:extLst>
          </p:cNvPr>
          <p:cNvSpPr>
            <a:spLocks xmlns:a="http://schemas.openxmlformats.org/drawingml/2006/main" noGrp="1"/>
          </p:cNvSpPr>
          <p:nvPr/>
        </p:nvSpPr>
        <p:spPr>
          <a:xfrm xmlns:a="http://schemas.openxmlformats.org/drawingml/2006/main">
            <a:off x="400050" y="4524375"/>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IPSec</a:t>
            </a:r>
          </a:p>
        </p:txBody>
      </p:sp>
      <p:sp>
        <p:nvSpPr>
          <p:cNvPr id="8" name="agenda-item">
            <a:extLst xmlns:a="http://schemas.openxmlformats.org/drawingml/2006/main">
              <a:ext uri="{FF2B5EF4-FFF2-40B4-BE49-F238E27FC236}">
                <a16:creationId xmlns:a16="http://schemas.microsoft.com/office/drawing/2014/main" id="{12CBB822-0E3C-42F4-BAD3-DC070B7A84D9}"/>
              </a:ext>
            </a:extLst>
          </p:cNvPr>
          <p:cNvSpPr>
            <a:spLocks xmlns:a="http://schemas.openxmlformats.org/drawingml/2006/main" noGrp="1"/>
          </p:cNvSpPr>
          <p:nvPr/>
        </p:nvSpPr>
        <p:spPr>
          <a:xfrm xmlns:a="http://schemas.openxmlformats.org/drawingml/2006/main">
            <a:off x="400050" y="5191125"/>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54DEEF"/>
                </a:solidFill>
                <a:latin typeface="DejaVu Sans"/>
                <a:ea typeface="DejaVu Sans"/>
                <a:cs typeface="DejaVu Sans"/>
              </a:defRPr>
            </a:defPPr>
            <a:lvl1pPr algn="l">
              <a:defRPr sz="1575" b="1">
                <a:solidFill>
                  <a:srgbClr val="54DEEF"/>
                </a:solidFill>
                <a:latin typeface="DejaVu Sans"/>
                <a:ea typeface="DejaVu Sans"/>
                <a:cs typeface="DejaVu Sans"/>
              </a:defRPr>
            </a:lvl1pPr>
            <a:lvl2pPr algn="l">
              <a:defRPr sz="1575" b="1">
                <a:solidFill>
                  <a:srgbClr val="54DEEF"/>
                </a:solidFill>
                <a:latin typeface="DejaVu Sans"/>
                <a:ea typeface="DejaVu Sans"/>
                <a:cs typeface="DejaVu Sans"/>
              </a:defRPr>
            </a:lvl2pPr>
            <a:lvl3pPr algn="l">
              <a:defRPr sz="1575" b="1">
                <a:solidFill>
                  <a:srgbClr val="54DEEF"/>
                </a:solidFill>
                <a:latin typeface="DejaVu Sans"/>
                <a:ea typeface="DejaVu Sans"/>
                <a:cs typeface="DejaVu Sans"/>
              </a:defRPr>
            </a:lvl3pPr>
            <a:lvl4pPr algn="l">
              <a:defRPr sz="1575" b="1">
                <a:solidFill>
                  <a:srgbClr val="54DEEF"/>
                </a:solidFill>
                <a:latin typeface="DejaVu Sans"/>
                <a:ea typeface="DejaVu Sans"/>
                <a:cs typeface="DejaVu Sans"/>
              </a:defRPr>
            </a:lvl4pPr>
            <a:lvl5pPr algn="l">
              <a:defRPr sz="1575" b="1">
                <a:solidFill>
                  <a:srgbClr val="54DEEF"/>
                </a:solidFill>
                <a:latin typeface="DejaVu Sans"/>
                <a:ea typeface="DejaVu Sans"/>
                <a:cs typeface="DejaVu Sans"/>
              </a:defRPr>
            </a:lvl5pPr>
            <a:lvl6pPr algn="l">
              <a:defRPr sz="1575" b="1">
                <a:solidFill>
                  <a:srgbClr val="54DEEF"/>
                </a:solidFill>
                <a:latin typeface="DejaVu Sans"/>
                <a:ea typeface="DejaVu Sans"/>
                <a:cs typeface="DejaVu Sans"/>
              </a:defRPr>
            </a:lvl6pPr>
            <a:lvl7pPr algn="l">
              <a:defRPr sz="1575" b="1">
                <a:solidFill>
                  <a:srgbClr val="54DEEF"/>
                </a:solidFill>
                <a:latin typeface="DejaVu Sans"/>
                <a:ea typeface="DejaVu Sans"/>
                <a:cs typeface="DejaVu Sans"/>
              </a:defRPr>
            </a:lvl7pPr>
            <a:lvl8pPr algn="l">
              <a:defRPr sz="1575" b="1">
                <a:solidFill>
                  <a:srgbClr val="54DEEF"/>
                </a:solidFill>
                <a:latin typeface="DejaVu Sans"/>
                <a:ea typeface="DejaVu Sans"/>
                <a:cs typeface="DejaVu Sans"/>
              </a:defRPr>
            </a:lvl8pPr>
            <a:lvl9pPr algn="l">
              <a:defRPr sz="1575" b="1">
                <a:solidFill>
                  <a:srgbClr val="54DEEF"/>
                </a:solidFill>
                <a:latin typeface="DejaVu Sans"/>
                <a:ea typeface="DejaVu Sans"/>
                <a:cs typeface="DejaVu Sans"/>
              </a:defRPr>
            </a:lvl9pPr>
          </a:lstStyle>
          <a:p xmlns:a="http://schemas.openxmlformats.org/drawingml/2006/main">
            <a:pPr algn="l">
              <a:defRPr sz="1575" b="1">
                <a:solidFill>
                  <a:srgbClr val="54DEEF"/>
                </a:solidFill>
                <a:latin typeface="DejaVu Sans"/>
                <a:ea typeface="DejaVu Sans"/>
                <a:cs typeface="DejaVu Sans"/>
              </a:defRPr>
            </a:pPr>
            <a:r>
              <a:rPr sz="1575" b="1">
                <a:solidFill>
                  <a:srgbClr val="54DEEF"/>
                </a:solidFill>
                <a:latin typeface="DejaVu Sans"/>
                <a:ea typeface="DejaVu Sans"/>
                <a:cs typeface="DejaVu Sans"/>
              </a:rPr>
              <a:t>VPN in Verbindung mit einer Firewall</a:t>
            </a:r>
          </a:p>
        </p:txBody>
      </p:sp>
      <p:sp>
        <p:nvSpPr>
          <p:cNvPr id="9" name="agenda-item">
            <a:extLst xmlns:a="http://schemas.openxmlformats.org/drawingml/2006/main">
              <a:ext uri="{FF2B5EF4-FFF2-40B4-BE49-F238E27FC236}">
                <a16:creationId xmlns:a16="http://schemas.microsoft.com/office/drawing/2014/main" id="{550C6C05-5F6C-49D4-A44C-3A359B2D65D1}"/>
              </a:ext>
            </a:extLst>
          </p:cNvPr>
          <p:cNvSpPr>
            <a:spLocks xmlns:a="http://schemas.openxmlformats.org/drawingml/2006/main" noGrp="1"/>
          </p:cNvSpPr>
          <p:nvPr/>
        </p:nvSpPr>
        <p:spPr>
          <a:xfrm xmlns:a="http://schemas.openxmlformats.org/drawingml/2006/main">
            <a:off x="400050" y="6334125"/>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Fazit</a:t>
            </a:r>
          </a:p>
        </p:txBody>
      </p:sp>
      <p:sp>
        <p:nvSpPr>
          <p:cNvPr id="10" name="title">
            <a:extLst xmlns:a="http://schemas.openxmlformats.org/drawingml/2006/main">
              <a:ext uri="{FF2B5EF4-FFF2-40B4-BE49-F238E27FC236}">
                <a16:creationId xmlns:a16="http://schemas.microsoft.com/office/drawing/2014/main" id="{56EE2905-040E-42BC-BE86-61FB427DF1A8}"/>
              </a:ext>
            </a:extLst>
          </p:cNvPr>
          <p:cNvSpPr>
            <a:spLocks xmlns:a="http://schemas.openxmlformats.org/drawingml/2006/main" noGrp="1"/>
          </p:cNvSpPr>
          <p:nvPr/>
        </p:nvSpPr>
        <p:spPr>
          <a:xfrm xmlns:a="http://schemas.openxmlformats.org/drawingml/2006/main">
            <a:off x="3619500" y="590550"/>
            <a:ext cx="1085850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525" b="1">
                <a:solidFill>
                  <a:srgbClr val="F1F7FC"/>
                </a:solidFill>
                <a:latin typeface="DejaVu Sans"/>
                <a:ea typeface="DejaVu Sans"/>
                <a:cs typeface="DejaVu Sans"/>
              </a:defRPr>
            </a:defPPr>
            <a:lvl1pPr algn="l">
              <a:defRPr sz="3525" b="1">
                <a:solidFill>
                  <a:srgbClr val="F1F7FC"/>
                </a:solidFill>
                <a:latin typeface="DejaVu Sans"/>
                <a:ea typeface="DejaVu Sans"/>
                <a:cs typeface="DejaVu Sans"/>
              </a:defRPr>
            </a:lvl1pPr>
            <a:lvl2pPr algn="l">
              <a:defRPr sz="3525" b="1">
                <a:solidFill>
                  <a:srgbClr val="F1F7FC"/>
                </a:solidFill>
                <a:latin typeface="DejaVu Sans"/>
                <a:ea typeface="DejaVu Sans"/>
                <a:cs typeface="DejaVu Sans"/>
              </a:defRPr>
            </a:lvl2pPr>
            <a:lvl3pPr algn="l">
              <a:defRPr sz="3525" b="1">
                <a:solidFill>
                  <a:srgbClr val="F1F7FC"/>
                </a:solidFill>
                <a:latin typeface="DejaVu Sans"/>
                <a:ea typeface="DejaVu Sans"/>
                <a:cs typeface="DejaVu Sans"/>
              </a:defRPr>
            </a:lvl3pPr>
            <a:lvl4pPr algn="l">
              <a:defRPr sz="3525" b="1">
                <a:solidFill>
                  <a:srgbClr val="F1F7FC"/>
                </a:solidFill>
                <a:latin typeface="DejaVu Sans"/>
                <a:ea typeface="DejaVu Sans"/>
                <a:cs typeface="DejaVu Sans"/>
              </a:defRPr>
            </a:lvl4pPr>
            <a:lvl5pPr algn="l">
              <a:defRPr sz="3525" b="1">
                <a:solidFill>
                  <a:srgbClr val="F1F7FC"/>
                </a:solidFill>
                <a:latin typeface="DejaVu Sans"/>
                <a:ea typeface="DejaVu Sans"/>
                <a:cs typeface="DejaVu Sans"/>
              </a:defRPr>
            </a:lvl5pPr>
            <a:lvl6pPr algn="l">
              <a:defRPr sz="3525" b="1">
                <a:solidFill>
                  <a:srgbClr val="F1F7FC"/>
                </a:solidFill>
                <a:latin typeface="DejaVu Sans"/>
                <a:ea typeface="DejaVu Sans"/>
                <a:cs typeface="DejaVu Sans"/>
              </a:defRPr>
            </a:lvl6pPr>
            <a:lvl7pPr algn="l">
              <a:defRPr sz="3525" b="1">
                <a:solidFill>
                  <a:srgbClr val="F1F7FC"/>
                </a:solidFill>
                <a:latin typeface="DejaVu Sans"/>
                <a:ea typeface="DejaVu Sans"/>
                <a:cs typeface="DejaVu Sans"/>
              </a:defRPr>
            </a:lvl7pPr>
            <a:lvl8pPr algn="l">
              <a:defRPr sz="3525" b="1">
                <a:solidFill>
                  <a:srgbClr val="F1F7FC"/>
                </a:solidFill>
                <a:latin typeface="DejaVu Sans"/>
                <a:ea typeface="DejaVu Sans"/>
                <a:cs typeface="DejaVu Sans"/>
              </a:defRPr>
            </a:lvl8pPr>
            <a:lvl9pPr algn="l">
              <a:defRPr sz="3525" b="1">
                <a:solidFill>
                  <a:srgbClr val="F1F7FC"/>
                </a:solidFill>
                <a:latin typeface="DejaVu Sans"/>
                <a:ea typeface="DejaVu Sans"/>
                <a:cs typeface="DejaVu Sans"/>
              </a:defRPr>
            </a:lvl9pPr>
          </a:lstStyle>
          <a:p xmlns:a="http://schemas.openxmlformats.org/drawingml/2006/main">
            <a:pPr algn="l">
              <a:defRPr sz="3525" b="1">
                <a:solidFill>
                  <a:srgbClr val="F1F7FC"/>
                </a:solidFill>
                <a:latin typeface="DejaVu Sans"/>
                <a:ea typeface="DejaVu Sans"/>
                <a:cs typeface="DejaVu Sans"/>
              </a:defRPr>
            </a:pPr>
            <a:r>
              <a:rPr sz="3525" b="1">
                <a:solidFill>
                  <a:srgbClr val="F1F7FC"/>
                </a:solidFill>
                <a:latin typeface="DejaVu Sans"/>
                <a:ea typeface="DejaVu Sans"/>
                <a:cs typeface="DejaVu Sans"/>
              </a:rPr>
              <a:t>Allgemeine Erläuterung</a:t>
            </a:r>
          </a:p>
        </p:txBody>
      </p:sp>
      <p:sp>
        <p:nvSpPr>
          <p:cNvPr id="11" name="page-number">
            <a:extLst xmlns:a="http://schemas.openxmlformats.org/drawingml/2006/main">
              <a:ext uri="{FF2B5EF4-FFF2-40B4-BE49-F238E27FC236}">
                <a16:creationId xmlns:a16="http://schemas.microsoft.com/office/drawing/2014/main" id="{4CF1E101-841F-4ACD-A575-CE888B6F2CC4}"/>
              </a:ext>
            </a:extLst>
          </p:cNvPr>
          <p:cNvSpPr>
            <a:spLocks xmlns:a="http://schemas.openxmlformats.org/drawingml/2006/main" noGrp="1"/>
          </p:cNvSpPr>
          <p:nvPr/>
        </p:nvSpPr>
        <p:spPr>
          <a:xfrm xmlns:a="http://schemas.openxmlformats.org/drawingml/2006/main">
            <a:off x="13477875" y="8020050"/>
            <a:ext cx="1285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AABFD1"/>
                </a:solidFill>
                <a:latin typeface="DejaVu Sans Mono"/>
                <a:ea typeface="DejaVu Sans Mono"/>
                <a:cs typeface="DejaVu Sans Mono"/>
              </a:defRPr>
            </a:defPPr>
            <a:lvl1pPr algn="r">
              <a:defRPr sz="1350" b="0">
                <a:solidFill>
                  <a:srgbClr val="AABFD1"/>
                </a:solidFill>
                <a:latin typeface="DejaVu Sans Mono"/>
                <a:ea typeface="DejaVu Sans Mono"/>
                <a:cs typeface="DejaVu Sans Mono"/>
              </a:defRPr>
            </a:lvl1pPr>
            <a:lvl2pPr algn="r">
              <a:defRPr sz="1350" b="0">
                <a:solidFill>
                  <a:srgbClr val="AABFD1"/>
                </a:solidFill>
                <a:latin typeface="DejaVu Sans Mono"/>
                <a:ea typeface="DejaVu Sans Mono"/>
                <a:cs typeface="DejaVu Sans Mono"/>
              </a:defRPr>
            </a:lvl2pPr>
            <a:lvl3pPr algn="r">
              <a:defRPr sz="1350" b="0">
                <a:solidFill>
                  <a:srgbClr val="AABFD1"/>
                </a:solidFill>
                <a:latin typeface="DejaVu Sans Mono"/>
                <a:ea typeface="DejaVu Sans Mono"/>
                <a:cs typeface="DejaVu Sans Mono"/>
              </a:defRPr>
            </a:lvl3pPr>
            <a:lvl4pPr algn="r">
              <a:defRPr sz="1350" b="0">
                <a:solidFill>
                  <a:srgbClr val="AABFD1"/>
                </a:solidFill>
                <a:latin typeface="DejaVu Sans Mono"/>
                <a:ea typeface="DejaVu Sans Mono"/>
                <a:cs typeface="DejaVu Sans Mono"/>
              </a:defRPr>
            </a:lvl4pPr>
            <a:lvl5pPr algn="r">
              <a:defRPr sz="1350" b="0">
                <a:solidFill>
                  <a:srgbClr val="AABFD1"/>
                </a:solidFill>
                <a:latin typeface="DejaVu Sans Mono"/>
                <a:ea typeface="DejaVu Sans Mono"/>
                <a:cs typeface="DejaVu Sans Mono"/>
              </a:defRPr>
            </a:lvl5pPr>
            <a:lvl6pPr algn="r">
              <a:defRPr sz="1350" b="0">
                <a:solidFill>
                  <a:srgbClr val="AABFD1"/>
                </a:solidFill>
                <a:latin typeface="DejaVu Sans Mono"/>
                <a:ea typeface="DejaVu Sans Mono"/>
                <a:cs typeface="DejaVu Sans Mono"/>
              </a:defRPr>
            </a:lvl6pPr>
            <a:lvl7pPr algn="r">
              <a:defRPr sz="1350" b="0">
                <a:solidFill>
                  <a:srgbClr val="AABFD1"/>
                </a:solidFill>
                <a:latin typeface="DejaVu Sans Mono"/>
                <a:ea typeface="DejaVu Sans Mono"/>
                <a:cs typeface="DejaVu Sans Mono"/>
              </a:defRPr>
            </a:lvl7pPr>
            <a:lvl8pPr algn="r">
              <a:defRPr sz="1350" b="0">
                <a:solidFill>
                  <a:srgbClr val="AABFD1"/>
                </a:solidFill>
                <a:latin typeface="DejaVu Sans Mono"/>
                <a:ea typeface="DejaVu Sans Mono"/>
                <a:cs typeface="DejaVu Sans Mono"/>
              </a:defRPr>
            </a:lvl8pPr>
            <a:lvl9pPr algn="r">
              <a:defRPr sz="1350" b="0">
                <a:solidFill>
                  <a:srgbClr val="AABFD1"/>
                </a:solidFill>
                <a:latin typeface="DejaVu Sans Mono"/>
                <a:ea typeface="DejaVu Sans Mono"/>
                <a:cs typeface="DejaVu Sans Mono"/>
              </a:defRPr>
            </a:lvl9pPr>
          </a:lstStyle>
          <a:p xmlns:a="http://schemas.openxmlformats.org/drawingml/2006/main">
            <a:pPr algn="r">
              <a:defRPr sz="1350" b="0">
                <a:solidFill>
                  <a:srgbClr val="AABFD1"/>
                </a:solidFill>
                <a:latin typeface="DejaVu Sans Mono"/>
                <a:ea typeface="DejaVu Sans Mono"/>
                <a:cs typeface="DejaVu Sans Mono"/>
              </a:defRPr>
            </a:pPr>
            <a:r>
              <a:rPr sz="1350" b="0">
                <a:solidFill>
                  <a:srgbClr val="AABFD1"/>
                </a:solidFill>
                <a:latin typeface="DejaVu Sans Mono"/>
                <a:ea typeface="DejaVu Sans Mono"/>
                <a:cs typeface="DejaVu Sans Mono"/>
              </a:rPr>
              <a:t>28 / 33</a:t>
            </a:r>
          </a:p>
        </p:txBody>
      </p:sp>
      <p:sp>
        <p:nvSpPr>
          <p:cNvPr id="12" name="content">
            <a:extLst xmlns:a="http://schemas.openxmlformats.org/drawingml/2006/main">
              <a:ext uri="{FF2B5EF4-FFF2-40B4-BE49-F238E27FC236}">
                <a16:creationId xmlns:a16="http://schemas.microsoft.com/office/drawing/2014/main" id="{0EF1FF73-6200-440B-81F1-5B4FEBB68C09}"/>
              </a:ext>
            </a:extLst>
          </p:cNvPr>
          <p:cNvSpPr>
            <a:spLocks xmlns:a="http://schemas.openxmlformats.org/drawingml/2006/main" noGrp="1"/>
          </p:cNvSpPr>
          <p:nvPr/>
        </p:nvSpPr>
        <p:spPr>
          <a:xfrm xmlns:a="http://schemas.openxmlformats.org/drawingml/2006/main">
            <a:off x="3619500" y="2047875"/>
            <a:ext cx="10858500" cy="4724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E0EAF4"/>
                </a:solidFill>
                <a:latin typeface="DejaVu Sans"/>
                <a:ea typeface="DejaVu Sans"/>
                <a:cs typeface="DejaVu Sans"/>
              </a:defRPr>
            </a:defPPr>
            <a:lvl1pPr algn="l">
              <a:defRPr sz="2250" b="0">
                <a:solidFill>
                  <a:srgbClr val="E0EAF4"/>
                </a:solidFill>
                <a:latin typeface="DejaVu Sans"/>
                <a:ea typeface="DejaVu Sans"/>
                <a:cs typeface="DejaVu Sans"/>
              </a:defRPr>
            </a:lvl1pPr>
            <a:lvl2pPr algn="l">
              <a:defRPr sz="2250" b="0">
                <a:solidFill>
                  <a:srgbClr val="E0EAF4"/>
                </a:solidFill>
                <a:latin typeface="DejaVu Sans"/>
                <a:ea typeface="DejaVu Sans"/>
                <a:cs typeface="DejaVu Sans"/>
              </a:defRPr>
            </a:lvl2pPr>
            <a:lvl3pPr algn="l">
              <a:defRPr sz="2250" b="0">
                <a:solidFill>
                  <a:srgbClr val="E0EAF4"/>
                </a:solidFill>
                <a:latin typeface="DejaVu Sans"/>
                <a:ea typeface="DejaVu Sans"/>
                <a:cs typeface="DejaVu Sans"/>
              </a:defRPr>
            </a:lvl3pPr>
            <a:lvl4pPr algn="l">
              <a:defRPr sz="2250" b="0">
                <a:solidFill>
                  <a:srgbClr val="E0EAF4"/>
                </a:solidFill>
                <a:latin typeface="DejaVu Sans"/>
                <a:ea typeface="DejaVu Sans"/>
                <a:cs typeface="DejaVu Sans"/>
              </a:defRPr>
            </a:lvl4pPr>
            <a:lvl5pPr algn="l">
              <a:defRPr sz="2250" b="0">
                <a:solidFill>
                  <a:srgbClr val="E0EAF4"/>
                </a:solidFill>
                <a:latin typeface="DejaVu Sans"/>
                <a:ea typeface="DejaVu Sans"/>
                <a:cs typeface="DejaVu Sans"/>
              </a:defRPr>
            </a:lvl5pPr>
            <a:lvl6pPr algn="l">
              <a:defRPr sz="2250" b="0">
                <a:solidFill>
                  <a:srgbClr val="E0EAF4"/>
                </a:solidFill>
                <a:latin typeface="DejaVu Sans"/>
                <a:ea typeface="DejaVu Sans"/>
                <a:cs typeface="DejaVu Sans"/>
              </a:defRPr>
            </a:lvl6pPr>
            <a:lvl7pPr algn="l">
              <a:defRPr sz="2250" b="0">
                <a:solidFill>
                  <a:srgbClr val="E0EAF4"/>
                </a:solidFill>
                <a:latin typeface="DejaVu Sans"/>
                <a:ea typeface="DejaVu Sans"/>
                <a:cs typeface="DejaVu Sans"/>
              </a:defRPr>
            </a:lvl7pPr>
            <a:lvl8pPr algn="l">
              <a:defRPr sz="2250" b="0">
                <a:solidFill>
                  <a:srgbClr val="E0EAF4"/>
                </a:solidFill>
                <a:latin typeface="DejaVu Sans"/>
                <a:ea typeface="DejaVu Sans"/>
                <a:cs typeface="DejaVu Sans"/>
              </a:defRPr>
            </a:lvl8pPr>
            <a:lvl9pPr algn="l">
              <a:defRPr sz="2250" b="0">
                <a:solidFill>
                  <a:srgbClr val="E0EAF4"/>
                </a:solidFill>
                <a:latin typeface="DejaVu Sans"/>
                <a:ea typeface="DejaVu Sans"/>
                <a:cs typeface="DejaVu Sans"/>
              </a:defRPr>
            </a:lvl9pPr>
          </a:lstStyle>
          <a:p xmlns:a="http://schemas.openxmlformats.org/drawingml/2006/main">
            <a:pPr marL="355600" indent="-292100" algn="l">
              <a:spcAft>
                <a:spcPts val="0"/>
              </a:spcAft>
              <a:buChar char="•"/>
              <a:defRPr sz="2250" b="0">
                <a:solidFill>
                  <a:srgbClr val="E0EAF4"/>
                </a:solidFill>
                <a:latin typeface="DejaVu Sans"/>
                <a:ea typeface="DejaVu Sans"/>
                <a:cs typeface="DejaVu Sans"/>
              </a:defRPr>
            </a:pPr>
            <a:r>
              <a:rPr b="0">
                <a:latin typeface="DejaVu Sans"/>
                <a:ea typeface="DejaVu Sans"/>
                <a:cs typeface="DejaVu Sans"/>
              </a:rPr>
              <a:t>Firewalls schützen Netzwerke vor Zugriffen von außen</a:t>
            </a:r>
          </a:p>
        </p:txBody>
      </p:sp>
      <p:sp>
        <p:nvSpPr>
          <p:cNvPr id="13" name="content">
            <a:extLst xmlns:a="http://schemas.openxmlformats.org/drawingml/2006/main">
              <a:ext uri="{FF2B5EF4-FFF2-40B4-BE49-F238E27FC236}">
                <a16:creationId xmlns:a16="http://schemas.microsoft.com/office/drawing/2014/main" id="{5C465859-5515-4B61-9656-C5BB3052F93D}"/>
              </a:ext>
            </a:extLst>
          </p:cNvPr>
          <p:cNvSpPr>
            <a:spLocks xmlns:a="http://schemas.openxmlformats.org/drawingml/2006/main" noGrp="1"/>
          </p:cNvSpPr>
          <p:nvPr/>
        </p:nvSpPr>
        <p:spPr>
          <a:xfrm xmlns:a="http://schemas.openxmlformats.org/drawingml/2006/main">
            <a:off x="3619500" y="2777490"/>
            <a:ext cx="10858500" cy="8496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E0EAF4"/>
                </a:solidFill>
                <a:latin typeface="DejaVu Sans"/>
                <a:ea typeface="DejaVu Sans"/>
                <a:cs typeface="DejaVu Sans"/>
              </a:defRPr>
            </a:defPPr>
            <a:lvl1pPr algn="l">
              <a:defRPr sz="2250" b="0">
                <a:solidFill>
                  <a:srgbClr val="E0EAF4"/>
                </a:solidFill>
                <a:latin typeface="DejaVu Sans"/>
                <a:ea typeface="DejaVu Sans"/>
                <a:cs typeface="DejaVu Sans"/>
              </a:defRPr>
            </a:lvl1pPr>
            <a:lvl2pPr algn="l">
              <a:defRPr sz="2250" b="0">
                <a:solidFill>
                  <a:srgbClr val="E0EAF4"/>
                </a:solidFill>
                <a:latin typeface="DejaVu Sans"/>
                <a:ea typeface="DejaVu Sans"/>
                <a:cs typeface="DejaVu Sans"/>
              </a:defRPr>
            </a:lvl2pPr>
            <a:lvl3pPr algn="l">
              <a:defRPr sz="2250" b="0">
                <a:solidFill>
                  <a:srgbClr val="E0EAF4"/>
                </a:solidFill>
                <a:latin typeface="DejaVu Sans"/>
                <a:ea typeface="DejaVu Sans"/>
                <a:cs typeface="DejaVu Sans"/>
              </a:defRPr>
            </a:lvl3pPr>
            <a:lvl4pPr algn="l">
              <a:defRPr sz="2250" b="0">
                <a:solidFill>
                  <a:srgbClr val="E0EAF4"/>
                </a:solidFill>
                <a:latin typeface="DejaVu Sans"/>
                <a:ea typeface="DejaVu Sans"/>
                <a:cs typeface="DejaVu Sans"/>
              </a:defRPr>
            </a:lvl4pPr>
            <a:lvl5pPr algn="l">
              <a:defRPr sz="2250" b="0">
                <a:solidFill>
                  <a:srgbClr val="E0EAF4"/>
                </a:solidFill>
                <a:latin typeface="DejaVu Sans"/>
                <a:ea typeface="DejaVu Sans"/>
                <a:cs typeface="DejaVu Sans"/>
              </a:defRPr>
            </a:lvl5pPr>
            <a:lvl6pPr algn="l">
              <a:defRPr sz="2250" b="0">
                <a:solidFill>
                  <a:srgbClr val="E0EAF4"/>
                </a:solidFill>
                <a:latin typeface="DejaVu Sans"/>
                <a:ea typeface="DejaVu Sans"/>
                <a:cs typeface="DejaVu Sans"/>
              </a:defRPr>
            </a:lvl6pPr>
            <a:lvl7pPr algn="l">
              <a:defRPr sz="2250" b="0">
                <a:solidFill>
                  <a:srgbClr val="E0EAF4"/>
                </a:solidFill>
                <a:latin typeface="DejaVu Sans"/>
                <a:ea typeface="DejaVu Sans"/>
                <a:cs typeface="DejaVu Sans"/>
              </a:defRPr>
            </a:lvl7pPr>
            <a:lvl8pPr algn="l">
              <a:defRPr sz="2250" b="0">
                <a:solidFill>
                  <a:srgbClr val="E0EAF4"/>
                </a:solidFill>
                <a:latin typeface="DejaVu Sans"/>
                <a:ea typeface="DejaVu Sans"/>
                <a:cs typeface="DejaVu Sans"/>
              </a:defRPr>
            </a:lvl8pPr>
            <a:lvl9pPr algn="l">
              <a:defRPr sz="2250" b="0">
                <a:solidFill>
                  <a:srgbClr val="E0EAF4"/>
                </a:solidFill>
                <a:latin typeface="DejaVu Sans"/>
                <a:ea typeface="DejaVu Sans"/>
                <a:cs typeface="DejaVu Sans"/>
              </a:defRPr>
            </a:lvl9pPr>
          </a:lstStyle>
          <a:p xmlns:a="http://schemas.openxmlformats.org/drawingml/2006/main">
            <a:pPr marL="355600" indent="-292100" algn="l">
              <a:spcAft>
                <a:spcPts val="0"/>
              </a:spcAft>
              <a:buChar char="•"/>
              <a:defRPr sz="2250" b="0">
                <a:solidFill>
                  <a:srgbClr val="E0EAF4"/>
                </a:solidFill>
                <a:latin typeface="DejaVu Sans"/>
                <a:ea typeface="DejaVu Sans"/>
                <a:cs typeface="DejaVu Sans"/>
              </a:defRPr>
            </a:pPr>
            <a:r>
              <a:rPr b="0">
                <a:latin typeface="DejaVu Sans"/>
                <a:ea typeface="DejaVu Sans"/>
                <a:cs typeface="DejaVu Sans"/>
              </a:rPr>
              <a:t>Kontrolle der Zugriffe auf die internen Ressourcen anhand von IP-Adressen</a:t>
            </a:r>
          </a:p>
        </p:txBody>
      </p:sp>
      <p:sp>
        <p:nvSpPr>
          <p:cNvPr id="14" name="content">
            <a:extLst xmlns:a="http://schemas.openxmlformats.org/drawingml/2006/main">
              <a:ext uri="{FF2B5EF4-FFF2-40B4-BE49-F238E27FC236}">
                <a16:creationId xmlns:a16="http://schemas.microsoft.com/office/drawing/2014/main" id="{4F398B07-A145-4006-8251-661759165EB6}"/>
              </a:ext>
            </a:extLst>
          </p:cNvPr>
          <p:cNvSpPr>
            <a:spLocks xmlns:a="http://schemas.openxmlformats.org/drawingml/2006/main" noGrp="1"/>
          </p:cNvSpPr>
          <p:nvPr/>
        </p:nvSpPr>
        <p:spPr>
          <a:xfrm xmlns:a="http://schemas.openxmlformats.org/drawingml/2006/main">
            <a:off x="3619500" y="3884295"/>
            <a:ext cx="10858500" cy="8496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E0EAF4"/>
                </a:solidFill>
                <a:latin typeface="DejaVu Sans"/>
                <a:ea typeface="DejaVu Sans"/>
                <a:cs typeface="DejaVu Sans"/>
              </a:defRPr>
            </a:defPPr>
            <a:lvl1pPr algn="l">
              <a:defRPr sz="2250" b="0">
                <a:solidFill>
                  <a:srgbClr val="E0EAF4"/>
                </a:solidFill>
                <a:latin typeface="DejaVu Sans"/>
                <a:ea typeface="DejaVu Sans"/>
                <a:cs typeface="DejaVu Sans"/>
              </a:defRPr>
            </a:lvl1pPr>
            <a:lvl2pPr algn="l">
              <a:defRPr sz="2250" b="0">
                <a:solidFill>
                  <a:srgbClr val="E0EAF4"/>
                </a:solidFill>
                <a:latin typeface="DejaVu Sans"/>
                <a:ea typeface="DejaVu Sans"/>
                <a:cs typeface="DejaVu Sans"/>
              </a:defRPr>
            </a:lvl2pPr>
            <a:lvl3pPr algn="l">
              <a:defRPr sz="2250" b="0">
                <a:solidFill>
                  <a:srgbClr val="E0EAF4"/>
                </a:solidFill>
                <a:latin typeface="DejaVu Sans"/>
                <a:ea typeface="DejaVu Sans"/>
                <a:cs typeface="DejaVu Sans"/>
              </a:defRPr>
            </a:lvl3pPr>
            <a:lvl4pPr algn="l">
              <a:defRPr sz="2250" b="0">
                <a:solidFill>
                  <a:srgbClr val="E0EAF4"/>
                </a:solidFill>
                <a:latin typeface="DejaVu Sans"/>
                <a:ea typeface="DejaVu Sans"/>
                <a:cs typeface="DejaVu Sans"/>
              </a:defRPr>
            </a:lvl4pPr>
            <a:lvl5pPr algn="l">
              <a:defRPr sz="2250" b="0">
                <a:solidFill>
                  <a:srgbClr val="E0EAF4"/>
                </a:solidFill>
                <a:latin typeface="DejaVu Sans"/>
                <a:ea typeface="DejaVu Sans"/>
                <a:cs typeface="DejaVu Sans"/>
              </a:defRPr>
            </a:lvl5pPr>
            <a:lvl6pPr algn="l">
              <a:defRPr sz="2250" b="0">
                <a:solidFill>
                  <a:srgbClr val="E0EAF4"/>
                </a:solidFill>
                <a:latin typeface="DejaVu Sans"/>
                <a:ea typeface="DejaVu Sans"/>
                <a:cs typeface="DejaVu Sans"/>
              </a:defRPr>
            </a:lvl6pPr>
            <a:lvl7pPr algn="l">
              <a:defRPr sz="2250" b="0">
                <a:solidFill>
                  <a:srgbClr val="E0EAF4"/>
                </a:solidFill>
                <a:latin typeface="DejaVu Sans"/>
                <a:ea typeface="DejaVu Sans"/>
                <a:cs typeface="DejaVu Sans"/>
              </a:defRPr>
            </a:lvl7pPr>
            <a:lvl8pPr algn="l">
              <a:defRPr sz="2250" b="0">
                <a:solidFill>
                  <a:srgbClr val="E0EAF4"/>
                </a:solidFill>
                <a:latin typeface="DejaVu Sans"/>
                <a:ea typeface="DejaVu Sans"/>
                <a:cs typeface="DejaVu Sans"/>
              </a:defRPr>
            </a:lvl8pPr>
            <a:lvl9pPr algn="l">
              <a:defRPr sz="2250" b="0">
                <a:solidFill>
                  <a:srgbClr val="E0EAF4"/>
                </a:solidFill>
                <a:latin typeface="DejaVu Sans"/>
                <a:ea typeface="DejaVu Sans"/>
                <a:cs typeface="DejaVu Sans"/>
              </a:defRPr>
            </a:lvl9pPr>
          </a:lstStyle>
          <a:p xmlns:a="http://schemas.openxmlformats.org/drawingml/2006/main">
            <a:pPr marL="355600" indent="-292100" algn="l">
              <a:spcAft>
                <a:spcPts val="0"/>
              </a:spcAft>
              <a:buChar char="•"/>
              <a:defRPr sz="2250" b="0">
                <a:solidFill>
                  <a:srgbClr val="E0EAF4"/>
                </a:solidFill>
                <a:latin typeface="DejaVu Sans"/>
                <a:ea typeface="DejaVu Sans"/>
                <a:cs typeface="DejaVu Sans"/>
              </a:defRPr>
            </a:pPr>
            <a:r>
              <a:rPr b="0">
                <a:latin typeface="DejaVu Sans"/>
                <a:ea typeface="DejaVu Sans"/>
                <a:cs typeface="DejaVu Sans"/>
              </a:rPr>
              <a:t>Sicherung von VPN Verbindungen mit hoher Bandbreite, </a:t>
            </a:r>
            <a:r>
              <a:rPr b="0">
                <a:latin typeface="DejaVu Sans"/>
                <a:ea typeface="DejaVu Sans"/>
                <a:cs typeface="DejaVu Sans"/>
              </a:rPr>
              <a:t>➔</a:t>
            </a:r>
            <a:r>
              <a:rPr b="0">
                <a:latin typeface="DejaVu Sans"/>
                <a:ea typeface="DejaVu Sans"/>
                <a:cs typeface="DejaVu Sans"/>
              </a:rPr>
              <a:t> VPN Systeme mit Hardwareverschlüsselungsunterstützung</a:t>
            </a:r>
            <a:r>
              <a:rPr b="0">
                <a:latin typeface="DejaVu Sans"/>
                <a:ea typeface="DejaVu Sans"/>
                <a:cs typeface="DejaVu Sans"/>
              </a:rPr>
              <a:t/>
            </a:r>
          </a:p>
        </p:txBody>
      </p:sp>
      <p:sp>
        <p:nvSpPr>
          <p:cNvPr id="15" name="content">
            <a:extLst xmlns:a="http://schemas.openxmlformats.org/drawingml/2006/main">
              <a:ext uri="{FF2B5EF4-FFF2-40B4-BE49-F238E27FC236}">
                <a16:creationId xmlns:a16="http://schemas.microsoft.com/office/drawing/2014/main" id="{49CF3B5F-CF1C-48DE-BF2E-C74E4C2CEB8E}"/>
              </a:ext>
            </a:extLst>
          </p:cNvPr>
          <p:cNvSpPr>
            <a:spLocks xmlns:a="http://schemas.openxmlformats.org/drawingml/2006/main" noGrp="1"/>
          </p:cNvSpPr>
          <p:nvPr/>
        </p:nvSpPr>
        <p:spPr>
          <a:xfrm xmlns:a="http://schemas.openxmlformats.org/drawingml/2006/main">
            <a:off x="3619500" y="4991100"/>
            <a:ext cx="10858500" cy="4724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E0EAF4"/>
                </a:solidFill>
                <a:latin typeface="DejaVu Sans"/>
                <a:ea typeface="DejaVu Sans"/>
                <a:cs typeface="DejaVu Sans"/>
              </a:defRPr>
            </a:defPPr>
            <a:lvl1pPr algn="l">
              <a:defRPr sz="2250" b="0">
                <a:solidFill>
                  <a:srgbClr val="E0EAF4"/>
                </a:solidFill>
                <a:latin typeface="DejaVu Sans"/>
                <a:ea typeface="DejaVu Sans"/>
                <a:cs typeface="DejaVu Sans"/>
              </a:defRPr>
            </a:lvl1pPr>
            <a:lvl2pPr algn="l">
              <a:defRPr sz="2250" b="0">
                <a:solidFill>
                  <a:srgbClr val="E0EAF4"/>
                </a:solidFill>
                <a:latin typeface="DejaVu Sans"/>
                <a:ea typeface="DejaVu Sans"/>
                <a:cs typeface="DejaVu Sans"/>
              </a:defRPr>
            </a:lvl2pPr>
            <a:lvl3pPr algn="l">
              <a:defRPr sz="2250" b="0">
                <a:solidFill>
                  <a:srgbClr val="E0EAF4"/>
                </a:solidFill>
                <a:latin typeface="DejaVu Sans"/>
                <a:ea typeface="DejaVu Sans"/>
                <a:cs typeface="DejaVu Sans"/>
              </a:defRPr>
            </a:lvl3pPr>
            <a:lvl4pPr algn="l">
              <a:defRPr sz="2250" b="0">
                <a:solidFill>
                  <a:srgbClr val="E0EAF4"/>
                </a:solidFill>
                <a:latin typeface="DejaVu Sans"/>
                <a:ea typeface="DejaVu Sans"/>
                <a:cs typeface="DejaVu Sans"/>
              </a:defRPr>
            </a:lvl4pPr>
            <a:lvl5pPr algn="l">
              <a:defRPr sz="2250" b="0">
                <a:solidFill>
                  <a:srgbClr val="E0EAF4"/>
                </a:solidFill>
                <a:latin typeface="DejaVu Sans"/>
                <a:ea typeface="DejaVu Sans"/>
                <a:cs typeface="DejaVu Sans"/>
              </a:defRPr>
            </a:lvl5pPr>
            <a:lvl6pPr algn="l">
              <a:defRPr sz="2250" b="0">
                <a:solidFill>
                  <a:srgbClr val="E0EAF4"/>
                </a:solidFill>
                <a:latin typeface="DejaVu Sans"/>
                <a:ea typeface="DejaVu Sans"/>
                <a:cs typeface="DejaVu Sans"/>
              </a:defRPr>
            </a:lvl6pPr>
            <a:lvl7pPr algn="l">
              <a:defRPr sz="2250" b="0">
                <a:solidFill>
                  <a:srgbClr val="E0EAF4"/>
                </a:solidFill>
                <a:latin typeface="DejaVu Sans"/>
                <a:ea typeface="DejaVu Sans"/>
                <a:cs typeface="DejaVu Sans"/>
              </a:defRPr>
            </a:lvl7pPr>
            <a:lvl8pPr algn="l">
              <a:defRPr sz="2250" b="0">
                <a:solidFill>
                  <a:srgbClr val="E0EAF4"/>
                </a:solidFill>
                <a:latin typeface="DejaVu Sans"/>
                <a:ea typeface="DejaVu Sans"/>
                <a:cs typeface="DejaVu Sans"/>
              </a:defRPr>
            </a:lvl8pPr>
            <a:lvl9pPr algn="l">
              <a:defRPr sz="2250" b="0">
                <a:solidFill>
                  <a:srgbClr val="E0EAF4"/>
                </a:solidFill>
                <a:latin typeface="DejaVu Sans"/>
                <a:ea typeface="DejaVu Sans"/>
                <a:cs typeface="DejaVu Sans"/>
              </a:defRPr>
            </a:lvl9pPr>
          </a:lstStyle>
          <a:p xmlns:a="http://schemas.openxmlformats.org/drawingml/2006/main">
            <a:pPr marL="355600" indent="-292100" algn="l">
              <a:spcAft>
                <a:spcPts val="0"/>
              </a:spcAft>
              <a:buChar char="•"/>
              <a:defRPr sz="2250" b="0">
                <a:solidFill>
                  <a:srgbClr val="E0EAF4"/>
                </a:solidFill>
                <a:latin typeface="DejaVu Sans"/>
                <a:ea typeface="DejaVu Sans"/>
                <a:cs typeface="DejaVu Sans"/>
              </a:defRPr>
            </a:pPr>
            <a:r>
              <a:rPr b="0">
                <a:latin typeface="DejaVu Sans"/>
                <a:ea typeface="DejaVu Sans"/>
                <a:cs typeface="DejaVu Sans"/>
              </a:rPr>
              <a:t>Firewall-Kompatibilität eines VPN Systems ist ein komplexes Problem</a:t>
            </a:r>
          </a:p>
        </p:txBody>
      </p:sp>
      <p:sp>
        <p:nvSpPr>
          <p:cNvPr id="16" name="content">
            <a:extLst xmlns:a="http://schemas.openxmlformats.org/drawingml/2006/main">
              <a:ext uri="{FF2B5EF4-FFF2-40B4-BE49-F238E27FC236}">
                <a16:creationId xmlns:a16="http://schemas.microsoft.com/office/drawing/2014/main" id="{D7350D23-A951-463D-8807-97288AFA081A}"/>
              </a:ext>
            </a:extLst>
          </p:cNvPr>
          <p:cNvSpPr>
            <a:spLocks xmlns:a="http://schemas.openxmlformats.org/drawingml/2006/main" noGrp="1"/>
          </p:cNvSpPr>
          <p:nvPr/>
        </p:nvSpPr>
        <p:spPr>
          <a:xfrm xmlns:a="http://schemas.openxmlformats.org/drawingml/2006/main">
            <a:off x="3619500" y="5720715"/>
            <a:ext cx="10858500" cy="4724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E0EAF4"/>
                </a:solidFill>
                <a:latin typeface="DejaVu Sans"/>
                <a:ea typeface="DejaVu Sans"/>
                <a:cs typeface="DejaVu Sans"/>
              </a:defRPr>
            </a:defPPr>
            <a:lvl1pPr algn="l">
              <a:defRPr sz="2250" b="0">
                <a:solidFill>
                  <a:srgbClr val="E0EAF4"/>
                </a:solidFill>
                <a:latin typeface="DejaVu Sans"/>
                <a:ea typeface="DejaVu Sans"/>
                <a:cs typeface="DejaVu Sans"/>
              </a:defRPr>
            </a:lvl1pPr>
            <a:lvl2pPr algn="l">
              <a:defRPr sz="2250" b="0">
                <a:solidFill>
                  <a:srgbClr val="E0EAF4"/>
                </a:solidFill>
                <a:latin typeface="DejaVu Sans"/>
                <a:ea typeface="DejaVu Sans"/>
                <a:cs typeface="DejaVu Sans"/>
              </a:defRPr>
            </a:lvl2pPr>
            <a:lvl3pPr algn="l">
              <a:defRPr sz="2250" b="0">
                <a:solidFill>
                  <a:srgbClr val="E0EAF4"/>
                </a:solidFill>
                <a:latin typeface="DejaVu Sans"/>
                <a:ea typeface="DejaVu Sans"/>
                <a:cs typeface="DejaVu Sans"/>
              </a:defRPr>
            </a:lvl3pPr>
            <a:lvl4pPr algn="l">
              <a:defRPr sz="2250" b="0">
                <a:solidFill>
                  <a:srgbClr val="E0EAF4"/>
                </a:solidFill>
                <a:latin typeface="DejaVu Sans"/>
                <a:ea typeface="DejaVu Sans"/>
                <a:cs typeface="DejaVu Sans"/>
              </a:defRPr>
            </a:lvl4pPr>
            <a:lvl5pPr algn="l">
              <a:defRPr sz="2250" b="0">
                <a:solidFill>
                  <a:srgbClr val="E0EAF4"/>
                </a:solidFill>
                <a:latin typeface="DejaVu Sans"/>
                <a:ea typeface="DejaVu Sans"/>
                <a:cs typeface="DejaVu Sans"/>
              </a:defRPr>
            </a:lvl5pPr>
            <a:lvl6pPr algn="l">
              <a:defRPr sz="2250" b="0">
                <a:solidFill>
                  <a:srgbClr val="E0EAF4"/>
                </a:solidFill>
                <a:latin typeface="DejaVu Sans"/>
                <a:ea typeface="DejaVu Sans"/>
                <a:cs typeface="DejaVu Sans"/>
              </a:defRPr>
            </a:lvl6pPr>
            <a:lvl7pPr algn="l">
              <a:defRPr sz="2250" b="0">
                <a:solidFill>
                  <a:srgbClr val="E0EAF4"/>
                </a:solidFill>
                <a:latin typeface="DejaVu Sans"/>
                <a:ea typeface="DejaVu Sans"/>
                <a:cs typeface="DejaVu Sans"/>
              </a:defRPr>
            </a:lvl7pPr>
            <a:lvl8pPr algn="l">
              <a:defRPr sz="2250" b="0">
                <a:solidFill>
                  <a:srgbClr val="E0EAF4"/>
                </a:solidFill>
                <a:latin typeface="DejaVu Sans"/>
                <a:ea typeface="DejaVu Sans"/>
                <a:cs typeface="DejaVu Sans"/>
              </a:defRPr>
            </a:lvl8pPr>
            <a:lvl9pPr algn="l">
              <a:defRPr sz="2250" b="0">
                <a:solidFill>
                  <a:srgbClr val="E0EAF4"/>
                </a:solidFill>
                <a:latin typeface="DejaVu Sans"/>
                <a:ea typeface="DejaVu Sans"/>
                <a:cs typeface="DejaVu Sans"/>
              </a:defRPr>
            </a:lvl9pPr>
          </a:lstStyle>
          <a:p xmlns:a="http://schemas.openxmlformats.org/drawingml/2006/main">
            <a:pPr marL="355600" indent="-292100" algn="l">
              <a:spcAft>
                <a:spcPts val="0"/>
              </a:spcAft>
              <a:buChar char="•"/>
              <a:defRPr sz="2250" b="0">
                <a:solidFill>
                  <a:srgbClr val="E0EAF4"/>
                </a:solidFill>
                <a:latin typeface="DejaVu Sans"/>
                <a:ea typeface="DejaVu Sans"/>
                <a:cs typeface="DejaVu Sans"/>
              </a:defRPr>
            </a:pPr>
            <a:r>
              <a:rPr b="0">
                <a:latin typeface="DejaVu Sans"/>
                <a:ea typeface="DejaVu Sans"/>
                <a:cs typeface="DejaVu Sans"/>
              </a:rPr>
              <a:t>3 Möglichkeiten (hinter, vor, auf)</a:t>
            </a:r>
          </a:p>
        </p:txBody>
      </p:sp>
    </p:spTree>
    <p:extLst>
      <p:ext uri="{BB962C8B-B14F-4D97-AF65-F5344CB8AC3E}">
        <p14:creationId xmlns:p14="http://schemas.microsoft.com/office/powerpoint/2010/main" val="587969240"/>
      </p:ext>
    </p:extLst>
  </p:cSld>
</p:sld>
</file>

<file path=ppt/slides/slide29.xml><?xml version="1.0" encoding="utf-8"?>
<p:sld xmlns:p="http://schemas.openxmlformats.org/presentationml/2006/main">
  <p:cSld>
    <p:bg>
      <p:bgPr>
        <a:solidFill xmlns:a="http://schemas.openxmlformats.org/drawingml/2006/main">
          <a:srgbClr val="081522"/>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551F2B71-ABBB-4E1B-AE37-838E13CCD4CE}"/>
              </a:ext>
            </a:extLst>
          </p:cNvPr>
          <p:cNvPicPr>
            <a:picLocks xmlns:a="http://schemas.openxmlformats.org/drawingml/2006/main" noChangeAspect="1"/>
          </p:cNvPicPr>
          <p:nvPr/>
        </p:nvPicPr>
        <p:blipFill>
          <a:blip xmlns:r="http://schemas.openxmlformats.org/officeDocument/2006/relationships" xmlns:a="http://schemas.openxmlformats.org/drawingml/2006/main" r:embed="Rc5b6bc3a1a9f4fb8"/>
          <a:srcRect xmlns:a="http://schemas.openxmlformats.org/drawingml/2006/main" l="0" t="27" r="0" b="27"/>
          <a:stretch xmlns:a="http://schemas.openxmlformats.org/drawingml/2006/main">
            <a:fillRect l="0" t="0" r="0" b="0"/>
          </a:stretch>
        </p:blipFill>
        <p:spPr>
          <a:xfrm xmlns:a="http://schemas.openxmlformats.org/drawingml/2006/main">
            <a:off x="0" y="0"/>
            <a:ext cx="15240000" cy="8572500"/>
          </a:xfrm>
          <a:prstGeom xmlns:a="http://schemas.openxmlformats.org/drawingml/2006/main" prst="rect">
            <a:avLst/>
          </a:prstGeom>
        </p:spPr>
      </p:pic>
      <p:sp>
        <p:nvSpPr>
          <p:cNvPr id="2" name="agenda-heading">
            <a:extLst xmlns:a="http://schemas.openxmlformats.org/drawingml/2006/main">
              <a:ext uri="{FF2B5EF4-FFF2-40B4-BE49-F238E27FC236}">
                <a16:creationId xmlns:a16="http://schemas.microsoft.com/office/drawing/2014/main" id="{C49E6272-DFBC-44C8-BBD8-2947D4B3DE19}"/>
              </a:ext>
            </a:extLst>
          </p:cNvPr>
          <p:cNvSpPr>
            <a:spLocks xmlns:a="http://schemas.openxmlformats.org/drawingml/2006/main" noGrp="1"/>
          </p:cNvSpPr>
          <p:nvPr/>
        </p:nvSpPr>
        <p:spPr>
          <a:xfrm xmlns:a="http://schemas.openxmlformats.org/drawingml/2006/main">
            <a:off x="400050" y="638175"/>
            <a:ext cx="2333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54DEEF"/>
                </a:solidFill>
                <a:latin typeface="DejaVu Sans Mono"/>
                <a:ea typeface="DejaVu Sans Mono"/>
                <a:cs typeface="DejaVu Sans Mono"/>
              </a:defRPr>
            </a:defPPr>
            <a:lvl1pPr algn="l">
              <a:defRPr sz="1875" b="1">
                <a:solidFill>
                  <a:srgbClr val="54DEEF"/>
                </a:solidFill>
                <a:latin typeface="DejaVu Sans Mono"/>
                <a:ea typeface="DejaVu Sans Mono"/>
                <a:cs typeface="DejaVu Sans Mono"/>
              </a:defRPr>
            </a:lvl1pPr>
            <a:lvl2pPr algn="l">
              <a:defRPr sz="1875" b="1">
                <a:solidFill>
                  <a:srgbClr val="54DEEF"/>
                </a:solidFill>
                <a:latin typeface="DejaVu Sans Mono"/>
                <a:ea typeface="DejaVu Sans Mono"/>
                <a:cs typeface="DejaVu Sans Mono"/>
              </a:defRPr>
            </a:lvl2pPr>
            <a:lvl3pPr algn="l">
              <a:defRPr sz="1875" b="1">
                <a:solidFill>
                  <a:srgbClr val="54DEEF"/>
                </a:solidFill>
                <a:latin typeface="DejaVu Sans Mono"/>
                <a:ea typeface="DejaVu Sans Mono"/>
                <a:cs typeface="DejaVu Sans Mono"/>
              </a:defRPr>
            </a:lvl3pPr>
            <a:lvl4pPr algn="l">
              <a:defRPr sz="1875" b="1">
                <a:solidFill>
                  <a:srgbClr val="54DEEF"/>
                </a:solidFill>
                <a:latin typeface="DejaVu Sans Mono"/>
                <a:ea typeface="DejaVu Sans Mono"/>
                <a:cs typeface="DejaVu Sans Mono"/>
              </a:defRPr>
            </a:lvl4pPr>
            <a:lvl5pPr algn="l">
              <a:defRPr sz="1875" b="1">
                <a:solidFill>
                  <a:srgbClr val="54DEEF"/>
                </a:solidFill>
                <a:latin typeface="DejaVu Sans Mono"/>
                <a:ea typeface="DejaVu Sans Mono"/>
                <a:cs typeface="DejaVu Sans Mono"/>
              </a:defRPr>
            </a:lvl5pPr>
            <a:lvl6pPr algn="l">
              <a:defRPr sz="1875" b="1">
                <a:solidFill>
                  <a:srgbClr val="54DEEF"/>
                </a:solidFill>
                <a:latin typeface="DejaVu Sans Mono"/>
                <a:ea typeface="DejaVu Sans Mono"/>
                <a:cs typeface="DejaVu Sans Mono"/>
              </a:defRPr>
            </a:lvl6pPr>
            <a:lvl7pPr algn="l">
              <a:defRPr sz="1875" b="1">
                <a:solidFill>
                  <a:srgbClr val="54DEEF"/>
                </a:solidFill>
                <a:latin typeface="DejaVu Sans Mono"/>
                <a:ea typeface="DejaVu Sans Mono"/>
                <a:cs typeface="DejaVu Sans Mono"/>
              </a:defRPr>
            </a:lvl7pPr>
            <a:lvl8pPr algn="l">
              <a:defRPr sz="1875" b="1">
                <a:solidFill>
                  <a:srgbClr val="54DEEF"/>
                </a:solidFill>
                <a:latin typeface="DejaVu Sans Mono"/>
                <a:ea typeface="DejaVu Sans Mono"/>
                <a:cs typeface="DejaVu Sans Mono"/>
              </a:defRPr>
            </a:lvl8pPr>
            <a:lvl9pPr algn="l">
              <a:defRPr sz="1875" b="1">
                <a:solidFill>
                  <a:srgbClr val="54DEEF"/>
                </a:solidFill>
                <a:latin typeface="DejaVu Sans Mono"/>
                <a:ea typeface="DejaVu Sans Mono"/>
                <a:cs typeface="DejaVu Sans Mono"/>
              </a:defRPr>
            </a:lvl9pPr>
          </a:lstStyle>
          <a:p xmlns:a="http://schemas.openxmlformats.org/drawingml/2006/main">
            <a:pPr algn="l">
              <a:defRPr sz="1875" b="1">
                <a:solidFill>
                  <a:srgbClr val="54DEEF"/>
                </a:solidFill>
                <a:latin typeface="DejaVu Sans Mono"/>
                <a:ea typeface="DejaVu Sans Mono"/>
                <a:cs typeface="DejaVu Sans Mono"/>
              </a:defRPr>
            </a:pPr>
            <a:r>
              <a:rPr sz="1875" b="1">
                <a:solidFill>
                  <a:srgbClr val="54DEEF"/>
                </a:solidFill>
                <a:latin typeface="DejaVu Sans Mono"/>
                <a:ea typeface="DejaVu Sans Mono"/>
                <a:cs typeface="DejaVu Sans Mono"/>
              </a:rPr>
              <a:t>Agenda:</a:t>
            </a:r>
          </a:p>
        </p:txBody>
      </p:sp>
      <p:sp>
        <p:nvSpPr>
          <p:cNvPr id="3" name="agenda-item">
            <a:extLst xmlns:a="http://schemas.openxmlformats.org/drawingml/2006/main">
              <a:ext uri="{FF2B5EF4-FFF2-40B4-BE49-F238E27FC236}">
                <a16:creationId xmlns:a16="http://schemas.microsoft.com/office/drawing/2014/main" id="{44CDEF55-3017-4237-9470-828E4831FBD9}"/>
              </a:ext>
            </a:extLst>
          </p:cNvPr>
          <p:cNvSpPr>
            <a:spLocks xmlns:a="http://schemas.openxmlformats.org/drawingml/2006/main" noGrp="1"/>
          </p:cNvSpPr>
          <p:nvPr/>
        </p:nvSpPr>
        <p:spPr>
          <a:xfrm xmlns:a="http://schemas.openxmlformats.org/drawingml/2006/main">
            <a:off x="400050" y="142875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Was ist ein VPN?</a:t>
            </a:r>
          </a:p>
        </p:txBody>
      </p:sp>
      <p:sp>
        <p:nvSpPr>
          <p:cNvPr id="4" name="agenda-item">
            <a:extLst xmlns:a="http://schemas.openxmlformats.org/drawingml/2006/main">
              <a:ext uri="{FF2B5EF4-FFF2-40B4-BE49-F238E27FC236}">
                <a16:creationId xmlns:a16="http://schemas.microsoft.com/office/drawing/2014/main" id="{FF5DCEFD-D3C1-49CC-ACA1-3CCE81FDE6BC}"/>
              </a:ext>
            </a:extLst>
          </p:cNvPr>
          <p:cNvSpPr>
            <a:spLocks xmlns:a="http://schemas.openxmlformats.org/drawingml/2006/main" noGrp="1"/>
          </p:cNvSpPr>
          <p:nvPr/>
        </p:nvSpPr>
        <p:spPr>
          <a:xfrm xmlns:a="http://schemas.openxmlformats.org/drawingml/2006/main">
            <a:off x="400050" y="209550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Aufbau eines VPN</a:t>
            </a:r>
          </a:p>
        </p:txBody>
      </p:sp>
      <p:sp>
        <p:nvSpPr>
          <p:cNvPr id="5" name="agenda-item">
            <a:extLst xmlns:a="http://schemas.openxmlformats.org/drawingml/2006/main">
              <a:ext uri="{FF2B5EF4-FFF2-40B4-BE49-F238E27FC236}">
                <a16:creationId xmlns:a16="http://schemas.microsoft.com/office/drawing/2014/main" id="{9568ECDF-89C9-4E46-8761-1954975FB858}"/>
              </a:ext>
            </a:extLst>
          </p:cNvPr>
          <p:cNvSpPr>
            <a:spLocks xmlns:a="http://schemas.openxmlformats.org/drawingml/2006/main" noGrp="1"/>
          </p:cNvSpPr>
          <p:nvPr/>
        </p:nvSpPr>
        <p:spPr>
          <a:xfrm xmlns:a="http://schemas.openxmlformats.org/drawingml/2006/main">
            <a:off x="400050" y="276225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Ausprägungen eines VPN Netzes</a:t>
            </a:r>
          </a:p>
        </p:txBody>
      </p:sp>
      <p:sp>
        <p:nvSpPr>
          <p:cNvPr id="6" name="agenda-item">
            <a:extLst xmlns:a="http://schemas.openxmlformats.org/drawingml/2006/main">
              <a:ext uri="{FF2B5EF4-FFF2-40B4-BE49-F238E27FC236}">
                <a16:creationId xmlns:a16="http://schemas.microsoft.com/office/drawing/2014/main" id="{8B9AC4E2-440C-4895-8662-600B7EB1BF98}"/>
              </a:ext>
            </a:extLst>
          </p:cNvPr>
          <p:cNvSpPr>
            <a:spLocks xmlns:a="http://schemas.openxmlformats.org/drawingml/2006/main" noGrp="1"/>
          </p:cNvSpPr>
          <p:nvPr/>
        </p:nvSpPr>
        <p:spPr>
          <a:xfrm xmlns:a="http://schemas.openxmlformats.org/drawingml/2006/main">
            <a:off x="400050" y="371475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Tunneling Protokolle</a:t>
            </a:r>
          </a:p>
        </p:txBody>
      </p:sp>
      <p:sp>
        <p:nvSpPr>
          <p:cNvPr id="7" name="agenda-item">
            <a:extLst xmlns:a="http://schemas.openxmlformats.org/drawingml/2006/main">
              <a:ext uri="{FF2B5EF4-FFF2-40B4-BE49-F238E27FC236}">
                <a16:creationId xmlns:a16="http://schemas.microsoft.com/office/drawing/2014/main" id="{10903463-5235-43FA-A153-2EB3FAC1CB75}"/>
              </a:ext>
            </a:extLst>
          </p:cNvPr>
          <p:cNvSpPr>
            <a:spLocks xmlns:a="http://schemas.openxmlformats.org/drawingml/2006/main" noGrp="1"/>
          </p:cNvSpPr>
          <p:nvPr/>
        </p:nvSpPr>
        <p:spPr>
          <a:xfrm xmlns:a="http://schemas.openxmlformats.org/drawingml/2006/main">
            <a:off x="400050" y="4524375"/>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IPSec</a:t>
            </a:r>
          </a:p>
        </p:txBody>
      </p:sp>
      <p:sp>
        <p:nvSpPr>
          <p:cNvPr id="8" name="agenda-item">
            <a:extLst xmlns:a="http://schemas.openxmlformats.org/drawingml/2006/main">
              <a:ext uri="{FF2B5EF4-FFF2-40B4-BE49-F238E27FC236}">
                <a16:creationId xmlns:a16="http://schemas.microsoft.com/office/drawing/2014/main" id="{1D89CEC8-256C-4632-B285-57901D19F01E}"/>
              </a:ext>
            </a:extLst>
          </p:cNvPr>
          <p:cNvSpPr>
            <a:spLocks xmlns:a="http://schemas.openxmlformats.org/drawingml/2006/main" noGrp="1"/>
          </p:cNvSpPr>
          <p:nvPr/>
        </p:nvSpPr>
        <p:spPr>
          <a:xfrm xmlns:a="http://schemas.openxmlformats.org/drawingml/2006/main">
            <a:off x="400050" y="5191125"/>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54DEEF"/>
                </a:solidFill>
                <a:latin typeface="DejaVu Sans"/>
                <a:ea typeface="DejaVu Sans"/>
                <a:cs typeface="DejaVu Sans"/>
              </a:defRPr>
            </a:defPPr>
            <a:lvl1pPr algn="l">
              <a:defRPr sz="1575" b="1">
                <a:solidFill>
                  <a:srgbClr val="54DEEF"/>
                </a:solidFill>
                <a:latin typeface="DejaVu Sans"/>
                <a:ea typeface="DejaVu Sans"/>
                <a:cs typeface="DejaVu Sans"/>
              </a:defRPr>
            </a:lvl1pPr>
            <a:lvl2pPr algn="l">
              <a:defRPr sz="1575" b="1">
                <a:solidFill>
                  <a:srgbClr val="54DEEF"/>
                </a:solidFill>
                <a:latin typeface="DejaVu Sans"/>
                <a:ea typeface="DejaVu Sans"/>
                <a:cs typeface="DejaVu Sans"/>
              </a:defRPr>
            </a:lvl2pPr>
            <a:lvl3pPr algn="l">
              <a:defRPr sz="1575" b="1">
                <a:solidFill>
                  <a:srgbClr val="54DEEF"/>
                </a:solidFill>
                <a:latin typeface="DejaVu Sans"/>
                <a:ea typeface="DejaVu Sans"/>
                <a:cs typeface="DejaVu Sans"/>
              </a:defRPr>
            </a:lvl3pPr>
            <a:lvl4pPr algn="l">
              <a:defRPr sz="1575" b="1">
                <a:solidFill>
                  <a:srgbClr val="54DEEF"/>
                </a:solidFill>
                <a:latin typeface="DejaVu Sans"/>
                <a:ea typeface="DejaVu Sans"/>
                <a:cs typeface="DejaVu Sans"/>
              </a:defRPr>
            </a:lvl4pPr>
            <a:lvl5pPr algn="l">
              <a:defRPr sz="1575" b="1">
                <a:solidFill>
                  <a:srgbClr val="54DEEF"/>
                </a:solidFill>
                <a:latin typeface="DejaVu Sans"/>
                <a:ea typeface="DejaVu Sans"/>
                <a:cs typeface="DejaVu Sans"/>
              </a:defRPr>
            </a:lvl5pPr>
            <a:lvl6pPr algn="l">
              <a:defRPr sz="1575" b="1">
                <a:solidFill>
                  <a:srgbClr val="54DEEF"/>
                </a:solidFill>
                <a:latin typeface="DejaVu Sans"/>
                <a:ea typeface="DejaVu Sans"/>
                <a:cs typeface="DejaVu Sans"/>
              </a:defRPr>
            </a:lvl6pPr>
            <a:lvl7pPr algn="l">
              <a:defRPr sz="1575" b="1">
                <a:solidFill>
                  <a:srgbClr val="54DEEF"/>
                </a:solidFill>
                <a:latin typeface="DejaVu Sans"/>
                <a:ea typeface="DejaVu Sans"/>
                <a:cs typeface="DejaVu Sans"/>
              </a:defRPr>
            </a:lvl7pPr>
            <a:lvl8pPr algn="l">
              <a:defRPr sz="1575" b="1">
                <a:solidFill>
                  <a:srgbClr val="54DEEF"/>
                </a:solidFill>
                <a:latin typeface="DejaVu Sans"/>
                <a:ea typeface="DejaVu Sans"/>
                <a:cs typeface="DejaVu Sans"/>
              </a:defRPr>
            </a:lvl8pPr>
            <a:lvl9pPr algn="l">
              <a:defRPr sz="1575" b="1">
                <a:solidFill>
                  <a:srgbClr val="54DEEF"/>
                </a:solidFill>
                <a:latin typeface="DejaVu Sans"/>
                <a:ea typeface="DejaVu Sans"/>
                <a:cs typeface="DejaVu Sans"/>
              </a:defRPr>
            </a:lvl9pPr>
          </a:lstStyle>
          <a:p xmlns:a="http://schemas.openxmlformats.org/drawingml/2006/main">
            <a:pPr algn="l">
              <a:defRPr sz="1575" b="1">
                <a:solidFill>
                  <a:srgbClr val="54DEEF"/>
                </a:solidFill>
                <a:latin typeface="DejaVu Sans"/>
                <a:ea typeface="DejaVu Sans"/>
                <a:cs typeface="DejaVu Sans"/>
              </a:defRPr>
            </a:pPr>
            <a:r>
              <a:rPr sz="1575" b="1">
                <a:solidFill>
                  <a:srgbClr val="54DEEF"/>
                </a:solidFill>
                <a:latin typeface="DejaVu Sans"/>
                <a:ea typeface="DejaVu Sans"/>
                <a:cs typeface="DejaVu Sans"/>
              </a:rPr>
              <a:t>VPN in Verbindung mit einer Firewall</a:t>
            </a:r>
          </a:p>
        </p:txBody>
      </p:sp>
      <p:sp>
        <p:nvSpPr>
          <p:cNvPr id="9" name="agenda-item">
            <a:extLst xmlns:a="http://schemas.openxmlformats.org/drawingml/2006/main">
              <a:ext uri="{FF2B5EF4-FFF2-40B4-BE49-F238E27FC236}">
                <a16:creationId xmlns:a16="http://schemas.microsoft.com/office/drawing/2014/main" id="{122491C3-FCD2-41D6-8090-2377FCB7F2BB}"/>
              </a:ext>
            </a:extLst>
          </p:cNvPr>
          <p:cNvSpPr>
            <a:spLocks xmlns:a="http://schemas.openxmlformats.org/drawingml/2006/main" noGrp="1"/>
          </p:cNvSpPr>
          <p:nvPr/>
        </p:nvSpPr>
        <p:spPr>
          <a:xfrm xmlns:a="http://schemas.openxmlformats.org/drawingml/2006/main">
            <a:off x="400050" y="6334125"/>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Fazit</a:t>
            </a:r>
          </a:p>
        </p:txBody>
      </p:sp>
      <p:sp>
        <p:nvSpPr>
          <p:cNvPr id="10" name="title">
            <a:extLst xmlns:a="http://schemas.openxmlformats.org/drawingml/2006/main">
              <a:ext uri="{FF2B5EF4-FFF2-40B4-BE49-F238E27FC236}">
                <a16:creationId xmlns:a16="http://schemas.microsoft.com/office/drawing/2014/main" id="{226B1555-B80A-4F1A-9686-4926443DF3DD}"/>
              </a:ext>
            </a:extLst>
          </p:cNvPr>
          <p:cNvSpPr>
            <a:spLocks xmlns:a="http://schemas.openxmlformats.org/drawingml/2006/main" noGrp="1"/>
          </p:cNvSpPr>
          <p:nvPr/>
        </p:nvSpPr>
        <p:spPr>
          <a:xfrm xmlns:a="http://schemas.openxmlformats.org/drawingml/2006/main">
            <a:off x="3619500" y="590550"/>
            <a:ext cx="1085850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525" b="1">
                <a:solidFill>
                  <a:srgbClr val="F1F7FC"/>
                </a:solidFill>
                <a:latin typeface="DejaVu Sans"/>
                <a:ea typeface="DejaVu Sans"/>
                <a:cs typeface="DejaVu Sans"/>
              </a:defRPr>
            </a:defPPr>
            <a:lvl1pPr algn="l">
              <a:defRPr sz="3525" b="1">
                <a:solidFill>
                  <a:srgbClr val="F1F7FC"/>
                </a:solidFill>
                <a:latin typeface="DejaVu Sans"/>
                <a:ea typeface="DejaVu Sans"/>
                <a:cs typeface="DejaVu Sans"/>
              </a:defRPr>
            </a:lvl1pPr>
            <a:lvl2pPr algn="l">
              <a:defRPr sz="3525" b="1">
                <a:solidFill>
                  <a:srgbClr val="F1F7FC"/>
                </a:solidFill>
                <a:latin typeface="DejaVu Sans"/>
                <a:ea typeface="DejaVu Sans"/>
                <a:cs typeface="DejaVu Sans"/>
              </a:defRPr>
            </a:lvl2pPr>
            <a:lvl3pPr algn="l">
              <a:defRPr sz="3525" b="1">
                <a:solidFill>
                  <a:srgbClr val="F1F7FC"/>
                </a:solidFill>
                <a:latin typeface="DejaVu Sans"/>
                <a:ea typeface="DejaVu Sans"/>
                <a:cs typeface="DejaVu Sans"/>
              </a:defRPr>
            </a:lvl3pPr>
            <a:lvl4pPr algn="l">
              <a:defRPr sz="3525" b="1">
                <a:solidFill>
                  <a:srgbClr val="F1F7FC"/>
                </a:solidFill>
                <a:latin typeface="DejaVu Sans"/>
                <a:ea typeface="DejaVu Sans"/>
                <a:cs typeface="DejaVu Sans"/>
              </a:defRPr>
            </a:lvl4pPr>
            <a:lvl5pPr algn="l">
              <a:defRPr sz="3525" b="1">
                <a:solidFill>
                  <a:srgbClr val="F1F7FC"/>
                </a:solidFill>
                <a:latin typeface="DejaVu Sans"/>
                <a:ea typeface="DejaVu Sans"/>
                <a:cs typeface="DejaVu Sans"/>
              </a:defRPr>
            </a:lvl5pPr>
            <a:lvl6pPr algn="l">
              <a:defRPr sz="3525" b="1">
                <a:solidFill>
                  <a:srgbClr val="F1F7FC"/>
                </a:solidFill>
                <a:latin typeface="DejaVu Sans"/>
                <a:ea typeface="DejaVu Sans"/>
                <a:cs typeface="DejaVu Sans"/>
              </a:defRPr>
            </a:lvl6pPr>
            <a:lvl7pPr algn="l">
              <a:defRPr sz="3525" b="1">
                <a:solidFill>
                  <a:srgbClr val="F1F7FC"/>
                </a:solidFill>
                <a:latin typeface="DejaVu Sans"/>
                <a:ea typeface="DejaVu Sans"/>
                <a:cs typeface="DejaVu Sans"/>
              </a:defRPr>
            </a:lvl7pPr>
            <a:lvl8pPr algn="l">
              <a:defRPr sz="3525" b="1">
                <a:solidFill>
                  <a:srgbClr val="F1F7FC"/>
                </a:solidFill>
                <a:latin typeface="DejaVu Sans"/>
                <a:ea typeface="DejaVu Sans"/>
                <a:cs typeface="DejaVu Sans"/>
              </a:defRPr>
            </a:lvl8pPr>
            <a:lvl9pPr algn="l">
              <a:defRPr sz="3525" b="1">
                <a:solidFill>
                  <a:srgbClr val="F1F7FC"/>
                </a:solidFill>
                <a:latin typeface="DejaVu Sans"/>
                <a:ea typeface="DejaVu Sans"/>
                <a:cs typeface="DejaVu Sans"/>
              </a:defRPr>
            </a:lvl9pPr>
          </a:lstStyle>
          <a:p xmlns:a="http://schemas.openxmlformats.org/drawingml/2006/main">
            <a:pPr algn="l">
              <a:defRPr sz="3525" b="1">
                <a:solidFill>
                  <a:srgbClr val="F1F7FC"/>
                </a:solidFill>
                <a:latin typeface="DejaVu Sans"/>
                <a:ea typeface="DejaVu Sans"/>
                <a:cs typeface="DejaVu Sans"/>
              </a:defRPr>
            </a:pPr>
            <a:r>
              <a:rPr sz="3525" b="1">
                <a:solidFill>
                  <a:srgbClr val="F1F7FC"/>
                </a:solidFill>
                <a:latin typeface="DejaVu Sans"/>
                <a:ea typeface="DejaVu Sans"/>
                <a:cs typeface="DejaVu Sans"/>
              </a:rPr>
              <a:t>VPN Gateway außerhalb der Firewall</a:t>
            </a:r>
          </a:p>
        </p:txBody>
      </p:sp>
      <p:sp>
        <p:nvSpPr>
          <p:cNvPr id="11" name="page-number">
            <a:extLst xmlns:a="http://schemas.openxmlformats.org/drawingml/2006/main">
              <a:ext uri="{FF2B5EF4-FFF2-40B4-BE49-F238E27FC236}">
                <a16:creationId xmlns:a16="http://schemas.microsoft.com/office/drawing/2014/main" id="{F3F28BB7-35B4-44A6-9A14-75398C22F144}"/>
              </a:ext>
            </a:extLst>
          </p:cNvPr>
          <p:cNvSpPr>
            <a:spLocks xmlns:a="http://schemas.openxmlformats.org/drawingml/2006/main" noGrp="1"/>
          </p:cNvSpPr>
          <p:nvPr/>
        </p:nvSpPr>
        <p:spPr>
          <a:xfrm xmlns:a="http://schemas.openxmlformats.org/drawingml/2006/main">
            <a:off x="13477875" y="8020050"/>
            <a:ext cx="1285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AABFD1"/>
                </a:solidFill>
                <a:latin typeface="DejaVu Sans Mono"/>
                <a:ea typeface="DejaVu Sans Mono"/>
                <a:cs typeface="DejaVu Sans Mono"/>
              </a:defRPr>
            </a:defPPr>
            <a:lvl1pPr algn="r">
              <a:defRPr sz="1350" b="0">
                <a:solidFill>
                  <a:srgbClr val="AABFD1"/>
                </a:solidFill>
                <a:latin typeface="DejaVu Sans Mono"/>
                <a:ea typeface="DejaVu Sans Mono"/>
                <a:cs typeface="DejaVu Sans Mono"/>
              </a:defRPr>
            </a:lvl1pPr>
            <a:lvl2pPr algn="r">
              <a:defRPr sz="1350" b="0">
                <a:solidFill>
                  <a:srgbClr val="AABFD1"/>
                </a:solidFill>
                <a:latin typeface="DejaVu Sans Mono"/>
                <a:ea typeface="DejaVu Sans Mono"/>
                <a:cs typeface="DejaVu Sans Mono"/>
              </a:defRPr>
            </a:lvl2pPr>
            <a:lvl3pPr algn="r">
              <a:defRPr sz="1350" b="0">
                <a:solidFill>
                  <a:srgbClr val="AABFD1"/>
                </a:solidFill>
                <a:latin typeface="DejaVu Sans Mono"/>
                <a:ea typeface="DejaVu Sans Mono"/>
                <a:cs typeface="DejaVu Sans Mono"/>
              </a:defRPr>
            </a:lvl3pPr>
            <a:lvl4pPr algn="r">
              <a:defRPr sz="1350" b="0">
                <a:solidFill>
                  <a:srgbClr val="AABFD1"/>
                </a:solidFill>
                <a:latin typeface="DejaVu Sans Mono"/>
                <a:ea typeface="DejaVu Sans Mono"/>
                <a:cs typeface="DejaVu Sans Mono"/>
              </a:defRPr>
            </a:lvl4pPr>
            <a:lvl5pPr algn="r">
              <a:defRPr sz="1350" b="0">
                <a:solidFill>
                  <a:srgbClr val="AABFD1"/>
                </a:solidFill>
                <a:latin typeface="DejaVu Sans Mono"/>
                <a:ea typeface="DejaVu Sans Mono"/>
                <a:cs typeface="DejaVu Sans Mono"/>
              </a:defRPr>
            </a:lvl5pPr>
            <a:lvl6pPr algn="r">
              <a:defRPr sz="1350" b="0">
                <a:solidFill>
                  <a:srgbClr val="AABFD1"/>
                </a:solidFill>
                <a:latin typeface="DejaVu Sans Mono"/>
                <a:ea typeface="DejaVu Sans Mono"/>
                <a:cs typeface="DejaVu Sans Mono"/>
              </a:defRPr>
            </a:lvl6pPr>
            <a:lvl7pPr algn="r">
              <a:defRPr sz="1350" b="0">
                <a:solidFill>
                  <a:srgbClr val="AABFD1"/>
                </a:solidFill>
                <a:latin typeface="DejaVu Sans Mono"/>
                <a:ea typeface="DejaVu Sans Mono"/>
                <a:cs typeface="DejaVu Sans Mono"/>
              </a:defRPr>
            </a:lvl7pPr>
            <a:lvl8pPr algn="r">
              <a:defRPr sz="1350" b="0">
                <a:solidFill>
                  <a:srgbClr val="AABFD1"/>
                </a:solidFill>
                <a:latin typeface="DejaVu Sans Mono"/>
                <a:ea typeface="DejaVu Sans Mono"/>
                <a:cs typeface="DejaVu Sans Mono"/>
              </a:defRPr>
            </a:lvl8pPr>
            <a:lvl9pPr algn="r">
              <a:defRPr sz="1350" b="0">
                <a:solidFill>
                  <a:srgbClr val="AABFD1"/>
                </a:solidFill>
                <a:latin typeface="DejaVu Sans Mono"/>
                <a:ea typeface="DejaVu Sans Mono"/>
                <a:cs typeface="DejaVu Sans Mono"/>
              </a:defRPr>
            </a:lvl9pPr>
          </a:lstStyle>
          <a:p xmlns:a="http://schemas.openxmlformats.org/drawingml/2006/main">
            <a:pPr algn="r">
              <a:defRPr sz="1350" b="0">
                <a:solidFill>
                  <a:srgbClr val="AABFD1"/>
                </a:solidFill>
                <a:latin typeface="DejaVu Sans Mono"/>
                <a:ea typeface="DejaVu Sans Mono"/>
                <a:cs typeface="DejaVu Sans Mono"/>
              </a:defRPr>
            </a:pPr>
            <a:r>
              <a:rPr sz="1350" b="0">
                <a:solidFill>
                  <a:srgbClr val="AABFD1"/>
                </a:solidFill>
                <a:latin typeface="DejaVu Sans Mono"/>
                <a:ea typeface="DejaVu Sans Mono"/>
                <a:cs typeface="DejaVu Sans Mono"/>
              </a:rPr>
              <a:t>29 / 33</a:t>
            </a:r>
          </a:p>
        </p:txBody>
      </p:sp>
      <p:pic>
        <p:nvPicPr>
          <p:cNvPr id="12" name="">
            <a:extLst xmlns:a="http://schemas.openxmlformats.org/drawingml/2006/main">
              <a:ext uri="{FF2B5EF4-FFF2-40B4-BE49-F238E27FC236}">
                <a16:creationId xmlns:a16="http://schemas.microsoft.com/office/drawing/2014/main" id="{4C3436CF-67B2-4A6D-8AE6-AB68781F20D6}"/>
              </a:ext>
            </a:extLst>
          </p:cNvPr>
          <p:cNvPicPr>
            <a:picLocks xmlns:a="http://schemas.openxmlformats.org/drawingml/2006/main" noChangeAspect="1"/>
          </p:cNvPicPr>
          <p:nvPr/>
        </p:nvPicPr>
        <p:blipFill>
          <a:blip xmlns:r="http://schemas.openxmlformats.org/officeDocument/2006/relationships" xmlns:a="http://schemas.openxmlformats.org/drawingml/2006/main" r:embed="Rbab84a77d330427a"/>
          <a:stretch xmlns:a="http://schemas.openxmlformats.org/drawingml/2006/main"/>
        </p:blipFill>
        <p:spPr>
          <a:xfrm xmlns:a="http://schemas.openxmlformats.org/drawingml/2006/main">
            <a:off x="3619500" y="2107561"/>
            <a:ext cx="10858500" cy="5452753"/>
          </a:xfrm>
          <a:prstGeom xmlns:a="http://schemas.openxmlformats.org/drawingml/2006/main" prst="rect">
            <a:avLst/>
          </a:prstGeom>
        </p:spPr>
      </p:pic>
    </p:spTree>
    <p:extLst>
      <p:ext uri="{BB962C8B-B14F-4D97-AF65-F5344CB8AC3E}">
        <p14:creationId xmlns:p14="http://schemas.microsoft.com/office/powerpoint/2010/main" val="663090379"/>
      </p:ext>
    </p:extLst>
  </p:cSld>
</p:sld>
</file>

<file path=ppt/slides/slide30.xml><?xml version="1.0" encoding="utf-8"?>
<p:sld xmlns:p="http://schemas.openxmlformats.org/presentationml/2006/main">
  <p:cSld>
    <p:bg>
      <p:bgPr>
        <a:solidFill xmlns:a="http://schemas.openxmlformats.org/drawingml/2006/main">
          <a:srgbClr val="081522"/>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4AA362CF-8291-4B04-92B0-BCC211C48CC2}"/>
              </a:ext>
            </a:extLst>
          </p:cNvPr>
          <p:cNvPicPr>
            <a:picLocks xmlns:a="http://schemas.openxmlformats.org/drawingml/2006/main" noChangeAspect="1"/>
          </p:cNvPicPr>
          <p:nvPr/>
        </p:nvPicPr>
        <p:blipFill>
          <a:blip xmlns:r="http://schemas.openxmlformats.org/officeDocument/2006/relationships" xmlns:a="http://schemas.openxmlformats.org/drawingml/2006/main" r:embed="Rf658650aa1334e19"/>
          <a:srcRect xmlns:a="http://schemas.openxmlformats.org/drawingml/2006/main" l="0" t="27" r="0" b="27"/>
          <a:stretch xmlns:a="http://schemas.openxmlformats.org/drawingml/2006/main">
            <a:fillRect l="0" t="0" r="0" b="0"/>
          </a:stretch>
        </p:blipFill>
        <p:spPr>
          <a:xfrm xmlns:a="http://schemas.openxmlformats.org/drawingml/2006/main">
            <a:off x="0" y="0"/>
            <a:ext cx="15240000" cy="8572500"/>
          </a:xfrm>
          <a:prstGeom xmlns:a="http://schemas.openxmlformats.org/drawingml/2006/main" prst="rect">
            <a:avLst/>
          </a:prstGeom>
        </p:spPr>
      </p:pic>
      <p:sp>
        <p:nvSpPr>
          <p:cNvPr id="2" name="agenda-heading">
            <a:extLst xmlns:a="http://schemas.openxmlformats.org/drawingml/2006/main">
              <a:ext uri="{FF2B5EF4-FFF2-40B4-BE49-F238E27FC236}">
                <a16:creationId xmlns:a16="http://schemas.microsoft.com/office/drawing/2014/main" id="{FE612247-1D2B-4A5D-B4CE-4B2A050DCAD6}"/>
              </a:ext>
            </a:extLst>
          </p:cNvPr>
          <p:cNvSpPr>
            <a:spLocks xmlns:a="http://schemas.openxmlformats.org/drawingml/2006/main" noGrp="1"/>
          </p:cNvSpPr>
          <p:nvPr/>
        </p:nvSpPr>
        <p:spPr>
          <a:xfrm xmlns:a="http://schemas.openxmlformats.org/drawingml/2006/main">
            <a:off x="400050" y="638175"/>
            <a:ext cx="2333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54DEEF"/>
                </a:solidFill>
                <a:latin typeface="DejaVu Sans Mono"/>
                <a:ea typeface="DejaVu Sans Mono"/>
                <a:cs typeface="DejaVu Sans Mono"/>
              </a:defRPr>
            </a:defPPr>
            <a:lvl1pPr algn="l">
              <a:defRPr sz="1875" b="1">
                <a:solidFill>
                  <a:srgbClr val="54DEEF"/>
                </a:solidFill>
                <a:latin typeface="DejaVu Sans Mono"/>
                <a:ea typeface="DejaVu Sans Mono"/>
                <a:cs typeface="DejaVu Sans Mono"/>
              </a:defRPr>
            </a:lvl1pPr>
            <a:lvl2pPr algn="l">
              <a:defRPr sz="1875" b="1">
                <a:solidFill>
                  <a:srgbClr val="54DEEF"/>
                </a:solidFill>
                <a:latin typeface="DejaVu Sans Mono"/>
                <a:ea typeface="DejaVu Sans Mono"/>
                <a:cs typeface="DejaVu Sans Mono"/>
              </a:defRPr>
            </a:lvl2pPr>
            <a:lvl3pPr algn="l">
              <a:defRPr sz="1875" b="1">
                <a:solidFill>
                  <a:srgbClr val="54DEEF"/>
                </a:solidFill>
                <a:latin typeface="DejaVu Sans Mono"/>
                <a:ea typeface="DejaVu Sans Mono"/>
                <a:cs typeface="DejaVu Sans Mono"/>
              </a:defRPr>
            </a:lvl3pPr>
            <a:lvl4pPr algn="l">
              <a:defRPr sz="1875" b="1">
                <a:solidFill>
                  <a:srgbClr val="54DEEF"/>
                </a:solidFill>
                <a:latin typeface="DejaVu Sans Mono"/>
                <a:ea typeface="DejaVu Sans Mono"/>
                <a:cs typeface="DejaVu Sans Mono"/>
              </a:defRPr>
            </a:lvl4pPr>
            <a:lvl5pPr algn="l">
              <a:defRPr sz="1875" b="1">
                <a:solidFill>
                  <a:srgbClr val="54DEEF"/>
                </a:solidFill>
                <a:latin typeface="DejaVu Sans Mono"/>
                <a:ea typeface="DejaVu Sans Mono"/>
                <a:cs typeface="DejaVu Sans Mono"/>
              </a:defRPr>
            </a:lvl5pPr>
            <a:lvl6pPr algn="l">
              <a:defRPr sz="1875" b="1">
                <a:solidFill>
                  <a:srgbClr val="54DEEF"/>
                </a:solidFill>
                <a:latin typeface="DejaVu Sans Mono"/>
                <a:ea typeface="DejaVu Sans Mono"/>
                <a:cs typeface="DejaVu Sans Mono"/>
              </a:defRPr>
            </a:lvl6pPr>
            <a:lvl7pPr algn="l">
              <a:defRPr sz="1875" b="1">
                <a:solidFill>
                  <a:srgbClr val="54DEEF"/>
                </a:solidFill>
                <a:latin typeface="DejaVu Sans Mono"/>
                <a:ea typeface="DejaVu Sans Mono"/>
                <a:cs typeface="DejaVu Sans Mono"/>
              </a:defRPr>
            </a:lvl7pPr>
            <a:lvl8pPr algn="l">
              <a:defRPr sz="1875" b="1">
                <a:solidFill>
                  <a:srgbClr val="54DEEF"/>
                </a:solidFill>
                <a:latin typeface="DejaVu Sans Mono"/>
                <a:ea typeface="DejaVu Sans Mono"/>
                <a:cs typeface="DejaVu Sans Mono"/>
              </a:defRPr>
            </a:lvl8pPr>
            <a:lvl9pPr algn="l">
              <a:defRPr sz="1875" b="1">
                <a:solidFill>
                  <a:srgbClr val="54DEEF"/>
                </a:solidFill>
                <a:latin typeface="DejaVu Sans Mono"/>
                <a:ea typeface="DejaVu Sans Mono"/>
                <a:cs typeface="DejaVu Sans Mono"/>
              </a:defRPr>
            </a:lvl9pPr>
          </a:lstStyle>
          <a:p xmlns:a="http://schemas.openxmlformats.org/drawingml/2006/main">
            <a:pPr algn="l">
              <a:defRPr sz="1875" b="1">
                <a:solidFill>
                  <a:srgbClr val="54DEEF"/>
                </a:solidFill>
                <a:latin typeface="DejaVu Sans Mono"/>
                <a:ea typeface="DejaVu Sans Mono"/>
                <a:cs typeface="DejaVu Sans Mono"/>
              </a:defRPr>
            </a:pPr>
            <a:r>
              <a:rPr sz="1875" b="1">
                <a:solidFill>
                  <a:srgbClr val="54DEEF"/>
                </a:solidFill>
                <a:latin typeface="DejaVu Sans Mono"/>
                <a:ea typeface="DejaVu Sans Mono"/>
                <a:cs typeface="DejaVu Sans Mono"/>
              </a:rPr>
              <a:t>Agenda:</a:t>
            </a:r>
          </a:p>
        </p:txBody>
      </p:sp>
      <p:sp>
        <p:nvSpPr>
          <p:cNvPr id="3" name="agenda-item">
            <a:extLst xmlns:a="http://schemas.openxmlformats.org/drawingml/2006/main">
              <a:ext uri="{FF2B5EF4-FFF2-40B4-BE49-F238E27FC236}">
                <a16:creationId xmlns:a16="http://schemas.microsoft.com/office/drawing/2014/main" id="{D8E9CE19-8E51-48DF-894F-C25EC34853E4}"/>
              </a:ext>
            </a:extLst>
          </p:cNvPr>
          <p:cNvSpPr>
            <a:spLocks xmlns:a="http://schemas.openxmlformats.org/drawingml/2006/main" noGrp="1"/>
          </p:cNvSpPr>
          <p:nvPr/>
        </p:nvSpPr>
        <p:spPr>
          <a:xfrm xmlns:a="http://schemas.openxmlformats.org/drawingml/2006/main">
            <a:off x="400050" y="142875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Was ist ein VPN?</a:t>
            </a:r>
          </a:p>
        </p:txBody>
      </p:sp>
      <p:sp>
        <p:nvSpPr>
          <p:cNvPr id="4" name="agenda-item">
            <a:extLst xmlns:a="http://schemas.openxmlformats.org/drawingml/2006/main">
              <a:ext uri="{FF2B5EF4-FFF2-40B4-BE49-F238E27FC236}">
                <a16:creationId xmlns:a16="http://schemas.microsoft.com/office/drawing/2014/main" id="{D0DE8D19-BE03-4BB6-A1E6-C5E9EBF27610}"/>
              </a:ext>
            </a:extLst>
          </p:cNvPr>
          <p:cNvSpPr>
            <a:spLocks xmlns:a="http://schemas.openxmlformats.org/drawingml/2006/main" noGrp="1"/>
          </p:cNvSpPr>
          <p:nvPr/>
        </p:nvSpPr>
        <p:spPr>
          <a:xfrm xmlns:a="http://schemas.openxmlformats.org/drawingml/2006/main">
            <a:off x="400050" y="209550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Aufbau eines VPN</a:t>
            </a:r>
          </a:p>
        </p:txBody>
      </p:sp>
      <p:sp>
        <p:nvSpPr>
          <p:cNvPr id="5" name="agenda-item">
            <a:extLst xmlns:a="http://schemas.openxmlformats.org/drawingml/2006/main">
              <a:ext uri="{FF2B5EF4-FFF2-40B4-BE49-F238E27FC236}">
                <a16:creationId xmlns:a16="http://schemas.microsoft.com/office/drawing/2014/main" id="{CD4F9E59-46E9-461E-8DFC-B6BDD98FA1CE}"/>
              </a:ext>
            </a:extLst>
          </p:cNvPr>
          <p:cNvSpPr>
            <a:spLocks xmlns:a="http://schemas.openxmlformats.org/drawingml/2006/main" noGrp="1"/>
          </p:cNvSpPr>
          <p:nvPr/>
        </p:nvSpPr>
        <p:spPr>
          <a:xfrm xmlns:a="http://schemas.openxmlformats.org/drawingml/2006/main">
            <a:off x="400050" y="276225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Ausprägungen eines VPN Netzes</a:t>
            </a:r>
          </a:p>
        </p:txBody>
      </p:sp>
      <p:sp>
        <p:nvSpPr>
          <p:cNvPr id="6" name="agenda-item">
            <a:extLst xmlns:a="http://schemas.openxmlformats.org/drawingml/2006/main">
              <a:ext uri="{FF2B5EF4-FFF2-40B4-BE49-F238E27FC236}">
                <a16:creationId xmlns:a16="http://schemas.microsoft.com/office/drawing/2014/main" id="{B1F8286B-FE90-4C59-A61E-DDC4897970FD}"/>
              </a:ext>
            </a:extLst>
          </p:cNvPr>
          <p:cNvSpPr>
            <a:spLocks xmlns:a="http://schemas.openxmlformats.org/drawingml/2006/main" noGrp="1"/>
          </p:cNvSpPr>
          <p:nvPr/>
        </p:nvSpPr>
        <p:spPr>
          <a:xfrm xmlns:a="http://schemas.openxmlformats.org/drawingml/2006/main">
            <a:off x="400050" y="371475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Tunneling Protokolle</a:t>
            </a:r>
          </a:p>
        </p:txBody>
      </p:sp>
      <p:sp>
        <p:nvSpPr>
          <p:cNvPr id="7" name="agenda-item">
            <a:extLst xmlns:a="http://schemas.openxmlformats.org/drawingml/2006/main">
              <a:ext uri="{FF2B5EF4-FFF2-40B4-BE49-F238E27FC236}">
                <a16:creationId xmlns:a16="http://schemas.microsoft.com/office/drawing/2014/main" id="{1B112728-9801-476E-A1C2-65E30907F177}"/>
              </a:ext>
            </a:extLst>
          </p:cNvPr>
          <p:cNvSpPr>
            <a:spLocks xmlns:a="http://schemas.openxmlformats.org/drawingml/2006/main" noGrp="1"/>
          </p:cNvSpPr>
          <p:nvPr/>
        </p:nvSpPr>
        <p:spPr>
          <a:xfrm xmlns:a="http://schemas.openxmlformats.org/drawingml/2006/main">
            <a:off x="400050" y="4524375"/>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IPSec</a:t>
            </a:r>
          </a:p>
        </p:txBody>
      </p:sp>
      <p:sp>
        <p:nvSpPr>
          <p:cNvPr id="8" name="agenda-item">
            <a:extLst xmlns:a="http://schemas.openxmlformats.org/drawingml/2006/main">
              <a:ext uri="{FF2B5EF4-FFF2-40B4-BE49-F238E27FC236}">
                <a16:creationId xmlns:a16="http://schemas.microsoft.com/office/drawing/2014/main" id="{37BB10A7-28A6-431E-B2DE-EBA882D82A19}"/>
              </a:ext>
            </a:extLst>
          </p:cNvPr>
          <p:cNvSpPr>
            <a:spLocks xmlns:a="http://schemas.openxmlformats.org/drawingml/2006/main" noGrp="1"/>
          </p:cNvSpPr>
          <p:nvPr/>
        </p:nvSpPr>
        <p:spPr>
          <a:xfrm xmlns:a="http://schemas.openxmlformats.org/drawingml/2006/main">
            <a:off x="400050" y="5191125"/>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54DEEF"/>
                </a:solidFill>
                <a:latin typeface="DejaVu Sans"/>
                <a:ea typeface="DejaVu Sans"/>
                <a:cs typeface="DejaVu Sans"/>
              </a:defRPr>
            </a:defPPr>
            <a:lvl1pPr algn="l">
              <a:defRPr sz="1575" b="1">
                <a:solidFill>
                  <a:srgbClr val="54DEEF"/>
                </a:solidFill>
                <a:latin typeface="DejaVu Sans"/>
                <a:ea typeface="DejaVu Sans"/>
                <a:cs typeface="DejaVu Sans"/>
              </a:defRPr>
            </a:lvl1pPr>
            <a:lvl2pPr algn="l">
              <a:defRPr sz="1575" b="1">
                <a:solidFill>
                  <a:srgbClr val="54DEEF"/>
                </a:solidFill>
                <a:latin typeface="DejaVu Sans"/>
                <a:ea typeface="DejaVu Sans"/>
                <a:cs typeface="DejaVu Sans"/>
              </a:defRPr>
            </a:lvl2pPr>
            <a:lvl3pPr algn="l">
              <a:defRPr sz="1575" b="1">
                <a:solidFill>
                  <a:srgbClr val="54DEEF"/>
                </a:solidFill>
                <a:latin typeface="DejaVu Sans"/>
                <a:ea typeface="DejaVu Sans"/>
                <a:cs typeface="DejaVu Sans"/>
              </a:defRPr>
            </a:lvl3pPr>
            <a:lvl4pPr algn="l">
              <a:defRPr sz="1575" b="1">
                <a:solidFill>
                  <a:srgbClr val="54DEEF"/>
                </a:solidFill>
                <a:latin typeface="DejaVu Sans"/>
                <a:ea typeface="DejaVu Sans"/>
                <a:cs typeface="DejaVu Sans"/>
              </a:defRPr>
            </a:lvl4pPr>
            <a:lvl5pPr algn="l">
              <a:defRPr sz="1575" b="1">
                <a:solidFill>
                  <a:srgbClr val="54DEEF"/>
                </a:solidFill>
                <a:latin typeface="DejaVu Sans"/>
                <a:ea typeface="DejaVu Sans"/>
                <a:cs typeface="DejaVu Sans"/>
              </a:defRPr>
            </a:lvl5pPr>
            <a:lvl6pPr algn="l">
              <a:defRPr sz="1575" b="1">
                <a:solidFill>
                  <a:srgbClr val="54DEEF"/>
                </a:solidFill>
                <a:latin typeface="DejaVu Sans"/>
                <a:ea typeface="DejaVu Sans"/>
                <a:cs typeface="DejaVu Sans"/>
              </a:defRPr>
            </a:lvl6pPr>
            <a:lvl7pPr algn="l">
              <a:defRPr sz="1575" b="1">
                <a:solidFill>
                  <a:srgbClr val="54DEEF"/>
                </a:solidFill>
                <a:latin typeface="DejaVu Sans"/>
                <a:ea typeface="DejaVu Sans"/>
                <a:cs typeface="DejaVu Sans"/>
              </a:defRPr>
            </a:lvl7pPr>
            <a:lvl8pPr algn="l">
              <a:defRPr sz="1575" b="1">
                <a:solidFill>
                  <a:srgbClr val="54DEEF"/>
                </a:solidFill>
                <a:latin typeface="DejaVu Sans"/>
                <a:ea typeface="DejaVu Sans"/>
                <a:cs typeface="DejaVu Sans"/>
              </a:defRPr>
            </a:lvl8pPr>
            <a:lvl9pPr algn="l">
              <a:defRPr sz="1575" b="1">
                <a:solidFill>
                  <a:srgbClr val="54DEEF"/>
                </a:solidFill>
                <a:latin typeface="DejaVu Sans"/>
                <a:ea typeface="DejaVu Sans"/>
                <a:cs typeface="DejaVu Sans"/>
              </a:defRPr>
            </a:lvl9pPr>
          </a:lstStyle>
          <a:p xmlns:a="http://schemas.openxmlformats.org/drawingml/2006/main">
            <a:pPr algn="l">
              <a:defRPr sz="1575" b="1">
                <a:solidFill>
                  <a:srgbClr val="54DEEF"/>
                </a:solidFill>
                <a:latin typeface="DejaVu Sans"/>
                <a:ea typeface="DejaVu Sans"/>
                <a:cs typeface="DejaVu Sans"/>
              </a:defRPr>
            </a:pPr>
            <a:r>
              <a:rPr sz="1575" b="1">
                <a:solidFill>
                  <a:srgbClr val="54DEEF"/>
                </a:solidFill>
                <a:latin typeface="DejaVu Sans"/>
                <a:ea typeface="DejaVu Sans"/>
                <a:cs typeface="DejaVu Sans"/>
              </a:rPr>
              <a:t>VPN in Verbindung mit einer Firewall</a:t>
            </a:r>
          </a:p>
        </p:txBody>
      </p:sp>
      <p:sp>
        <p:nvSpPr>
          <p:cNvPr id="9" name="agenda-item">
            <a:extLst xmlns:a="http://schemas.openxmlformats.org/drawingml/2006/main">
              <a:ext uri="{FF2B5EF4-FFF2-40B4-BE49-F238E27FC236}">
                <a16:creationId xmlns:a16="http://schemas.microsoft.com/office/drawing/2014/main" id="{D3E04389-3BEC-4C35-BBD2-ACD1819A1656}"/>
              </a:ext>
            </a:extLst>
          </p:cNvPr>
          <p:cNvSpPr>
            <a:spLocks xmlns:a="http://schemas.openxmlformats.org/drawingml/2006/main" noGrp="1"/>
          </p:cNvSpPr>
          <p:nvPr/>
        </p:nvSpPr>
        <p:spPr>
          <a:xfrm xmlns:a="http://schemas.openxmlformats.org/drawingml/2006/main">
            <a:off x="400050" y="6334125"/>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Fazit</a:t>
            </a:r>
          </a:p>
        </p:txBody>
      </p:sp>
      <p:sp>
        <p:nvSpPr>
          <p:cNvPr id="10" name="title">
            <a:extLst xmlns:a="http://schemas.openxmlformats.org/drawingml/2006/main">
              <a:ext uri="{FF2B5EF4-FFF2-40B4-BE49-F238E27FC236}">
                <a16:creationId xmlns:a16="http://schemas.microsoft.com/office/drawing/2014/main" id="{2212EF48-B01D-4455-B701-CA338D2D1B5A}"/>
              </a:ext>
            </a:extLst>
          </p:cNvPr>
          <p:cNvSpPr>
            <a:spLocks xmlns:a="http://schemas.openxmlformats.org/drawingml/2006/main" noGrp="1"/>
          </p:cNvSpPr>
          <p:nvPr/>
        </p:nvSpPr>
        <p:spPr>
          <a:xfrm xmlns:a="http://schemas.openxmlformats.org/drawingml/2006/main">
            <a:off x="3619500" y="590550"/>
            <a:ext cx="1085850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525" b="1">
                <a:solidFill>
                  <a:srgbClr val="F1F7FC"/>
                </a:solidFill>
                <a:latin typeface="DejaVu Sans"/>
                <a:ea typeface="DejaVu Sans"/>
                <a:cs typeface="DejaVu Sans"/>
              </a:defRPr>
            </a:defPPr>
            <a:lvl1pPr algn="l">
              <a:defRPr sz="3525" b="1">
                <a:solidFill>
                  <a:srgbClr val="F1F7FC"/>
                </a:solidFill>
                <a:latin typeface="DejaVu Sans"/>
                <a:ea typeface="DejaVu Sans"/>
                <a:cs typeface="DejaVu Sans"/>
              </a:defRPr>
            </a:lvl1pPr>
            <a:lvl2pPr algn="l">
              <a:defRPr sz="3525" b="1">
                <a:solidFill>
                  <a:srgbClr val="F1F7FC"/>
                </a:solidFill>
                <a:latin typeface="DejaVu Sans"/>
                <a:ea typeface="DejaVu Sans"/>
                <a:cs typeface="DejaVu Sans"/>
              </a:defRPr>
            </a:lvl2pPr>
            <a:lvl3pPr algn="l">
              <a:defRPr sz="3525" b="1">
                <a:solidFill>
                  <a:srgbClr val="F1F7FC"/>
                </a:solidFill>
                <a:latin typeface="DejaVu Sans"/>
                <a:ea typeface="DejaVu Sans"/>
                <a:cs typeface="DejaVu Sans"/>
              </a:defRPr>
            </a:lvl3pPr>
            <a:lvl4pPr algn="l">
              <a:defRPr sz="3525" b="1">
                <a:solidFill>
                  <a:srgbClr val="F1F7FC"/>
                </a:solidFill>
                <a:latin typeface="DejaVu Sans"/>
                <a:ea typeface="DejaVu Sans"/>
                <a:cs typeface="DejaVu Sans"/>
              </a:defRPr>
            </a:lvl4pPr>
            <a:lvl5pPr algn="l">
              <a:defRPr sz="3525" b="1">
                <a:solidFill>
                  <a:srgbClr val="F1F7FC"/>
                </a:solidFill>
                <a:latin typeface="DejaVu Sans"/>
                <a:ea typeface="DejaVu Sans"/>
                <a:cs typeface="DejaVu Sans"/>
              </a:defRPr>
            </a:lvl5pPr>
            <a:lvl6pPr algn="l">
              <a:defRPr sz="3525" b="1">
                <a:solidFill>
                  <a:srgbClr val="F1F7FC"/>
                </a:solidFill>
                <a:latin typeface="DejaVu Sans"/>
                <a:ea typeface="DejaVu Sans"/>
                <a:cs typeface="DejaVu Sans"/>
              </a:defRPr>
            </a:lvl6pPr>
            <a:lvl7pPr algn="l">
              <a:defRPr sz="3525" b="1">
                <a:solidFill>
                  <a:srgbClr val="F1F7FC"/>
                </a:solidFill>
                <a:latin typeface="DejaVu Sans"/>
                <a:ea typeface="DejaVu Sans"/>
                <a:cs typeface="DejaVu Sans"/>
              </a:defRPr>
            </a:lvl7pPr>
            <a:lvl8pPr algn="l">
              <a:defRPr sz="3525" b="1">
                <a:solidFill>
                  <a:srgbClr val="F1F7FC"/>
                </a:solidFill>
                <a:latin typeface="DejaVu Sans"/>
                <a:ea typeface="DejaVu Sans"/>
                <a:cs typeface="DejaVu Sans"/>
              </a:defRPr>
            </a:lvl8pPr>
            <a:lvl9pPr algn="l">
              <a:defRPr sz="3525" b="1">
                <a:solidFill>
                  <a:srgbClr val="F1F7FC"/>
                </a:solidFill>
                <a:latin typeface="DejaVu Sans"/>
                <a:ea typeface="DejaVu Sans"/>
                <a:cs typeface="DejaVu Sans"/>
              </a:defRPr>
            </a:lvl9pPr>
          </a:lstStyle>
          <a:p xmlns:a="http://schemas.openxmlformats.org/drawingml/2006/main">
            <a:pPr algn="l">
              <a:defRPr sz="3525" b="1">
                <a:solidFill>
                  <a:srgbClr val="F1F7FC"/>
                </a:solidFill>
                <a:latin typeface="DejaVu Sans"/>
                <a:ea typeface="DejaVu Sans"/>
                <a:cs typeface="DejaVu Sans"/>
              </a:defRPr>
            </a:pPr>
            <a:r>
              <a:rPr sz="3525" b="1">
                <a:solidFill>
                  <a:srgbClr val="F1F7FC"/>
                </a:solidFill>
                <a:latin typeface="DejaVu Sans"/>
                <a:ea typeface="DejaVu Sans"/>
                <a:cs typeface="DejaVu Sans"/>
              </a:rPr>
              <a:t>VPN Gateway innerhalb der Firewall</a:t>
            </a:r>
          </a:p>
        </p:txBody>
      </p:sp>
      <p:sp>
        <p:nvSpPr>
          <p:cNvPr id="11" name="page-number">
            <a:extLst xmlns:a="http://schemas.openxmlformats.org/drawingml/2006/main">
              <a:ext uri="{FF2B5EF4-FFF2-40B4-BE49-F238E27FC236}">
                <a16:creationId xmlns:a16="http://schemas.microsoft.com/office/drawing/2014/main" id="{F45E5AB2-C55C-415B-8E30-5EE58013D206}"/>
              </a:ext>
            </a:extLst>
          </p:cNvPr>
          <p:cNvSpPr>
            <a:spLocks xmlns:a="http://schemas.openxmlformats.org/drawingml/2006/main" noGrp="1"/>
          </p:cNvSpPr>
          <p:nvPr/>
        </p:nvSpPr>
        <p:spPr>
          <a:xfrm xmlns:a="http://schemas.openxmlformats.org/drawingml/2006/main">
            <a:off x="13477875" y="8020050"/>
            <a:ext cx="1285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AABFD1"/>
                </a:solidFill>
                <a:latin typeface="DejaVu Sans Mono"/>
                <a:ea typeface="DejaVu Sans Mono"/>
                <a:cs typeface="DejaVu Sans Mono"/>
              </a:defRPr>
            </a:defPPr>
            <a:lvl1pPr algn="r">
              <a:defRPr sz="1350" b="0">
                <a:solidFill>
                  <a:srgbClr val="AABFD1"/>
                </a:solidFill>
                <a:latin typeface="DejaVu Sans Mono"/>
                <a:ea typeface="DejaVu Sans Mono"/>
                <a:cs typeface="DejaVu Sans Mono"/>
              </a:defRPr>
            </a:lvl1pPr>
            <a:lvl2pPr algn="r">
              <a:defRPr sz="1350" b="0">
                <a:solidFill>
                  <a:srgbClr val="AABFD1"/>
                </a:solidFill>
                <a:latin typeface="DejaVu Sans Mono"/>
                <a:ea typeface="DejaVu Sans Mono"/>
                <a:cs typeface="DejaVu Sans Mono"/>
              </a:defRPr>
            </a:lvl2pPr>
            <a:lvl3pPr algn="r">
              <a:defRPr sz="1350" b="0">
                <a:solidFill>
                  <a:srgbClr val="AABFD1"/>
                </a:solidFill>
                <a:latin typeface="DejaVu Sans Mono"/>
                <a:ea typeface="DejaVu Sans Mono"/>
                <a:cs typeface="DejaVu Sans Mono"/>
              </a:defRPr>
            </a:lvl3pPr>
            <a:lvl4pPr algn="r">
              <a:defRPr sz="1350" b="0">
                <a:solidFill>
                  <a:srgbClr val="AABFD1"/>
                </a:solidFill>
                <a:latin typeface="DejaVu Sans Mono"/>
                <a:ea typeface="DejaVu Sans Mono"/>
                <a:cs typeface="DejaVu Sans Mono"/>
              </a:defRPr>
            </a:lvl4pPr>
            <a:lvl5pPr algn="r">
              <a:defRPr sz="1350" b="0">
                <a:solidFill>
                  <a:srgbClr val="AABFD1"/>
                </a:solidFill>
                <a:latin typeface="DejaVu Sans Mono"/>
                <a:ea typeface="DejaVu Sans Mono"/>
                <a:cs typeface="DejaVu Sans Mono"/>
              </a:defRPr>
            </a:lvl5pPr>
            <a:lvl6pPr algn="r">
              <a:defRPr sz="1350" b="0">
                <a:solidFill>
                  <a:srgbClr val="AABFD1"/>
                </a:solidFill>
                <a:latin typeface="DejaVu Sans Mono"/>
                <a:ea typeface="DejaVu Sans Mono"/>
                <a:cs typeface="DejaVu Sans Mono"/>
              </a:defRPr>
            </a:lvl6pPr>
            <a:lvl7pPr algn="r">
              <a:defRPr sz="1350" b="0">
                <a:solidFill>
                  <a:srgbClr val="AABFD1"/>
                </a:solidFill>
                <a:latin typeface="DejaVu Sans Mono"/>
                <a:ea typeface="DejaVu Sans Mono"/>
                <a:cs typeface="DejaVu Sans Mono"/>
              </a:defRPr>
            </a:lvl7pPr>
            <a:lvl8pPr algn="r">
              <a:defRPr sz="1350" b="0">
                <a:solidFill>
                  <a:srgbClr val="AABFD1"/>
                </a:solidFill>
                <a:latin typeface="DejaVu Sans Mono"/>
                <a:ea typeface="DejaVu Sans Mono"/>
                <a:cs typeface="DejaVu Sans Mono"/>
              </a:defRPr>
            </a:lvl8pPr>
            <a:lvl9pPr algn="r">
              <a:defRPr sz="1350" b="0">
                <a:solidFill>
                  <a:srgbClr val="AABFD1"/>
                </a:solidFill>
                <a:latin typeface="DejaVu Sans Mono"/>
                <a:ea typeface="DejaVu Sans Mono"/>
                <a:cs typeface="DejaVu Sans Mono"/>
              </a:defRPr>
            </a:lvl9pPr>
          </a:lstStyle>
          <a:p xmlns:a="http://schemas.openxmlformats.org/drawingml/2006/main">
            <a:pPr algn="r">
              <a:defRPr sz="1350" b="0">
                <a:solidFill>
                  <a:srgbClr val="AABFD1"/>
                </a:solidFill>
                <a:latin typeface="DejaVu Sans Mono"/>
                <a:ea typeface="DejaVu Sans Mono"/>
                <a:cs typeface="DejaVu Sans Mono"/>
              </a:defRPr>
            </a:pPr>
            <a:r>
              <a:rPr sz="1350" b="0">
                <a:solidFill>
                  <a:srgbClr val="AABFD1"/>
                </a:solidFill>
                <a:latin typeface="DejaVu Sans Mono"/>
                <a:ea typeface="DejaVu Sans Mono"/>
                <a:cs typeface="DejaVu Sans Mono"/>
              </a:rPr>
              <a:t>30 / 33</a:t>
            </a:r>
          </a:p>
        </p:txBody>
      </p:sp>
      <p:pic>
        <p:nvPicPr>
          <p:cNvPr id="12" name="">
            <a:extLst xmlns:a="http://schemas.openxmlformats.org/drawingml/2006/main">
              <a:ext uri="{FF2B5EF4-FFF2-40B4-BE49-F238E27FC236}">
                <a16:creationId xmlns:a16="http://schemas.microsoft.com/office/drawing/2014/main" id="{B35AB9B0-25A4-493C-BE98-E02438EF757F}"/>
              </a:ext>
            </a:extLst>
          </p:cNvPr>
          <p:cNvPicPr>
            <a:picLocks xmlns:a="http://schemas.openxmlformats.org/drawingml/2006/main" noChangeAspect="1"/>
          </p:cNvPicPr>
          <p:nvPr/>
        </p:nvPicPr>
        <p:blipFill>
          <a:blip xmlns:r="http://schemas.openxmlformats.org/officeDocument/2006/relationships" xmlns:a="http://schemas.openxmlformats.org/drawingml/2006/main" r:embed="R9b86b9b74be44544"/>
          <a:stretch xmlns:a="http://schemas.openxmlformats.org/drawingml/2006/main"/>
        </p:blipFill>
        <p:spPr>
          <a:xfrm xmlns:a="http://schemas.openxmlformats.org/drawingml/2006/main">
            <a:off x="3619500" y="2066085"/>
            <a:ext cx="10858500" cy="5535706"/>
          </a:xfrm>
          <a:prstGeom xmlns:a="http://schemas.openxmlformats.org/drawingml/2006/main" prst="rect">
            <a:avLst/>
          </a:prstGeom>
        </p:spPr>
      </p:pic>
    </p:spTree>
    <p:extLst>
      <p:ext uri="{BB962C8B-B14F-4D97-AF65-F5344CB8AC3E}">
        <p14:creationId xmlns:p14="http://schemas.microsoft.com/office/powerpoint/2010/main" val="1861858004"/>
      </p:ext>
    </p:extLst>
  </p:cSld>
</p:sld>
</file>

<file path=ppt/slides/slide31.xml><?xml version="1.0" encoding="utf-8"?>
<p:sld xmlns:p="http://schemas.openxmlformats.org/presentationml/2006/main">
  <p:cSld>
    <p:bg>
      <p:bgPr>
        <a:solidFill xmlns:a="http://schemas.openxmlformats.org/drawingml/2006/main">
          <a:srgbClr val="081522"/>
        </a:solidFill>
      </p:bgPr>
    </p:bg>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3AC0249A-ECA8-4C7C-B28A-F3FFB39B6EA1}"/>
              </a:ext>
            </a:extLst>
          </p:cNvPr>
          <p:cNvPicPr>
            <a:picLocks xmlns:a="http://schemas.openxmlformats.org/drawingml/2006/main" noChangeAspect="1"/>
          </p:cNvPicPr>
          <p:nvPr/>
        </p:nvPicPr>
        <p:blipFill>
          <a:blip xmlns:r="http://schemas.openxmlformats.org/officeDocument/2006/relationships" xmlns:a="http://schemas.openxmlformats.org/drawingml/2006/main" r:embed="R9c03a1c7b44447b6"/>
          <a:srcRect xmlns:a="http://schemas.openxmlformats.org/drawingml/2006/main" l="0" t="27" r="0" b="27"/>
          <a:stretch xmlns:a="http://schemas.openxmlformats.org/drawingml/2006/main">
            <a:fillRect l="0" t="0" r="0" b="0"/>
          </a:stretch>
        </p:blipFill>
        <p:spPr>
          <a:xfrm xmlns:a="http://schemas.openxmlformats.org/drawingml/2006/main">
            <a:off x="0" y="0"/>
            <a:ext cx="15240000" cy="8572500"/>
          </a:xfrm>
          <a:prstGeom xmlns:a="http://schemas.openxmlformats.org/drawingml/2006/main" prst="rect">
            <a:avLst/>
          </a:prstGeom>
        </p:spPr>
      </p:pic>
      <p:sp>
        <p:nvSpPr>
          <p:cNvPr id="2" name="agenda-heading">
            <a:extLst xmlns:a="http://schemas.openxmlformats.org/drawingml/2006/main">
              <a:ext uri="{FF2B5EF4-FFF2-40B4-BE49-F238E27FC236}">
                <a16:creationId xmlns:a16="http://schemas.microsoft.com/office/drawing/2014/main" id="{F5916262-81B9-47AF-940E-C5670E39E859}"/>
              </a:ext>
            </a:extLst>
          </p:cNvPr>
          <p:cNvSpPr>
            <a:spLocks xmlns:a="http://schemas.openxmlformats.org/drawingml/2006/main" noGrp="1"/>
          </p:cNvSpPr>
          <p:nvPr/>
        </p:nvSpPr>
        <p:spPr>
          <a:xfrm xmlns:a="http://schemas.openxmlformats.org/drawingml/2006/main">
            <a:off x="400050" y="638175"/>
            <a:ext cx="2333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54DEEF"/>
                </a:solidFill>
                <a:latin typeface="DejaVu Sans Mono"/>
                <a:ea typeface="DejaVu Sans Mono"/>
                <a:cs typeface="DejaVu Sans Mono"/>
              </a:defRPr>
            </a:defPPr>
            <a:lvl1pPr algn="l">
              <a:defRPr sz="1875" b="1">
                <a:solidFill>
                  <a:srgbClr val="54DEEF"/>
                </a:solidFill>
                <a:latin typeface="DejaVu Sans Mono"/>
                <a:ea typeface="DejaVu Sans Mono"/>
                <a:cs typeface="DejaVu Sans Mono"/>
              </a:defRPr>
            </a:lvl1pPr>
            <a:lvl2pPr algn="l">
              <a:defRPr sz="1875" b="1">
                <a:solidFill>
                  <a:srgbClr val="54DEEF"/>
                </a:solidFill>
                <a:latin typeface="DejaVu Sans Mono"/>
                <a:ea typeface="DejaVu Sans Mono"/>
                <a:cs typeface="DejaVu Sans Mono"/>
              </a:defRPr>
            </a:lvl2pPr>
            <a:lvl3pPr algn="l">
              <a:defRPr sz="1875" b="1">
                <a:solidFill>
                  <a:srgbClr val="54DEEF"/>
                </a:solidFill>
                <a:latin typeface="DejaVu Sans Mono"/>
                <a:ea typeface="DejaVu Sans Mono"/>
                <a:cs typeface="DejaVu Sans Mono"/>
              </a:defRPr>
            </a:lvl3pPr>
            <a:lvl4pPr algn="l">
              <a:defRPr sz="1875" b="1">
                <a:solidFill>
                  <a:srgbClr val="54DEEF"/>
                </a:solidFill>
                <a:latin typeface="DejaVu Sans Mono"/>
                <a:ea typeface="DejaVu Sans Mono"/>
                <a:cs typeface="DejaVu Sans Mono"/>
              </a:defRPr>
            </a:lvl4pPr>
            <a:lvl5pPr algn="l">
              <a:defRPr sz="1875" b="1">
                <a:solidFill>
                  <a:srgbClr val="54DEEF"/>
                </a:solidFill>
                <a:latin typeface="DejaVu Sans Mono"/>
                <a:ea typeface="DejaVu Sans Mono"/>
                <a:cs typeface="DejaVu Sans Mono"/>
              </a:defRPr>
            </a:lvl5pPr>
            <a:lvl6pPr algn="l">
              <a:defRPr sz="1875" b="1">
                <a:solidFill>
                  <a:srgbClr val="54DEEF"/>
                </a:solidFill>
                <a:latin typeface="DejaVu Sans Mono"/>
                <a:ea typeface="DejaVu Sans Mono"/>
                <a:cs typeface="DejaVu Sans Mono"/>
              </a:defRPr>
            </a:lvl6pPr>
            <a:lvl7pPr algn="l">
              <a:defRPr sz="1875" b="1">
                <a:solidFill>
                  <a:srgbClr val="54DEEF"/>
                </a:solidFill>
                <a:latin typeface="DejaVu Sans Mono"/>
                <a:ea typeface="DejaVu Sans Mono"/>
                <a:cs typeface="DejaVu Sans Mono"/>
              </a:defRPr>
            </a:lvl7pPr>
            <a:lvl8pPr algn="l">
              <a:defRPr sz="1875" b="1">
                <a:solidFill>
                  <a:srgbClr val="54DEEF"/>
                </a:solidFill>
                <a:latin typeface="DejaVu Sans Mono"/>
                <a:ea typeface="DejaVu Sans Mono"/>
                <a:cs typeface="DejaVu Sans Mono"/>
              </a:defRPr>
            </a:lvl8pPr>
            <a:lvl9pPr algn="l">
              <a:defRPr sz="1875" b="1">
                <a:solidFill>
                  <a:srgbClr val="54DEEF"/>
                </a:solidFill>
                <a:latin typeface="DejaVu Sans Mono"/>
                <a:ea typeface="DejaVu Sans Mono"/>
                <a:cs typeface="DejaVu Sans Mono"/>
              </a:defRPr>
            </a:lvl9pPr>
          </a:lstStyle>
          <a:p xmlns:a="http://schemas.openxmlformats.org/drawingml/2006/main">
            <a:pPr algn="l">
              <a:defRPr sz="1875" b="1">
                <a:solidFill>
                  <a:srgbClr val="54DEEF"/>
                </a:solidFill>
                <a:latin typeface="DejaVu Sans Mono"/>
                <a:ea typeface="DejaVu Sans Mono"/>
                <a:cs typeface="DejaVu Sans Mono"/>
              </a:defRPr>
            </a:pPr>
            <a:r>
              <a:rPr sz="1875" b="1">
                <a:solidFill>
                  <a:srgbClr val="54DEEF"/>
                </a:solidFill>
                <a:latin typeface="DejaVu Sans Mono"/>
                <a:ea typeface="DejaVu Sans Mono"/>
                <a:cs typeface="DejaVu Sans Mono"/>
              </a:rPr>
              <a:t>Agenda:</a:t>
            </a:r>
          </a:p>
        </p:txBody>
      </p:sp>
      <p:sp>
        <p:nvSpPr>
          <p:cNvPr id="3" name="agenda-item">
            <a:extLst xmlns:a="http://schemas.openxmlformats.org/drawingml/2006/main">
              <a:ext uri="{FF2B5EF4-FFF2-40B4-BE49-F238E27FC236}">
                <a16:creationId xmlns:a16="http://schemas.microsoft.com/office/drawing/2014/main" id="{014AF478-9DE7-405C-A168-7496675561A7}"/>
              </a:ext>
            </a:extLst>
          </p:cNvPr>
          <p:cNvSpPr>
            <a:spLocks xmlns:a="http://schemas.openxmlformats.org/drawingml/2006/main" noGrp="1"/>
          </p:cNvSpPr>
          <p:nvPr/>
        </p:nvSpPr>
        <p:spPr>
          <a:xfrm xmlns:a="http://schemas.openxmlformats.org/drawingml/2006/main">
            <a:off x="400050" y="142875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Was ist ein VPN?</a:t>
            </a:r>
          </a:p>
        </p:txBody>
      </p:sp>
      <p:sp>
        <p:nvSpPr>
          <p:cNvPr id="4" name="agenda-item">
            <a:extLst xmlns:a="http://schemas.openxmlformats.org/drawingml/2006/main">
              <a:ext uri="{FF2B5EF4-FFF2-40B4-BE49-F238E27FC236}">
                <a16:creationId xmlns:a16="http://schemas.microsoft.com/office/drawing/2014/main" id="{68C5A94A-2736-4302-B4F1-A77A0F836E1F}"/>
              </a:ext>
            </a:extLst>
          </p:cNvPr>
          <p:cNvSpPr>
            <a:spLocks xmlns:a="http://schemas.openxmlformats.org/drawingml/2006/main" noGrp="1"/>
          </p:cNvSpPr>
          <p:nvPr/>
        </p:nvSpPr>
        <p:spPr>
          <a:xfrm xmlns:a="http://schemas.openxmlformats.org/drawingml/2006/main">
            <a:off x="400050" y="209550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Aufbau eines VPN</a:t>
            </a:r>
          </a:p>
        </p:txBody>
      </p:sp>
      <p:sp>
        <p:nvSpPr>
          <p:cNvPr id="5" name="agenda-item">
            <a:extLst xmlns:a="http://schemas.openxmlformats.org/drawingml/2006/main">
              <a:ext uri="{FF2B5EF4-FFF2-40B4-BE49-F238E27FC236}">
                <a16:creationId xmlns:a16="http://schemas.microsoft.com/office/drawing/2014/main" id="{B6A7EBB6-6CA7-4517-8FB6-27A144E56B60}"/>
              </a:ext>
            </a:extLst>
          </p:cNvPr>
          <p:cNvSpPr>
            <a:spLocks xmlns:a="http://schemas.openxmlformats.org/drawingml/2006/main" noGrp="1"/>
          </p:cNvSpPr>
          <p:nvPr/>
        </p:nvSpPr>
        <p:spPr>
          <a:xfrm xmlns:a="http://schemas.openxmlformats.org/drawingml/2006/main">
            <a:off x="400050" y="276225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Ausprägungen eines VPN Netzes</a:t>
            </a:r>
          </a:p>
        </p:txBody>
      </p:sp>
      <p:sp>
        <p:nvSpPr>
          <p:cNvPr id="6" name="agenda-item">
            <a:extLst xmlns:a="http://schemas.openxmlformats.org/drawingml/2006/main">
              <a:ext uri="{FF2B5EF4-FFF2-40B4-BE49-F238E27FC236}">
                <a16:creationId xmlns:a16="http://schemas.microsoft.com/office/drawing/2014/main" id="{AD0C7A45-C724-4811-82F7-30E494B99BB2}"/>
              </a:ext>
            </a:extLst>
          </p:cNvPr>
          <p:cNvSpPr>
            <a:spLocks xmlns:a="http://schemas.openxmlformats.org/drawingml/2006/main" noGrp="1"/>
          </p:cNvSpPr>
          <p:nvPr/>
        </p:nvSpPr>
        <p:spPr>
          <a:xfrm xmlns:a="http://schemas.openxmlformats.org/drawingml/2006/main">
            <a:off x="400050" y="371475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Tunneling Protokolle</a:t>
            </a:r>
          </a:p>
        </p:txBody>
      </p:sp>
      <p:sp>
        <p:nvSpPr>
          <p:cNvPr id="7" name="agenda-item">
            <a:extLst xmlns:a="http://schemas.openxmlformats.org/drawingml/2006/main">
              <a:ext uri="{FF2B5EF4-FFF2-40B4-BE49-F238E27FC236}">
                <a16:creationId xmlns:a16="http://schemas.microsoft.com/office/drawing/2014/main" id="{3CEF1BF3-6324-4E91-A125-7DD1E5B49E8D}"/>
              </a:ext>
            </a:extLst>
          </p:cNvPr>
          <p:cNvSpPr>
            <a:spLocks xmlns:a="http://schemas.openxmlformats.org/drawingml/2006/main" noGrp="1"/>
          </p:cNvSpPr>
          <p:nvPr/>
        </p:nvSpPr>
        <p:spPr>
          <a:xfrm xmlns:a="http://schemas.openxmlformats.org/drawingml/2006/main">
            <a:off x="400050" y="4524375"/>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IPSec</a:t>
            </a:r>
          </a:p>
        </p:txBody>
      </p:sp>
      <p:sp>
        <p:nvSpPr>
          <p:cNvPr id="8" name="agenda-item">
            <a:extLst xmlns:a="http://schemas.openxmlformats.org/drawingml/2006/main">
              <a:ext uri="{FF2B5EF4-FFF2-40B4-BE49-F238E27FC236}">
                <a16:creationId xmlns:a16="http://schemas.microsoft.com/office/drawing/2014/main" id="{0FFB480B-1067-44C8-9720-7212ADAC76A8}"/>
              </a:ext>
            </a:extLst>
          </p:cNvPr>
          <p:cNvSpPr>
            <a:spLocks xmlns:a="http://schemas.openxmlformats.org/drawingml/2006/main" noGrp="1"/>
          </p:cNvSpPr>
          <p:nvPr/>
        </p:nvSpPr>
        <p:spPr>
          <a:xfrm xmlns:a="http://schemas.openxmlformats.org/drawingml/2006/main">
            <a:off x="400050" y="5191125"/>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54DEEF"/>
                </a:solidFill>
                <a:latin typeface="DejaVu Sans"/>
                <a:ea typeface="DejaVu Sans"/>
                <a:cs typeface="DejaVu Sans"/>
              </a:defRPr>
            </a:defPPr>
            <a:lvl1pPr algn="l">
              <a:defRPr sz="1575" b="1">
                <a:solidFill>
                  <a:srgbClr val="54DEEF"/>
                </a:solidFill>
                <a:latin typeface="DejaVu Sans"/>
                <a:ea typeface="DejaVu Sans"/>
                <a:cs typeface="DejaVu Sans"/>
              </a:defRPr>
            </a:lvl1pPr>
            <a:lvl2pPr algn="l">
              <a:defRPr sz="1575" b="1">
                <a:solidFill>
                  <a:srgbClr val="54DEEF"/>
                </a:solidFill>
                <a:latin typeface="DejaVu Sans"/>
                <a:ea typeface="DejaVu Sans"/>
                <a:cs typeface="DejaVu Sans"/>
              </a:defRPr>
            </a:lvl2pPr>
            <a:lvl3pPr algn="l">
              <a:defRPr sz="1575" b="1">
                <a:solidFill>
                  <a:srgbClr val="54DEEF"/>
                </a:solidFill>
                <a:latin typeface="DejaVu Sans"/>
                <a:ea typeface="DejaVu Sans"/>
                <a:cs typeface="DejaVu Sans"/>
              </a:defRPr>
            </a:lvl3pPr>
            <a:lvl4pPr algn="l">
              <a:defRPr sz="1575" b="1">
                <a:solidFill>
                  <a:srgbClr val="54DEEF"/>
                </a:solidFill>
                <a:latin typeface="DejaVu Sans"/>
                <a:ea typeface="DejaVu Sans"/>
                <a:cs typeface="DejaVu Sans"/>
              </a:defRPr>
            </a:lvl4pPr>
            <a:lvl5pPr algn="l">
              <a:defRPr sz="1575" b="1">
                <a:solidFill>
                  <a:srgbClr val="54DEEF"/>
                </a:solidFill>
                <a:latin typeface="DejaVu Sans"/>
                <a:ea typeface="DejaVu Sans"/>
                <a:cs typeface="DejaVu Sans"/>
              </a:defRPr>
            </a:lvl5pPr>
            <a:lvl6pPr algn="l">
              <a:defRPr sz="1575" b="1">
                <a:solidFill>
                  <a:srgbClr val="54DEEF"/>
                </a:solidFill>
                <a:latin typeface="DejaVu Sans"/>
                <a:ea typeface="DejaVu Sans"/>
                <a:cs typeface="DejaVu Sans"/>
              </a:defRPr>
            </a:lvl6pPr>
            <a:lvl7pPr algn="l">
              <a:defRPr sz="1575" b="1">
                <a:solidFill>
                  <a:srgbClr val="54DEEF"/>
                </a:solidFill>
                <a:latin typeface="DejaVu Sans"/>
                <a:ea typeface="DejaVu Sans"/>
                <a:cs typeface="DejaVu Sans"/>
              </a:defRPr>
            </a:lvl7pPr>
            <a:lvl8pPr algn="l">
              <a:defRPr sz="1575" b="1">
                <a:solidFill>
                  <a:srgbClr val="54DEEF"/>
                </a:solidFill>
                <a:latin typeface="DejaVu Sans"/>
                <a:ea typeface="DejaVu Sans"/>
                <a:cs typeface="DejaVu Sans"/>
              </a:defRPr>
            </a:lvl8pPr>
            <a:lvl9pPr algn="l">
              <a:defRPr sz="1575" b="1">
                <a:solidFill>
                  <a:srgbClr val="54DEEF"/>
                </a:solidFill>
                <a:latin typeface="DejaVu Sans"/>
                <a:ea typeface="DejaVu Sans"/>
                <a:cs typeface="DejaVu Sans"/>
              </a:defRPr>
            </a:lvl9pPr>
          </a:lstStyle>
          <a:p xmlns:a="http://schemas.openxmlformats.org/drawingml/2006/main">
            <a:pPr algn="l">
              <a:defRPr sz="1575" b="1">
                <a:solidFill>
                  <a:srgbClr val="54DEEF"/>
                </a:solidFill>
                <a:latin typeface="DejaVu Sans"/>
                <a:ea typeface="DejaVu Sans"/>
                <a:cs typeface="DejaVu Sans"/>
              </a:defRPr>
            </a:pPr>
            <a:r>
              <a:rPr sz="1575" b="1">
                <a:solidFill>
                  <a:srgbClr val="54DEEF"/>
                </a:solidFill>
                <a:latin typeface="DejaVu Sans"/>
                <a:ea typeface="DejaVu Sans"/>
                <a:cs typeface="DejaVu Sans"/>
              </a:rPr>
              <a:t>VPN in Verbindung mit einer Firewall</a:t>
            </a:r>
          </a:p>
        </p:txBody>
      </p:sp>
      <p:sp>
        <p:nvSpPr>
          <p:cNvPr id="9" name="agenda-item">
            <a:extLst xmlns:a="http://schemas.openxmlformats.org/drawingml/2006/main">
              <a:ext uri="{FF2B5EF4-FFF2-40B4-BE49-F238E27FC236}">
                <a16:creationId xmlns:a16="http://schemas.microsoft.com/office/drawing/2014/main" id="{EEB41196-4A62-4227-A538-3FF6819D7C13}"/>
              </a:ext>
            </a:extLst>
          </p:cNvPr>
          <p:cNvSpPr>
            <a:spLocks xmlns:a="http://schemas.openxmlformats.org/drawingml/2006/main" noGrp="1"/>
          </p:cNvSpPr>
          <p:nvPr/>
        </p:nvSpPr>
        <p:spPr>
          <a:xfrm xmlns:a="http://schemas.openxmlformats.org/drawingml/2006/main">
            <a:off x="400050" y="6334125"/>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Fazit</a:t>
            </a:r>
          </a:p>
        </p:txBody>
      </p:sp>
      <p:sp>
        <p:nvSpPr>
          <p:cNvPr id="10" name="title">
            <a:extLst xmlns:a="http://schemas.openxmlformats.org/drawingml/2006/main">
              <a:ext uri="{FF2B5EF4-FFF2-40B4-BE49-F238E27FC236}">
                <a16:creationId xmlns:a16="http://schemas.microsoft.com/office/drawing/2014/main" id="{965ACD2C-99F3-40BF-8B04-9A60551A717A}"/>
              </a:ext>
            </a:extLst>
          </p:cNvPr>
          <p:cNvSpPr>
            <a:spLocks xmlns:a="http://schemas.openxmlformats.org/drawingml/2006/main" noGrp="1"/>
          </p:cNvSpPr>
          <p:nvPr/>
        </p:nvSpPr>
        <p:spPr>
          <a:xfrm xmlns:a="http://schemas.openxmlformats.org/drawingml/2006/main">
            <a:off x="3619500" y="590550"/>
            <a:ext cx="1085850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525" b="1">
                <a:solidFill>
                  <a:srgbClr val="F1F7FC"/>
                </a:solidFill>
                <a:latin typeface="DejaVu Sans"/>
                <a:ea typeface="DejaVu Sans"/>
                <a:cs typeface="DejaVu Sans"/>
              </a:defRPr>
            </a:defPPr>
            <a:lvl1pPr algn="l">
              <a:defRPr sz="3525" b="1">
                <a:solidFill>
                  <a:srgbClr val="F1F7FC"/>
                </a:solidFill>
                <a:latin typeface="DejaVu Sans"/>
                <a:ea typeface="DejaVu Sans"/>
                <a:cs typeface="DejaVu Sans"/>
              </a:defRPr>
            </a:lvl1pPr>
            <a:lvl2pPr algn="l">
              <a:defRPr sz="3525" b="1">
                <a:solidFill>
                  <a:srgbClr val="F1F7FC"/>
                </a:solidFill>
                <a:latin typeface="DejaVu Sans"/>
                <a:ea typeface="DejaVu Sans"/>
                <a:cs typeface="DejaVu Sans"/>
              </a:defRPr>
            </a:lvl2pPr>
            <a:lvl3pPr algn="l">
              <a:defRPr sz="3525" b="1">
                <a:solidFill>
                  <a:srgbClr val="F1F7FC"/>
                </a:solidFill>
                <a:latin typeface="DejaVu Sans"/>
                <a:ea typeface="DejaVu Sans"/>
                <a:cs typeface="DejaVu Sans"/>
              </a:defRPr>
            </a:lvl3pPr>
            <a:lvl4pPr algn="l">
              <a:defRPr sz="3525" b="1">
                <a:solidFill>
                  <a:srgbClr val="F1F7FC"/>
                </a:solidFill>
                <a:latin typeface="DejaVu Sans"/>
                <a:ea typeface="DejaVu Sans"/>
                <a:cs typeface="DejaVu Sans"/>
              </a:defRPr>
            </a:lvl4pPr>
            <a:lvl5pPr algn="l">
              <a:defRPr sz="3525" b="1">
                <a:solidFill>
                  <a:srgbClr val="F1F7FC"/>
                </a:solidFill>
                <a:latin typeface="DejaVu Sans"/>
                <a:ea typeface="DejaVu Sans"/>
                <a:cs typeface="DejaVu Sans"/>
              </a:defRPr>
            </a:lvl5pPr>
            <a:lvl6pPr algn="l">
              <a:defRPr sz="3525" b="1">
                <a:solidFill>
                  <a:srgbClr val="F1F7FC"/>
                </a:solidFill>
                <a:latin typeface="DejaVu Sans"/>
                <a:ea typeface="DejaVu Sans"/>
                <a:cs typeface="DejaVu Sans"/>
              </a:defRPr>
            </a:lvl6pPr>
            <a:lvl7pPr algn="l">
              <a:defRPr sz="3525" b="1">
                <a:solidFill>
                  <a:srgbClr val="F1F7FC"/>
                </a:solidFill>
                <a:latin typeface="DejaVu Sans"/>
                <a:ea typeface="DejaVu Sans"/>
                <a:cs typeface="DejaVu Sans"/>
              </a:defRPr>
            </a:lvl7pPr>
            <a:lvl8pPr algn="l">
              <a:defRPr sz="3525" b="1">
                <a:solidFill>
                  <a:srgbClr val="F1F7FC"/>
                </a:solidFill>
                <a:latin typeface="DejaVu Sans"/>
                <a:ea typeface="DejaVu Sans"/>
                <a:cs typeface="DejaVu Sans"/>
              </a:defRPr>
            </a:lvl8pPr>
            <a:lvl9pPr algn="l">
              <a:defRPr sz="3525" b="1">
                <a:solidFill>
                  <a:srgbClr val="F1F7FC"/>
                </a:solidFill>
                <a:latin typeface="DejaVu Sans"/>
                <a:ea typeface="DejaVu Sans"/>
                <a:cs typeface="DejaVu Sans"/>
              </a:defRPr>
            </a:lvl9pPr>
          </a:lstStyle>
          <a:p xmlns:a="http://schemas.openxmlformats.org/drawingml/2006/main">
            <a:pPr algn="l">
              <a:defRPr sz="3525" b="1">
                <a:solidFill>
                  <a:srgbClr val="F1F7FC"/>
                </a:solidFill>
                <a:latin typeface="DejaVu Sans"/>
                <a:ea typeface="DejaVu Sans"/>
                <a:cs typeface="DejaVu Sans"/>
              </a:defRPr>
            </a:pPr>
            <a:r>
              <a:rPr sz="3525" b="1">
                <a:solidFill>
                  <a:srgbClr val="F1F7FC"/>
                </a:solidFill>
                <a:latin typeface="DejaVu Sans"/>
                <a:ea typeface="DejaVu Sans"/>
                <a:cs typeface="DejaVu Sans"/>
              </a:rPr>
              <a:t>VPN Gateway auf der Firewall</a:t>
            </a:r>
          </a:p>
        </p:txBody>
      </p:sp>
      <p:sp>
        <p:nvSpPr>
          <p:cNvPr id="11" name="page-number">
            <a:extLst xmlns:a="http://schemas.openxmlformats.org/drawingml/2006/main">
              <a:ext uri="{FF2B5EF4-FFF2-40B4-BE49-F238E27FC236}">
                <a16:creationId xmlns:a16="http://schemas.microsoft.com/office/drawing/2014/main" id="{CF11028B-E044-4F0F-812C-9CDE8F10ADEB}"/>
              </a:ext>
            </a:extLst>
          </p:cNvPr>
          <p:cNvSpPr>
            <a:spLocks xmlns:a="http://schemas.openxmlformats.org/drawingml/2006/main" noGrp="1"/>
          </p:cNvSpPr>
          <p:nvPr/>
        </p:nvSpPr>
        <p:spPr>
          <a:xfrm xmlns:a="http://schemas.openxmlformats.org/drawingml/2006/main">
            <a:off x="13477875" y="8020050"/>
            <a:ext cx="1285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AABFD1"/>
                </a:solidFill>
                <a:latin typeface="DejaVu Sans Mono"/>
                <a:ea typeface="DejaVu Sans Mono"/>
                <a:cs typeface="DejaVu Sans Mono"/>
              </a:defRPr>
            </a:defPPr>
            <a:lvl1pPr algn="r">
              <a:defRPr sz="1350" b="0">
                <a:solidFill>
                  <a:srgbClr val="AABFD1"/>
                </a:solidFill>
                <a:latin typeface="DejaVu Sans Mono"/>
                <a:ea typeface="DejaVu Sans Mono"/>
                <a:cs typeface="DejaVu Sans Mono"/>
              </a:defRPr>
            </a:lvl1pPr>
            <a:lvl2pPr algn="r">
              <a:defRPr sz="1350" b="0">
                <a:solidFill>
                  <a:srgbClr val="AABFD1"/>
                </a:solidFill>
                <a:latin typeface="DejaVu Sans Mono"/>
                <a:ea typeface="DejaVu Sans Mono"/>
                <a:cs typeface="DejaVu Sans Mono"/>
              </a:defRPr>
            </a:lvl2pPr>
            <a:lvl3pPr algn="r">
              <a:defRPr sz="1350" b="0">
                <a:solidFill>
                  <a:srgbClr val="AABFD1"/>
                </a:solidFill>
                <a:latin typeface="DejaVu Sans Mono"/>
                <a:ea typeface="DejaVu Sans Mono"/>
                <a:cs typeface="DejaVu Sans Mono"/>
              </a:defRPr>
            </a:lvl3pPr>
            <a:lvl4pPr algn="r">
              <a:defRPr sz="1350" b="0">
                <a:solidFill>
                  <a:srgbClr val="AABFD1"/>
                </a:solidFill>
                <a:latin typeface="DejaVu Sans Mono"/>
                <a:ea typeface="DejaVu Sans Mono"/>
                <a:cs typeface="DejaVu Sans Mono"/>
              </a:defRPr>
            </a:lvl4pPr>
            <a:lvl5pPr algn="r">
              <a:defRPr sz="1350" b="0">
                <a:solidFill>
                  <a:srgbClr val="AABFD1"/>
                </a:solidFill>
                <a:latin typeface="DejaVu Sans Mono"/>
                <a:ea typeface="DejaVu Sans Mono"/>
                <a:cs typeface="DejaVu Sans Mono"/>
              </a:defRPr>
            </a:lvl5pPr>
            <a:lvl6pPr algn="r">
              <a:defRPr sz="1350" b="0">
                <a:solidFill>
                  <a:srgbClr val="AABFD1"/>
                </a:solidFill>
                <a:latin typeface="DejaVu Sans Mono"/>
                <a:ea typeface="DejaVu Sans Mono"/>
                <a:cs typeface="DejaVu Sans Mono"/>
              </a:defRPr>
            </a:lvl6pPr>
            <a:lvl7pPr algn="r">
              <a:defRPr sz="1350" b="0">
                <a:solidFill>
                  <a:srgbClr val="AABFD1"/>
                </a:solidFill>
                <a:latin typeface="DejaVu Sans Mono"/>
                <a:ea typeface="DejaVu Sans Mono"/>
                <a:cs typeface="DejaVu Sans Mono"/>
              </a:defRPr>
            </a:lvl7pPr>
            <a:lvl8pPr algn="r">
              <a:defRPr sz="1350" b="0">
                <a:solidFill>
                  <a:srgbClr val="AABFD1"/>
                </a:solidFill>
                <a:latin typeface="DejaVu Sans Mono"/>
                <a:ea typeface="DejaVu Sans Mono"/>
                <a:cs typeface="DejaVu Sans Mono"/>
              </a:defRPr>
            </a:lvl8pPr>
            <a:lvl9pPr algn="r">
              <a:defRPr sz="1350" b="0">
                <a:solidFill>
                  <a:srgbClr val="AABFD1"/>
                </a:solidFill>
                <a:latin typeface="DejaVu Sans Mono"/>
                <a:ea typeface="DejaVu Sans Mono"/>
                <a:cs typeface="DejaVu Sans Mono"/>
              </a:defRPr>
            </a:lvl9pPr>
          </a:lstStyle>
          <a:p xmlns:a="http://schemas.openxmlformats.org/drawingml/2006/main">
            <a:pPr algn="r">
              <a:defRPr sz="1350" b="0">
                <a:solidFill>
                  <a:srgbClr val="AABFD1"/>
                </a:solidFill>
                <a:latin typeface="DejaVu Sans Mono"/>
                <a:ea typeface="DejaVu Sans Mono"/>
                <a:cs typeface="DejaVu Sans Mono"/>
              </a:defRPr>
            </a:pPr>
            <a:r>
              <a:rPr sz="1350" b="0">
                <a:solidFill>
                  <a:srgbClr val="AABFD1"/>
                </a:solidFill>
                <a:latin typeface="DejaVu Sans Mono"/>
                <a:ea typeface="DejaVu Sans Mono"/>
                <a:cs typeface="DejaVu Sans Mono"/>
              </a:rPr>
              <a:t>31 / 33</a:t>
            </a:r>
          </a:p>
        </p:txBody>
      </p:sp>
      <p:sp>
        <p:nvSpPr>
          <p:cNvPr id="12" name="content">
            <a:extLst xmlns:a="http://schemas.openxmlformats.org/drawingml/2006/main">
              <a:ext uri="{FF2B5EF4-FFF2-40B4-BE49-F238E27FC236}">
                <a16:creationId xmlns:a16="http://schemas.microsoft.com/office/drawing/2014/main" id="{A34FBA67-E3FB-4A1E-B7A2-C7D0317BC8B1}"/>
              </a:ext>
            </a:extLst>
          </p:cNvPr>
          <p:cNvSpPr>
            <a:spLocks xmlns:a="http://schemas.openxmlformats.org/drawingml/2006/main" noGrp="1"/>
          </p:cNvSpPr>
          <p:nvPr/>
        </p:nvSpPr>
        <p:spPr>
          <a:xfrm xmlns:a="http://schemas.openxmlformats.org/drawingml/2006/main">
            <a:off x="3619500" y="2047875"/>
            <a:ext cx="10858500" cy="4724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E0EAF4"/>
                </a:solidFill>
                <a:latin typeface="DejaVu Sans"/>
                <a:ea typeface="DejaVu Sans"/>
                <a:cs typeface="DejaVu Sans"/>
              </a:defRPr>
            </a:defPPr>
            <a:lvl1pPr algn="l">
              <a:defRPr sz="2250" b="0">
                <a:solidFill>
                  <a:srgbClr val="E0EAF4"/>
                </a:solidFill>
                <a:latin typeface="DejaVu Sans"/>
                <a:ea typeface="DejaVu Sans"/>
                <a:cs typeface="DejaVu Sans"/>
              </a:defRPr>
            </a:lvl1pPr>
            <a:lvl2pPr algn="l">
              <a:defRPr sz="2250" b="0">
                <a:solidFill>
                  <a:srgbClr val="E0EAF4"/>
                </a:solidFill>
                <a:latin typeface="DejaVu Sans"/>
                <a:ea typeface="DejaVu Sans"/>
                <a:cs typeface="DejaVu Sans"/>
              </a:defRPr>
            </a:lvl2pPr>
            <a:lvl3pPr algn="l">
              <a:defRPr sz="2250" b="0">
                <a:solidFill>
                  <a:srgbClr val="E0EAF4"/>
                </a:solidFill>
                <a:latin typeface="DejaVu Sans"/>
                <a:ea typeface="DejaVu Sans"/>
                <a:cs typeface="DejaVu Sans"/>
              </a:defRPr>
            </a:lvl3pPr>
            <a:lvl4pPr algn="l">
              <a:defRPr sz="2250" b="0">
                <a:solidFill>
                  <a:srgbClr val="E0EAF4"/>
                </a:solidFill>
                <a:latin typeface="DejaVu Sans"/>
                <a:ea typeface="DejaVu Sans"/>
                <a:cs typeface="DejaVu Sans"/>
              </a:defRPr>
            </a:lvl4pPr>
            <a:lvl5pPr algn="l">
              <a:defRPr sz="2250" b="0">
                <a:solidFill>
                  <a:srgbClr val="E0EAF4"/>
                </a:solidFill>
                <a:latin typeface="DejaVu Sans"/>
                <a:ea typeface="DejaVu Sans"/>
                <a:cs typeface="DejaVu Sans"/>
              </a:defRPr>
            </a:lvl5pPr>
            <a:lvl6pPr algn="l">
              <a:defRPr sz="2250" b="0">
                <a:solidFill>
                  <a:srgbClr val="E0EAF4"/>
                </a:solidFill>
                <a:latin typeface="DejaVu Sans"/>
                <a:ea typeface="DejaVu Sans"/>
                <a:cs typeface="DejaVu Sans"/>
              </a:defRPr>
            </a:lvl6pPr>
            <a:lvl7pPr algn="l">
              <a:defRPr sz="2250" b="0">
                <a:solidFill>
                  <a:srgbClr val="E0EAF4"/>
                </a:solidFill>
                <a:latin typeface="DejaVu Sans"/>
                <a:ea typeface="DejaVu Sans"/>
                <a:cs typeface="DejaVu Sans"/>
              </a:defRPr>
            </a:lvl7pPr>
            <a:lvl8pPr algn="l">
              <a:defRPr sz="2250" b="0">
                <a:solidFill>
                  <a:srgbClr val="E0EAF4"/>
                </a:solidFill>
                <a:latin typeface="DejaVu Sans"/>
                <a:ea typeface="DejaVu Sans"/>
                <a:cs typeface="DejaVu Sans"/>
              </a:defRPr>
            </a:lvl8pPr>
            <a:lvl9pPr algn="l">
              <a:defRPr sz="2250" b="0">
                <a:solidFill>
                  <a:srgbClr val="E0EAF4"/>
                </a:solidFill>
                <a:latin typeface="DejaVu Sans"/>
                <a:ea typeface="DejaVu Sans"/>
                <a:cs typeface="DejaVu Sans"/>
              </a:defRPr>
            </a:lvl9pPr>
          </a:lstStyle>
          <a:p xmlns:a="http://schemas.openxmlformats.org/drawingml/2006/main">
            <a:pPr marL="355600" indent="-292100" algn="l">
              <a:spcAft>
                <a:spcPts val="0"/>
              </a:spcAft>
              <a:buChar char="•"/>
              <a:defRPr sz="2250" b="0">
                <a:solidFill>
                  <a:srgbClr val="E0EAF4"/>
                </a:solidFill>
                <a:latin typeface="DejaVu Sans"/>
                <a:ea typeface="DejaVu Sans"/>
                <a:cs typeface="DejaVu Sans"/>
              </a:defRPr>
            </a:pPr>
            <a:r>
              <a:rPr b="0">
                <a:latin typeface="DejaVu Sans"/>
                <a:ea typeface="DejaVu Sans"/>
                <a:cs typeface="DejaVu Sans"/>
              </a:rPr>
              <a:t>Viele Firmen regeln ihren Datenverkehr über eine Firewall ab</a:t>
            </a:r>
          </a:p>
        </p:txBody>
      </p:sp>
      <p:sp>
        <p:nvSpPr>
          <p:cNvPr id="13" name="content">
            <a:extLst xmlns:a="http://schemas.openxmlformats.org/drawingml/2006/main">
              <a:ext uri="{FF2B5EF4-FFF2-40B4-BE49-F238E27FC236}">
                <a16:creationId xmlns:a16="http://schemas.microsoft.com/office/drawing/2014/main" id="{18DD18A9-BC3C-41C0-8AB3-B29A371B72B6}"/>
              </a:ext>
            </a:extLst>
          </p:cNvPr>
          <p:cNvSpPr>
            <a:spLocks xmlns:a="http://schemas.openxmlformats.org/drawingml/2006/main" noGrp="1"/>
          </p:cNvSpPr>
          <p:nvPr/>
        </p:nvSpPr>
        <p:spPr>
          <a:xfrm xmlns:a="http://schemas.openxmlformats.org/drawingml/2006/main">
            <a:off x="3619500" y="2777490"/>
            <a:ext cx="10858500" cy="4724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E0EAF4"/>
                </a:solidFill>
                <a:latin typeface="DejaVu Sans"/>
                <a:ea typeface="DejaVu Sans"/>
                <a:cs typeface="DejaVu Sans"/>
              </a:defRPr>
            </a:defPPr>
            <a:lvl1pPr algn="l">
              <a:defRPr sz="2250" b="0">
                <a:solidFill>
                  <a:srgbClr val="E0EAF4"/>
                </a:solidFill>
                <a:latin typeface="DejaVu Sans"/>
                <a:ea typeface="DejaVu Sans"/>
                <a:cs typeface="DejaVu Sans"/>
              </a:defRPr>
            </a:lvl1pPr>
            <a:lvl2pPr algn="l">
              <a:defRPr sz="2250" b="0">
                <a:solidFill>
                  <a:srgbClr val="E0EAF4"/>
                </a:solidFill>
                <a:latin typeface="DejaVu Sans"/>
                <a:ea typeface="DejaVu Sans"/>
                <a:cs typeface="DejaVu Sans"/>
              </a:defRPr>
            </a:lvl2pPr>
            <a:lvl3pPr algn="l">
              <a:defRPr sz="2250" b="0">
                <a:solidFill>
                  <a:srgbClr val="E0EAF4"/>
                </a:solidFill>
                <a:latin typeface="DejaVu Sans"/>
                <a:ea typeface="DejaVu Sans"/>
                <a:cs typeface="DejaVu Sans"/>
              </a:defRPr>
            </a:lvl3pPr>
            <a:lvl4pPr algn="l">
              <a:defRPr sz="2250" b="0">
                <a:solidFill>
                  <a:srgbClr val="E0EAF4"/>
                </a:solidFill>
                <a:latin typeface="DejaVu Sans"/>
                <a:ea typeface="DejaVu Sans"/>
                <a:cs typeface="DejaVu Sans"/>
              </a:defRPr>
            </a:lvl4pPr>
            <a:lvl5pPr algn="l">
              <a:defRPr sz="2250" b="0">
                <a:solidFill>
                  <a:srgbClr val="E0EAF4"/>
                </a:solidFill>
                <a:latin typeface="DejaVu Sans"/>
                <a:ea typeface="DejaVu Sans"/>
                <a:cs typeface="DejaVu Sans"/>
              </a:defRPr>
            </a:lvl5pPr>
            <a:lvl6pPr algn="l">
              <a:defRPr sz="2250" b="0">
                <a:solidFill>
                  <a:srgbClr val="E0EAF4"/>
                </a:solidFill>
                <a:latin typeface="DejaVu Sans"/>
                <a:ea typeface="DejaVu Sans"/>
                <a:cs typeface="DejaVu Sans"/>
              </a:defRPr>
            </a:lvl6pPr>
            <a:lvl7pPr algn="l">
              <a:defRPr sz="2250" b="0">
                <a:solidFill>
                  <a:srgbClr val="E0EAF4"/>
                </a:solidFill>
                <a:latin typeface="DejaVu Sans"/>
                <a:ea typeface="DejaVu Sans"/>
                <a:cs typeface="DejaVu Sans"/>
              </a:defRPr>
            </a:lvl7pPr>
            <a:lvl8pPr algn="l">
              <a:defRPr sz="2250" b="0">
                <a:solidFill>
                  <a:srgbClr val="E0EAF4"/>
                </a:solidFill>
                <a:latin typeface="DejaVu Sans"/>
                <a:ea typeface="DejaVu Sans"/>
                <a:cs typeface="DejaVu Sans"/>
              </a:defRPr>
            </a:lvl8pPr>
            <a:lvl9pPr algn="l">
              <a:defRPr sz="2250" b="0">
                <a:solidFill>
                  <a:srgbClr val="E0EAF4"/>
                </a:solidFill>
                <a:latin typeface="DejaVu Sans"/>
                <a:ea typeface="DejaVu Sans"/>
                <a:cs typeface="DejaVu Sans"/>
              </a:defRPr>
            </a:lvl9pPr>
          </a:lstStyle>
          <a:p xmlns:a="http://schemas.openxmlformats.org/drawingml/2006/main">
            <a:pPr marL="355600" indent="-292100" algn="l">
              <a:spcAft>
                <a:spcPts val="0"/>
              </a:spcAft>
              <a:buChar char="•"/>
              <a:defRPr sz="2250" b="0">
                <a:solidFill>
                  <a:srgbClr val="E0EAF4"/>
                </a:solidFill>
                <a:latin typeface="DejaVu Sans"/>
                <a:ea typeface="DejaVu Sans"/>
                <a:cs typeface="DejaVu Sans"/>
              </a:defRPr>
            </a:pPr>
            <a:r>
              <a:rPr b="0">
                <a:latin typeface="DejaVu Sans"/>
                <a:ea typeface="DejaVu Sans"/>
                <a:cs typeface="DejaVu Sans"/>
              </a:rPr>
              <a:t>Aktivierung durch eine zusätzliche Software, </a:t>
            </a:r>
            <a:r>
              <a:rPr b="0">
                <a:latin typeface="DejaVu Sans"/>
                <a:ea typeface="DejaVu Sans"/>
                <a:cs typeface="DejaVu Sans"/>
              </a:rPr>
              <a:t>➔</a:t>
            </a:r>
            <a:r>
              <a:rPr b="0">
                <a:latin typeface="DejaVu Sans"/>
                <a:ea typeface="DejaVu Sans"/>
                <a:cs typeface="DejaVu Sans"/>
              </a:rPr>
              <a:t> </a:t>
            </a:r>
            <a:r>
              <a:rPr b="0">
                <a:latin typeface="DejaVu Sans"/>
                <a:ea typeface="DejaVu Sans"/>
                <a:cs typeface="DejaVu Sans"/>
              </a:rPr>
              <a:t>Softwarelösung</a:t>
            </a:r>
          </a:p>
        </p:txBody>
      </p:sp>
      <p:sp>
        <p:nvSpPr>
          <p:cNvPr id="14" name="content">
            <a:extLst xmlns:a="http://schemas.openxmlformats.org/drawingml/2006/main">
              <a:ext uri="{FF2B5EF4-FFF2-40B4-BE49-F238E27FC236}">
                <a16:creationId xmlns:a16="http://schemas.microsoft.com/office/drawing/2014/main" id="{1903FDA4-8F58-4442-81C3-EE20C54613F2}"/>
              </a:ext>
            </a:extLst>
          </p:cNvPr>
          <p:cNvSpPr>
            <a:spLocks xmlns:a="http://schemas.openxmlformats.org/drawingml/2006/main" noGrp="1"/>
          </p:cNvSpPr>
          <p:nvPr/>
        </p:nvSpPr>
        <p:spPr>
          <a:xfrm xmlns:a="http://schemas.openxmlformats.org/drawingml/2006/main">
            <a:off x="3619500" y="3507105"/>
            <a:ext cx="10858500" cy="8496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E0EAF4"/>
                </a:solidFill>
                <a:latin typeface="DejaVu Sans"/>
                <a:ea typeface="DejaVu Sans"/>
                <a:cs typeface="DejaVu Sans"/>
              </a:defRPr>
            </a:defPPr>
            <a:lvl1pPr algn="l">
              <a:defRPr sz="2250" b="0">
                <a:solidFill>
                  <a:srgbClr val="E0EAF4"/>
                </a:solidFill>
                <a:latin typeface="DejaVu Sans"/>
                <a:ea typeface="DejaVu Sans"/>
                <a:cs typeface="DejaVu Sans"/>
              </a:defRPr>
            </a:lvl1pPr>
            <a:lvl2pPr algn="l">
              <a:defRPr sz="2250" b="0">
                <a:solidFill>
                  <a:srgbClr val="E0EAF4"/>
                </a:solidFill>
                <a:latin typeface="DejaVu Sans"/>
                <a:ea typeface="DejaVu Sans"/>
                <a:cs typeface="DejaVu Sans"/>
              </a:defRPr>
            </a:lvl2pPr>
            <a:lvl3pPr algn="l">
              <a:defRPr sz="2250" b="0">
                <a:solidFill>
                  <a:srgbClr val="E0EAF4"/>
                </a:solidFill>
                <a:latin typeface="DejaVu Sans"/>
                <a:ea typeface="DejaVu Sans"/>
                <a:cs typeface="DejaVu Sans"/>
              </a:defRPr>
            </a:lvl3pPr>
            <a:lvl4pPr algn="l">
              <a:defRPr sz="2250" b="0">
                <a:solidFill>
                  <a:srgbClr val="E0EAF4"/>
                </a:solidFill>
                <a:latin typeface="DejaVu Sans"/>
                <a:ea typeface="DejaVu Sans"/>
                <a:cs typeface="DejaVu Sans"/>
              </a:defRPr>
            </a:lvl4pPr>
            <a:lvl5pPr algn="l">
              <a:defRPr sz="2250" b="0">
                <a:solidFill>
                  <a:srgbClr val="E0EAF4"/>
                </a:solidFill>
                <a:latin typeface="DejaVu Sans"/>
                <a:ea typeface="DejaVu Sans"/>
                <a:cs typeface="DejaVu Sans"/>
              </a:defRPr>
            </a:lvl5pPr>
            <a:lvl6pPr algn="l">
              <a:defRPr sz="2250" b="0">
                <a:solidFill>
                  <a:srgbClr val="E0EAF4"/>
                </a:solidFill>
                <a:latin typeface="DejaVu Sans"/>
                <a:ea typeface="DejaVu Sans"/>
                <a:cs typeface="DejaVu Sans"/>
              </a:defRPr>
            </a:lvl6pPr>
            <a:lvl7pPr algn="l">
              <a:defRPr sz="2250" b="0">
                <a:solidFill>
                  <a:srgbClr val="E0EAF4"/>
                </a:solidFill>
                <a:latin typeface="DejaVu Sans"/>
                <a:ea typeface="DejaVu Sans"/>
                <a:cs typeface="DejaVu Sans"/>
              </a:defRPr>
            </a:lvl7pPr>
            <a:lvl8pPr algn="l">
              <a:defRPr sz="2250" b="0">
                <a:solidFill>
                  <a:srgbClr val="E0EAF4"/>
                </a:solidFill>
                <a:latin typeface="DejaVu Sans"/>
                <a:ea typeface="DejaVu Sans"/>
                <a:cs typeface="DejaVu Sans"/>
              </a:defRPr>
            </a:lvl8pPr>
            <a:lvl9pPr algn="l">
              <a:defRPr sz="2250" b="0">
                <a:solidFill>
                  <a:srgbClr val="E0EAF4"/>
                </a:solidFill>
                <a:latin typeface="DejaVu Sans"/>
                <a:ea typeface="DejaVu Sans"/>
                <a:cs typeface="DejaVu Sans"/>
              </a:defRPr>
            </a:lvl9pPr>
          </a:lstStyle>
          <a:p xmlns:a="http://schemas.openxmlformats.org/drawingml/2006/main">
            <a:pPr marL="355600" indent="-292100" algn="l">
              <a:spcAft>
                <a:spcPts val="0"/>
              </a:spcAft>
              <a:buChar char="•"/>
              <a:defRPr sz="2250" b="0">
                <a:solidFill>
                  <a:srgbClr val="E0EAF4"/>
                </a:solidFill>
                <a:latin typeface="DejaVu Sans"/>
                <a:ea typeface="DejaVu Sans"/>
                <a:cs typeface="DejaVu Sans"/>
              </a:defRPr>
            </a:pPr>
            <a:r>
              <a:rPr b="0">
                <a:latin typeface="DejaVu Sans"/>
                <a:ea typeface="DejaVu Sans"/>
                <a:cs typeface="DejaVu Sans"/>
              </a:rPr>
              <a:t>Konfiguration durch das Management der Firewall, am Netzwerk sind normalerweise keine Änderungen notwendig</a:t>
            </a:r>
          </a:p>
        </p:txBody>
      </p:sp>
      <p:sp>
        <p:nvSpPr>
          <p:cNvPr id="15" name="content">
            <a:extLst xmlns:a="http://schemas.openxmlformats.org/drawingml/2006/main">
              <a:ext uri="{FF2B5EF4-FFF2-40B4-BE49-F238E27FC236}">
                <a16:creationId xmlns:a16="http://schemas.microsoft.com/office/drawing/2014/main" id="{56F5F8E2-F48C-4D0A-A893-DC11A8E3C80A}"/>
              </a:ext>
            </a:extLst>
          </p:cNvPr>
          <p:cNvSpPr>
            <a:spLocks xmlns:a="http://schemas.openxmlformats.org/drawingml/2006/main" noGrp="1"/>
          </p:cNvSpPr>
          <p:nvPr/>
        </p:nvSpPr>
        <p:spPr>
          <a:xfrm xmlns:a="http://schemas.openxmlformats.org/drawingml/2006/main">
            <a:off x="3619500" y="4613910"/>
            <a:ext cx="10858500" cy="8496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E0EAF4"/>
                </a:solidFill>
                <a:latin typeface="DejaVu Sans"/>
                <a:ea typeface="DejaVu Sans"/>
                <a:cs typeface="DejaVu Sans"/>
              </a:defRPr>
            </a:defPPr>
            <a:lvl1pPr algn="l">
              <a:defRPr sz="2250" b="0">
                <a:solidFill>
                  <a:srgbClr val="E0EAF4"/>
                </a:solidFill>
                <a:latin typeface="DejaVu Sans"/>
                <a:ea typeface="DejaVu Sans"/>
                <a:cs typeface="DejaVu Sans"/>
              </a:defRPr>
            </a:lvl1pPr>
            <a:lvl2pPr algn="l">
              <a:defRPr sz="2250" b="0">
                <a:solidFill>
                  <a:srgbClr val="E0EAF4"/>
                </a:solidFill>
                <a:latin typeface="DejaVu Sans"/>
                <a:ea typeface="DejaVu Sans"/>
                <a:cs typeface="DejaVu Sans"/>
              </a:defRPr>
            </a:lvl2pPr>
            <a:lvl3pPr algn="l">
              <a:defRPr sz="2250" b="0">
                <a:solidFill>
                  <a:srgbClr val="E0EAF4"/>
                </a:solidFill>
                <a:latin typeface="DejaVu Sans"/>
                <a:ea typeface="DejaVu Sans"/>
                <a:cs typeface="DejaVu Sans"/>
              </a:defRPr>
            </a:lvl3pPr>
            <a:lvl4pPr algn="l">
              <a:defRPr sz="2250" b="0">
                <a:solidFill>
                  <a:srgbClr val="E0EAF4"/>
                </a:solidFill>
                <a:latin typeface="DejaVu Sans"/>
                <a:ea typeface="DejaVu Sans"/>
                <a:cs typeface="DejaVu Sans"/>
              </a:defRPr>
            </a:lvl4pPr>
            <a:lvl5pPr algn="l">
              <a:defRPr sz="2250" b="0">
                <a:solidFill>
                  <a:srgbClr val="E0EAF4"/>
                </a:solidFill>
                <a:latin typeface="DejaVu Sans"/>
                <a:ea typeface="DejaVu Sans"/>
                <a:cs typeface="DejaVu Sans"/>
              </a:defRPr>
            </a:lvl5pPr>
            <a:lvl6pPr algn="l">
              <a:defRPr sz="2250" b="0">
                <a:solidFill>
                  <a:srgbClr val="E0EAF4"/>
                </a:solidFill>
                <a:latin typeface="DejaVu Sans"/>
                <a:ea typeface="DejaVu Sans"/>
                <a:cs typeface="DejaVu Sans"/>
              </a:defRPr>
            </a:lvl6pPr>
            <a:lvl7pPr algn="l">
              <a:defRPr sz="2250" b="0">
                <a:solidFill>
                  <a:srgbClr val="E0EAF4"/>
                </a:solidFill>
                <a:latin typeface="DejaVu Sans"/>
                <a:ea typeface="DejaVu Sans"/>
                <a:cs typeface="DejaVu Sans"/>
              </a:defRPr>
            </a:lvl7pPr>
            <a:lvl8pPr algn="l">
              <a:defRPr sz="2250" b="0">
                <a:solidFill>
                  <a:srgbClr val="E0EAF4"/>
                </a:solidFill>
                <a:latin typeface="DejaVu Sans"/>
                <a:ea typeface="DejaVu Sans"/>
                <a:cs typeface="DejaVu Sans"/>
              </a:defRPr>
            </a:lvl8pPr>
            <a:lvl9pPr algn="l">
              <a:defRPr sz="2250" b="0">
                <a:solidFill>
                  <a:srgbClr val="E0EAF4"/>
                </a:solidFill>
                <a:latin typeface="DejaVu Sans"/>
                <a:ea typeface="DejaVu Sans"/>
                <a:cs typeface="DejaVu Sans"/>
              </a:defRPr>
            </a:lvl9pPr>
          </a:lstStyle>
          <a:p xmlns:a="http://schemas.openxmlformats.org/drawingml/2006/main">
            <a:pPr marL="355600" indent="-292100" algn="l">
              <a:spcAft>
                <a:spcPts val="0"/>
              </a:spcAft>
              <a:buChar char="•"/>
              <a:defRPr sz="2250" b="0">
                <a:solidFill>
                  <a:srgbClr val="E0EAF4"/>
                </a:solidFill>
                <a:latin typeface="DejaVu Sans"/>
                <a:ea typeface="DejaVu Sans"/>
                <a:cs typeface="DejaVu Sans"/>
              </a:defRPr>
            </a:pPr>
            <a:r>
              <a:rPr b="0">
                <a:latin typeface="DejaVu Sans"/>
                <a:ea typeface="DejaVu Sans"/>
                <a:cs typeface="DejaVu Sans"/>
              </a:rPr>
              <a:t>Evt. Bandbreiten-Probleme können durch Zusatzkarten für den Prozessor beseitigt werden</a:t>
            </a:r>
          </a:p>
        </p:txBody>
      </p:sp>
    </p:spTree>
    <p:extLst>
      <p:ext uri="{BB962C8B-B14F-4D97-AF65-F5344CB8AC3E}">
        <p14:creationId xmlns:p14="http://schemas.microsoft.com/office/powerpoint/2010/main" val="366178745"/>
      </p:ext>
    </p:extLst>
  </p:cSld>
</p:sld>
</file>

<file path=ppt/slides/slide32.xml><?xml version="1.0" encoding="utf-8"?>
<p:sld xmlns:p="http://schemas.openxmlformats.org/presentationml/2006/main">
  <p:cSld>
    <p:bg>
      <p:bgPr>
        <a:solidFill xmlns:a="http://schemas.openxmlformats.org/drawingml/2006/main">
          <a:srgbClr val="081522"/>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3D1A1B4D-27B8-4646-AEC7-1608E3EEBE1D}"/>
              </a:ext>
            </a:extLst>
          </p:cNvPr>
          <p:cNvPicPr>
            <a:picLocks xmlns:a="http://schemas.openxmlformats.org/drawingml/2006/main" noChangeAspect="1"/>
          </p:cNvPicPr>
          <p:nvPr/>
        </p:nvPicPr>
        <p:blipFill>
          <a:blip xmlns:r="http://schemas.openxmlformats.org/officeDocument/2006/relationships" xmlns:a="http://schemas.openxmlformats.org/drawingml/2006/main" r:embed="R7d08b25a3ada491f"/>
          <a:srcRect xmlns:a="http://schemas.openxmlformats.org/drawingml/2006/main" l="0" t="27" r="0" b="27"/>
          <a:stretch xmlns:a="http://schemas.openxmlformats.org/drawingml/2006/main">
            <a:fillRect l="0" t="0" r="0" b="0"/>
          </a:stretch>
        </p:blipFill>
        <p:spPr>
          <a:xfrm xmlns:a="http://schemas.openxmlformats.org/drawingml/2006/main">
            <a:off x="0" y="0"/>
            <a:ext cx="15240000" cy="8572500"/>
          </a:xfrm>
          <a:prstGeom xmlns:a="http://schemas.openxmlformats.org/drawingml/2006/main" prst="rect">
            <a:avLst/>
          </a:prstGeom>
        </p:spPr>
      </p:pic>
      <p:sp>
        <p:nvSpPr>
          <p:cNvPr id="2" name="agenda-heading">
            <a:extLst xmlns:a="http://schemas.openxmlformats.org/drawingml/2006/main">
              <a:ext uri="{FF2B5EF4-FFF2-40B4-BE49-F238E27FC236}">
                <a16:creationId xmlns:a16="http://schemas.microsoft.com/office/drawing/2014/main" id="{33430553-7DEC-4A88-815E-70D8812B1E27}"/>
              </a:ext>
            </a:extLst>
          </p:cNvPr>
          <p:cNvSpPr>
            <a:spLocks xmlns:a="http://schemas.openxmlformats.org/drawingml/2006/main" noGrp="1"/>
          </p:cNvSpPr>
          <p:nvPr/>
        </p:nvSpPr>
        <p:spPr>
          <a:xfrm xmlns:a="http://schemas.openxmlformats.org/drawingml/2006/main">
            <a:off x="400050" y="638175"/>
            <a:ext cx="2333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54DEEF"/>
                </a:solidFill>
                <a:latin typeface="DejaVu Sans Mono"/>
                <a:ea typeface="DejaVu Sans Mono"/>
                <a:cs typeface="DejaVu Sans Mono"/>
              </a:defRPr>
            </a:defPPr>
            <a:lvl1pPr algn="l">
              <a:defRPr sz="1875" b="1">
                <a:solidFill>
                  <a:srgbClr val="54DEEF"/>
                </a:solidFill>
                <a:latin typeface="DejaVu Sans Mono"/>
                <a:ea typeface="DejaVu Sans Mono"/>
                <a:cs typeface="DejaVu Sans Mono"/>
              </a:defRPr>
            </a:lvl1pPr>
            <a:lvl2pPr algn="l">
              <a:defRPr sz="1875" b="1">
                <a:solidFill>
                  <a:srgbClr val="54DEEF"/>
                </a:solidFill>
                <a:latin typeface="DejaVu Sans Mono"/>
                <a:ea typeface="DejaVu Sans Mono"/>
                <a:cs typeface="DejaVu Sans Mono"/>
              </a:defRPr>
            </a:lvl2pPr>
            <a:lvl3pPr algn="l">
              <a:defRPr sz="1875" b="1">
                <a:solidFill>
                  <a:srgbClr val="54DEEF"/>
                </a:solidFill>
                <a:latin typeface="DejaVu Sans Mono"/>
                <a:ea typeface="DejaVu Sans Mono"/>
                <a:cs typeface="DejaVu Sans Mono"/>
              </a:defRPr>
            </a:lvl3pPr>
            <a:lvl4pPr algn="l">
              <a:defRPr sz="1875" b="1">
                <a:solidFill>
                  <a:srgbClr val="54DEEF"/>
                </a:solidFill>
                <a:latin typeface="DejaVu Sans Mono"/>
                <a:ea typeface="DejaVu Sans Mono"/>
                <a:cs typeface="DejaVu Sans Mono"/>
              </a:defRPr>
            </a:lvl4pPr>
            <a:lvl5pPr algn="l">
              <a:defRPr sz="1875" b="1">
                <a:solidFill>
                  <a:srgbClr val="54DEEF"/>
                </a:solidFill>
                <a:latin typeface="DejaVu Sans Mono"/>
                <a:ea typeface="DejaVu Sans Mono"/>
                <a:cs typeface="DejaVu Sans Mono"/>
              </a:defRPr>
            </a:lvl5pPr>
            <a:lvl6pPr algn="l">
              <a:defRPr sz="1875" b="1">
                <a:solidFill>
                  <a:srgbClr val="54DEEF"/>
                </a:solidFill>
                <a:latin typeface="DejaVu Sans Mono"/>
                <a:ea typeface="DejaVu Sans Mono"/>
                <a:cs typeface="DejaVu Sans Mono"/>
              </a:defRPr>
            </a:lvl6pPr>
            <a:lvl7pPr algn="l">
              <a:defRPr sz="1875" b="1">
                <a:solidFill>
                  <a:srgbClr val="54DEEF"/>
                </a:solidFill>
                <a:latin typeface="DejaVu Sans Mono"/>
                <a:ea typeface="DejaVu Sans Mono"/>
                <a:cs typeface="DejaVu Sans Mono"/>
              </a:defRPr>
            </a:lvl7pPr>
            <a:lvl8pPr algn="l">
              <a:defRPr sz="1875" b="1">
                <a:solidFill>
                  <a:srgbClr val="54DEEF"/>
                </a:solidFill>
                <a:latin typeface="DejaVu Sans Mono"/>
                <a:ea typeface="DejaVu Sans Mono"/>
                <a:cs typeface="DejaVu Sans Mono"/>
              </a:defRPr>
            </a:lvl8pPr>
            <a:lvl9pPr algn="l">
              <a:defRPr sz="1875" b="1">
                <a:solidFill>
                  <a:srgbClr val="54DEEF"/>
                </a:solidFill>
                <a:latin typeface="DejaVu Sans Mono"/>
                <a:ea typeface="DejaVu Sans Mono"/>
                <a:cs typeface="DejaVu Sans Mono"/>
              </a:defRPr>
            </a:lvl9pPr>
          </a:lstStyle>
          <a:p xmlns:a="http://schemas.openxmlformats.org/drawingml/2006/main">
            <a:pPr algn="l">
              <a:defRPr sz="1875" b="1">
                <a:solidFill>
                  <a:srgbClr val="54DEEF"/>
                </a:solidFill>
                <a:latin typeface="DejaVu Sans Mono"/>
                <a:ea typeface="DejaVu Sans Mono"/>
                <a:cs typeface="DejaVu Sans Mono"/>
              </a:defRPr>
            </a:pPr>
            <a:r>
              <a:rPr sz="1875" b="1">
                <a:solidFill>
                  <a:srgbClr val="54DEEF"/>
                </a:solidFill>
                <a:latin typeface="DejaVu Sans Mono"/>
                <a:ea typeface="DejaVu Sans Mono"/>
                <a:cs typeface="DejaVu Sans Mono"/>
              </a:rPr>
              <a:t>Agenda:</a:t>
            </a:r>
          </a:p>
        </p:txBody>
      </p:sp>
      <p:sp>
        <p:nvSpPr>
          <p:cNvPr id="3" name="agenda-item">
            <a:extLst xmlns:a="http://schemas.openxmlformats.org/drawingml/2006/main">
              <a:ext uri="{FF2B5EF4-FFF2-40B4-BE49-F238E27FC236}">
                <a16:creationId xmlns:a16="http://schemas.microsoft.com/office/drawing/2014/main" id="{E910C13E-88AA-4789-9049-0A01CDAEFBEC}"/>
              </a:ext>
            </a:extLst>
          </p:cNvPr>
          <p:cNvSpPr>
            <a:spLocks xmlns:a="http://schemas.openxmlformats.org/drawingml/2006/main" noGrp="1"/>
          </p:cNvSpPr>
          <p:nvPr/>
        </p:nvSpPr>
        <p:spPr>
          <a:xfrm xmlns:a="http://schemas.openxmlformats.org/drawingml/2006/main">
            <a:off x="400050" y="142875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Was ist ein VPN?</a:t>
            </a:r>
          </a:p>
        </p:txBody>
      </p:sp>
      <p:sp>
        <p:nvSpPr>
          <p:cNvPr id="4" name="agenda-item">
            <a:extLst xmlns:a="http://schemas.openxmlformats.org/drawingml/2006/main">
              <a:ext uri="{FF2B5EF4-FFF2-40B4-BE49-F238E27FC236}">
                <a16:creationId xmlns:a16="http://schemas.microsoft.com/office/drawing/2014/main" id="{1CEF5CC0-2351-4187-BAC5-B84D79017558}"/>
              </a:ext>
            </a:extLst>
          </p:cNvPr>
          <p:cNvSpPr>
            <a:spLocks xmlns:a="http://schemas.openxmlformats.org/drawingml/2006/main" noGrp="1"/>
          </p:cNvSpPr>
          <p:nvPr/>
        </p:nvSpPr>
        <p:spPr>
          <a:xfrm xmlns:a="http://schemas.openxmlformats.org/drawingml/2006/main">
            <a:off x="400050" y="209550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Aufbau eines VPN</a:t>
            </a:r>
          </a:p>
        </p:txBody>
      </p:sp>
      <p:sp>
        <p:nvSpPr>
          <p:cNvPr id="5" name="agenda-item">
            <a:extLst xmlns:a="http://schemas.openxmlformats.org/drawingml/2006/main">
              <a:ext uri="{FF2B5EF4-FFF2-40B4-BE49-F238E27FC236}">
                <a16:creationId xmlns:a16="http://schemas.microsoft.com/office/drawing/2014/main" id="{C4AB7D1A-00A3-4F46-86C4-5AC9352C3F05}"/>
              </a:ext>
            </a:extLst>
          </p:cNvPr>
          <p:cNvSpPr>
            <a:spLocks xmlns:a="http://schemas.openxmlformats.org/drawingml/2006/main" noGrp="1"/>
          </p:cNvSpPr>
          <p:nvPr/>
        </p:nvSpPr>
        <p:spPr>
          <a:xfrm xmlns:a="http://schemas.openxmlformats.org/drawingml/2006/main">
            <a:off x="400050" y="276225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Ausprägungen eines VPN Netzes</a:t>
            </a:r>
          </a:p>
        </p:txBody>
      </p:sp>
      <p:sp>
        <p:nvSpPr>
          <p:cNvPr id="6" name="agenda-item">
            <a:extLst xmlns:a="http://schemas.openxmlformats.org/drawingml/2006/main">
              <a:ext uri="{FF2B5EF4-FFF2-40B4-BE49-F238E27FC236}">
                <a16:creationId xmlns:a16="http://schemas.microsoft.com/office/drawing/2014/main" id="{B65D22FC-0773-4F20-961F-5BFE79B6567F}"/>
              </a:ext>
            </a:extLst>
          </p:cNvPr>
          <p:cNvSpPr>
            <a:spLocks xmlns:a="http://schemas.openxmlformats.org/drawingml/2006/main" noGrp="1"/>
          </p:cNvSpPr>
          <p:nvPr/>
        </p:nvSpPr>
        <p:spPr>
          <a:xfrm xmlns:a="http://schemas.openxmlformats.org/drawingml/2006/main">
            <a:off x="400050" y="371475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Tunneling Protokolle</a:t>
            </a:r>
          </a:p>
        </p:txBody>
      </p:sp>
      <p:sp>
        <p:nvSpPr>
          <p:cNvPr id="7" name="agenda-item">
            <a:extLst xmlns:a="http://schemas.openxmlformats.org/drawingml/2006/main">
              <a:ext uri="{FF2B5EF4-FFF2-40B4-BE49-F238E27FC236}">
                <a16:creationId xmlns:a16="http://schemas.microsoft.com/office/drawing/2014/main" id="{2E6BA818-30AB-46A3-9E0B-F76256F2635C}"/>
              </a:ext>
            </a:extLst>
          </p:cNvPr>
          <p:cNvSpPr>
            <a:spLocks xmlns:a="http://schemas.openxmlformats.org/drawingml/2006/main" noGrp="1"/>
          </p:cNvSpPr>
          <p:nvPr/>
        </p:nvSpPr>
        <p:spPr>
          <a:xfrm xmlns:a="http://schemas.openxmlformats.org/drawingml/2006/main">
            <a:off x="400050" y="4524375"/>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IPSec</a:t>
            </a:r>
          </a:p>
        </p:txBody>
      </p:sp>
      <p:sp>
        <p:nvSpPr>
          <p:cNvPr id="8" name="agenda-item">
            <a:extLst xmlns:a="http://schemas.openxmlformats.org/drawingml/2006/main">
              <a:ext uri="{FF2B5EF4-FFF2-40B4-BE49-F238E27FC236}">
                <a16:creationId xmlns:a16="http://schemas.microsoft.com/office/drawing/2014/main" id="{64482902-DFFD-42E8-B3CC-6440586DC59D}"/>
              </a:ext>
            </a:extLst>
          </p:cNvPr>
          <p:cNvSpPr>
            <a:spLocks xmlns:a="http://schemas.openxmlformats.org/drawingml/2006/main" noGrp="1"/>
          </p:cNvSpPr>
          <p:nvPr/>
        </p:nvSpPr>
        <p:spPr>
          <a:xfrm xmlns:a="http://schemas.openxmlformats.org/drawingml/2006/main">
            <a:off x="400050" y="5191125"/>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VPN in Verbindung mit einer Firewall</a:t>
            </a:r>
          </a:p>
        </p:txBody>
      </p:sp>
      <p:sp>
        <p:nvSpPr>
          <p:cNvPr id="9" name="agenda-item">
            <a:extLst xmlns:a="http://schemas.openxmlformats.org/drawingml/2006/main">
              <a:ext uri="{FF2B5EF4-FFF2-40B4-BE49-F238E27FC236}">
                <a16:creationId xmlns:a16="http://schemas.microsoft.com/office/drawing/2014/main" id="{33C54B56-943D-4CCD-A0C4-89B9F708454B}"/>
              </a:ext>
            </a:extLst>
          </p:cNvPr>
          <p:cNvSpPr>
            <a:spLocks xmlns:a="http://schemas.openxmlformats.org/drawingml/2006/main" noGrp="1"/>
          </p:cNvSpPr>
          <p:nvPr/>
        </p:nvSpPr>
        <p:spPr>
          <a:xfrm xmlns:a="http://schemas.openxmlformats.org/drawingml/2006/main">
            <a:off x="400050" y="6334125"/>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54DEEF"/>
                </a:solidFill>
                <a:latin typeface="DejaVu Sans"/>
                <a:ea typeface="DejaVu Sans"/>
                <a:cs typeface="DejaVu Sans"/>
              </a:defRPr>
            </a:defPPr>
            <a:lvl1pPr algn="l">
              <a:defRPr sz="1575" b="1">
                <a:solidFill>
                  <a:srgbClr val="54DEEF"/>
                </a:solidFill>
                <a:latin typeface="DejaVu Sans"/>
                <a:ea typeface="DejaVu Sans"/>
                <a:cs typeface="DejaVu Sans"/>
              </a:defRPr>
            </a:lvl1pPr>
            <a:lvl2pPr algn="l">
              <a:defRPr sz="1575" b="1">
                <a:solidFill>
                  <a:srgbClr val="54DEEF"/>
                </a:solidFill>
                <a:latin typeface="DejaVu Sans"/>
                <a:ea typeface="DejaVu Sans"/>
                <a:cs typeface="DejaVu Sans"/>
              </a:defRPr>
            </a:lvl2pPr>
            <a:lvl3pPr algn="l">
              <a:defRPr sz="1575" b="1">
                <a:solidFill>
                  <a:srgbClr val="54DEEF"/>
                </a:solidFill>
                <a:latin typeface="DejaVu Sans"/>
                <a:ea typeface="DejaVu Sans"/>
                <a:cs typeface="DejaVu Sans"/>
              </a:defRPr>
            </a:lvl3pPr>
            <a:lvl4pPr algn="l">
              <a:defRPr sz="1575" b="1">
                <a:solidFill>
                  <a:srgbClr val="54DEEF"/>
                </a:solidFill>
                <a:latin typeface="DejaVu Sans"/>
                <a:ea typeface="DejaVu Sans"/>
                <a:cs typeface="DejaVu Sans"/>
              </a:defRPr>
            </a:lvl4pPr>
            <a:lvl5pPr algn="l">
              <a:defRPr sz="1575" b="1">
                <a:solidFill>
                  <a:srgbClr val="54DEEF"/>
                </a:solidFill>
                <a:latin typeface="DejaVu Sans"/>
                <a:ea typeface="DejaVu Sans"/>
                <a:cs typeface="DejaVu Sans"/>
              </a:defRPr>
            </a:lvl5pPr>
            <a:lvl6pPr algn="l">
              <a:defRPr sz="1575" b="1">
                <a:solidFill>
                  <a:srgbClr val="54DEEF"/>
                </a:solidFill>
                <a:latin typeface="DejaVu Sans"/>
                <a:ea typeface="DejaVu Sans"/>
                <a:cs typeface="DejaVu Sans"/>
              </a:defRPr>
            </a:lvl6pPr>
            <a:lvl7pPr algn="l">
              <a:defRPr sz="1575" b="1">
                <a:solidFill>
                  <a:srgbClr val="54DEEF"/>
                </a:solidFill>
                <a:latin typeface="DejaVu Sans"/>
                <a:ea typeface="DejaVu Sans"/>
                <a:cs typeface="DejaVu Sans"/>
              </a:defRPr>
            </a:lvl7pPr>
            <a:lvl8pPr algn="l">
              <a:defRPr sz="1575" b="1">
                <a:solidFill>
                  <a:srgbClr val="54DEEF"/>
                </a:solidFill>
                <a:latin typeface="DejaVu Sans"/>
                <a:ea typeface="DejaVu Sans"/>
                <a:cs typeface="DejaVu Sans"/>
              </a:defRPr>
            </a:lvl8pPr>
            <a:lvl9pPr algn="l">
              <a:defRPr sz="1575" b="1">
                <a:solidFill>
                  <a:srgbClr val="54DEEF"/>
                </a:solidFill>
                <a:latin typeface="DejaVu Sans"/>
                <a:ea typeface="DejaVu Sans"/>
                <a:cs typeface="DejaVu Sans"/>
              </a:defRPr>
            </a:lvl9pPr>
          </a:lstStyle>
          <a:p xmlns:a="http://schemas.openxmlformats.org/drawingml/2006/main">
            <a:pPr algn="l">
              <a:defRPr sz="1575" b="1">
                <a:solidFill>
                  <a:srgbClr val="54DEEF"/>
                </a:solidFill>
                <a:latin typeface="DejaVu Sans"/>
                <a:ea typeface="DejaVu Sans"/>
                <a:cs typeface="DejaVu Sans"/>
              </a:defRPr>
            </a:pPr>
            <a:r>
              <a:rPr sz="1575" b="1">
                <a:solidFill>
                  <a:srgbClr val="54DEEF"/>
                </a:solidFill>
                <a:latin typeface="DejaVu Sans"/>
                <a:ea typeface="DejaVu Sans"/>
                <a:cs typeface="DejaVu Sans"/>
              </a:rPr>
              <a:t>Fazit</a:t>
            </a:r>
          </a:p>
        </p:txBody>
      </p:sp>
      <p:sp>
        <p:nvSpPr>
          <p:cNvPr id="10" name="title">
            <a:extLst xmlns:a="http://schemas.openxmlformats.org/drawingml/2006/main">
              <a:ext uri="{FF2B5EF4-FFF2-40B4-BE49-F238E27FC236}">
                <a16:creationId xmlns:a16="http://schemas.microsoft.com/office/drawing/2014/main" id="{7D13E0ED-F960-4729-A5D5-9AD1A8C09D00}"/>
              </a:ext>
            </a:extLst>
          </p:cNvPr>
          <p:cNvSpPr>
            <a:spLocks xmlns:a="http://schemas.openxmlformats.org/drawingml/2006/main" noGrp="1"/>
          </p:cNvSpPr>
          <p:nvPr/>
        </p:nvSpPr>
        <p:spPr>
          <a:xfrm xmlns:a="http://schemas.openxmlformats.org/drawingml/2006/main">
            <a:off x="3619500" y="590550"/>
            <a:ext cx="1085850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525" b="1">
                <a:solidFill>
                  <a:srgbClr val="F1F7FC"/>
                </a:solidFill>
                <a:latin typeface="DejaVu Sans"/>
                <a:ea typeface="DejaVu Sans"/>
                <a:cs typeface="DejaVu Sans"/>
              </a:defRPr>
            </a:defPPr>
            <a:lvl1pPr algn="l">
              <a:defRPr sz="3525" b="1">
                <a:solidFill>
                  <a:srgbClr val="F1F7FC"/>
                </a:solidFill>
                <a:latin typeface="DejaVu Sans"/>
                <a:ea typeface="DejaVu Sans"/>
                <a:cs typeface="DejaVu Sans"/>
              </a:defRPr>
            </a:lvl1pPr>
            <a:lvl2pPr algn="l">
              <a:defRPr sz="3525" b="1">
                <a:solidFill>
                  <a:srgbClr val="F1F7FC"/>
                </a:solidFill>
                <a:latin typeface="DejaVu Sans"/>
                <a:ea typeface="DejaVu Sans"/>
                <a:cs typeface="DejaVu Sans"/>
              </a:defRPr>
            </a:lvl2pPr>
            <a:lvl3pPr algn="l">
              <a:defRPr sz="3525" b="1">
                <a:solidFill>
                  <a:srgbClr val="F1F7FC"/>
                </a:solidFill>
                <a:latin typeface="DejaVu Sans"/>
                <a:ea typeface="DejaVu Sans"/>
                <a:cs typeface="DejaVu Sans"/>
              </a:defRPr>
            </a:lvl3pPr>
            <a:lvl4pPr algn="l">
              <a:defRPr sz="3525" b="1">
                <a:solidFill>
                  <a:srgbClr val="F1F7FC"/>
                </a:solidFill>
                <a:latin typeface="DejaVu Sans"/>
                <a:ea typeface="DejaVu Sans"/>
                <a:cs typeface="DejaVu Sans"/>
              </a:defRPr>
            </a:lvl4pPr>
            <a:lvl5pPr algn="l">
              <a:defRPr sz="3525" b="1">
                <a:solidFill>
                  <a:srgbClr val="F1F7FC"/>
                </a:solidFill>
                <a:latin typeface="DejaVu Sans"/>
                <a:ea typeface="DejaVu Sans"/>
                <a:cs typeface="DejaVu Sans"/>
              </a:defRPr>
            </a:lvl5pPr>
            <a:lvl6pPr algn="l">
              <a:defRPr sz="3525" b="1">
                <a:solidFill>
                  <a:srgbClr val="F1F7FC"/>
                </a:solidFill>
                <a:latin typeface="DejaVu Sans"/>
                <a:ea typeface="DejaVu Sans"/>
                <a:cs typeface="DejaVu Sans"/>
              </a:defRPr>
            </a:lvl6pPr>
            <a:lvl7pPr algn="l">
              <a:defRPr sz="3525" b="1">
                <a:solidFill>
                  <a:srgbClr val="F1F7FC"/>
                </a:solidFill>
                <a:latin typeface="DejaVu Sans"/>
                <a:ea typeface="DejaVu Sans"/>
                <a:cs typeface="DejaVu Sans"/>
              </a:defRPr>
            </a:lvl7pPr>
            <a:lvl8pPr algn="l">
              <a:defRPr sz="3525" b="1">
                <a:solidFill>
                  <a:srgbClr val="F1F7FC"/>
                </a:solidFill>
                <a:latin typeface="DejaVu Sans"/>
                <a:ea typeface="DejaVu Sans"/>
                <a:cs typeface="DejaVu Sans"/>
              </a:defRPr>
            </a:lvl8pPr>
            <a:lvl9pPr algn="l">
              <a:defRPr sz="3525" b="1">
                <a:solidFill>
                  <a:srgbClr val="F1F7FC"/>
                </a:solidFill>
                <a:latin typeface="DejaVu Sans"/>
                <a:ea typeface="DejaVu Sans"/>
                <a:cs typeface="DejaVu Sans"/>
              </a:defRPr>
            </a:lvl9pPr>
          </a:lstStyle>
          <a:p xmlns:a="http://schemas.openxmlformats.org/drawingml/2006/main">
            <a:pPr algn="l">
              <a:defRPr sz="3525" b="1">
                <a:solidFill>
                  <a:srgbClr val="F1F7FC"/>
                </a:solidFill>
                <a:latin typeface="DejaVu Sans"/>
                <a:ea typeface="DejaVu Sans"/>
                <a:cs typeface="DejaVu Sans"/>
              </a:defRPr>
            </a:pPr>
            <a:r>
              <a:rPr sz="3525" b="1">
                <a:solidFill>
                  <a:srgbClr val="F1F7FC"/>
                </a:solidFill>
                <a:latin typeface="DejaVu Sans"/>
                <a:ea typeface="DejaVu Sans"/>
                <a:cs typeface="DejaVu Sans"/>
              </a:rPr>
              <a:t>Fazit</a:t>
            </a:r>
          </a:p>
        </p:txBody>
      </p:sp>
      <p:sp>
        <p:nvSpPr>
          <p:cNvPr id="11" name="page-number">
            <a:extLst xmlns:a="http://schemas.openxmlformats.org/drawingml/2006/main">
              <a:ext uri="{FF2B5EF4-FFF2-40B4-BE49-F238E27FC236}">
                <a16:creationId xmlns:a16="http://schemas.microsoft.com/office/drawing/2014/main" id="{75DD45C0-8D5F-44CC-8D5D-DFB2E69A263F}"/>
              </a:ext>
            </a:extLst>
          </p:cNvPr>
          <p:cNvSpPr>
            <a:spLocks xmlns:a="http://schemas.openxmlformats.org/drawingml/2006/main" noGrp="1"/>
          </p:cNvSpPr>
          <p:nvPr/>
        </p:nvSpPr>
        <p:spPr>
          <a:xfrm xmlns:a="http://schemas.openxmlformats.org/drawingml/2006/main">
            <a:off x="13477875" y="8020050"/>
            <a:ext cx="1285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AABFD1"/>
                </a:solidFill>
                <a:latin typeface="DejaVu Sans Mono"/>
                <a:ea typeface="DejaVu Sans Mono"/>
                <a:cs typeface="DejaVu Sans Mono"/>
              </a:defRPr>
            </a:defPPr>
            <a:lvl1pPr algn="r">
              <a:defRPr sz="1350" b="0">
                <a:solidFill>
                  <a:srgbClr val="AABFD1"/>
                </a:solidFill>
                <a:latin typeface="DejaVu Sans Mono"/>
                <a:ea typeface="DejaVu Sans Mono"/>
                <a:cs typeface="DejaVu Sans Mono"/>
              </a:defRPr>
            </a:lvl1pPr>
            <a:lvl2pPr algn="r">
              <a:defRPr sz="1350" b="0">
                <a:solidFill>
                  <a:srgbClr val="AABFD1"/>
                </a:solidFill>
                <a:latin typeface="DejaVu Sans Mono"/>
                <a:ea typeface="DejaVu Sans Mono"/>
                <a:cs typeface="DejaVu Sans Mono"/>
              </a:defRPr>
            </a:lvl2pPr>
            <a:lvl3pPr algn="r">
              <a:defRPr sz="1350" b="0">
                <a:solidFill>
                  <a:srgbClr val="AABFD1"/>
                </a:solidFill>
                <a:latin typeface="DejaVu Sans Mono"/>
                <a:ea typeface="DejaVu Sans Mono"/>
                <a:cs typeface="DejaVu Sans Mono"/>
              </a:defRPr>
            </a:lvl3pPr>
            <a:lvl4pPr algn="r">
              <a:defRPr sz="1350" b="0">
                <a:solidFill>
                  <a:srgbClr val="AABFD1"/>
                </a:solidFill>
                <a:latin typeface="DejaVu Sans Mono"/>
                <a:ea typeface="DejaVu Sans Mono"/>
                <a:cs typeface="DejaVu Sans Mono"/>
              </a:defRPr>
            </a:lvl4pPr>
            <a:lvl5pPr algn="r">
              <a:defRPr sz="1350" b="0">
                <a:solidFill>
                  <a:srgbClr val="AABFD1"/>
                </a:solidFill>
                <a:latin typeface="DejaVu Sans Mono"/>
                <a:ea typeface="DejaVu Sans Mono"/>
                <a:cs typeface="DejaVu Sans Mono"/>
              </a:defRPr>
            </a:lvl5pPr>
            <a:lvl6pPr algn="r">
              <a:defRPr sz="1350" b="0">
                <a:solidFill>
                  <a:srgbClr val="AABFD1"/>
                </a:solidFill>
                <a:latin typeface="DejaVu Sans Mono"/>
                <a:ea typeface="DejaVu Sans Mono"/>
                <a:cs typeface="DejaVu Sans Mono"/>
              </a:defRPr>
            </a:lvl6pPr>
            <a:lvl7pPr algn="r">
              <a:defRPr sz="1350" b="0">
                <a:solidFill>
                  <a:srgbClr val="AABFD1"/>
                </a:solidFill>
                <a:latin typeface="DejaVu Sans Mono"/>
                <a:ea typeface="DejaVu Sans Mono"/>
                <a:cs typeface="DejaVu Sans Mono"/>
              </a:defRPr>
            </a:lvl7pPr>
            <a:lvl8pPr algn="r">
              <a:defRPr sz="1350" b="0">
                <a:solidFill>
                  <a:srgbClr val="AABFD1"/>
                </a:solidFill>
                <a:latin typeface="DejaVu Sans Mono"/>
                <a:ea typeface="DejaVu Sans Mono"/>
                <a:cs typeface="DejaVu Sans Mono"/>
              </a:defRPr>
            </a:lvl8pPr>
            <a:lvl9pPr algn="r">
              <a:defRPr sz="1350" b="0">
                <a:solidFill>
                  <a:srgbClr val="AABFD1"/>
                </a:solidFill>
                <a:latin typeface="DejaVu Sans Mono"/>
                <a:ea typeface="DejaVu Sans Mono"/>
                <a:cs typeface="DejaVu Sans Mono"/>
              </a:defRPr>
            </a:lvl9pPr>
          </a:lstStyle>
          <a:p xmlns:a="http://schemas.openxmlformats.org/drawingml/2006/main">
            <a:pPr algn="r">
              <a:defRPr sz="1350" b="0">
                <a:solidFill>
                  <a:srgbClr val="AABFD1"/>
                </a:solidFill>
                <a:latin typeface="DejaVu Sans Mono"/>
                <a:ea typeface="DejaVu Sans Mono"/>
                <a:cs typeface="DejaVu Sans Mono"/>
              </a:defRPr>
            </a:pPr>
            <a:r>
              <a:rPr sz="1350" b="0">
                <a:solidFill>
                  <a:srgbClr val="AABFD1"/>
                </a:solidFill>
                <a:latin typeface="DejaVu Sans Mono"/>
                <a:ea typeface="DejaVu Sans Mono"/>
                <a:cs typeface="DejaVu Sans Mono"/>
              </a:rPr>
              <a:t>32 / 33</a:t>
            </a:r>
          </a:p>
        </p:txBody>
      </p:sp>
      <p:sp>
        <p:nvSpPr>
          <p:cNvPr id="12" name="content">
            <a:extLst xmlns:a="http://schemas.openxmlformats.org/drawingml/2006/main">
              <a:ext uri="{FF2B5EF4-FFF2-40B4-BE49-F238E27FC236}">
                <a16:creationId xmlns:a16="http://schemas.microsoft.com/office/drawing/2014/main" id="{5634F856-D609-46FD-8CAD-3A0F1A038878}"/>
              </a:ext>
            </a:extLst>
          </p:cNvPr>
          <p:cNvSpPr>
            <a:spLocks xmlns:a="http://schemas.openxmlformats.org/drawingml/2006/main" noGrp="1"/>
          </p:cNvSpPr>
          <p:nvPr/>
        </p:nvSpPr>
        <p:spPr>
          <a:xfrm xmlns:a="http://schemas.openxmlformats.org/drawingml/2006/main">
            <a:off x="3619500" y="2333625"/>
            <a:ext cx="10858500" cy="53530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625" b="0">
                <a:solidFill>
                  <a:srgbClr val="E0EAF4"/>
                </a:solidFill>
                <a:latin typeface="DejaVu Sans"/>
                <a:ea typeface="DejaVu Sans"/>
                <a:cs typeface="DejaVu Sans"/>
              </a:defRPr>
            </a:defPPr>
            <a:lvl1pPr algn="l">
              <a:defRPr sz="2625" b="0">
                <a:solidFill>
                  <a:srgbClr val="E0EAF4"/>
                </a:solidFill>
                <a:latin typeface="DejaVu Sans"/>
                <a:ea typeface="DejaVu Sans"/>
                <a:cs typeface="DejaVu Sans"/>
              </a:defRPr>
            </a:lvl1pPr>
            <a:lvl2pPr algn="l">
              <a:defRPr sz="2625" b="0">
                <a:solidFill>
                  <a:srgbClr val="E0EAF4"/>
                </a:solidFill>
                <a:latin typeface="DejaVu Sans"/>
                <a:ea typeface="DejaVu Sans"/>
                <a:cs typeface="DejaVu Sans"/>
              </a:defRPr>
            </a:lvl2pPr>
            <a:lvl3pPr algn="l">
              <a:defRPr sz="2625" b="0">
                <a:solidFill>
                  <a:srgbClr val="E0EAF4"/>
                </a:solidFill>
                <a:latin typeface="DejaVu Sans"/>
                <a:ea typeface="DejaVu Sans"/>
                <a:cs typeface="DejaVu Sans"/>
              </a:defRPr>
            </a:lvl3pPr>
            <a:lvl4pPr algn="l">
              <a:defRPr sz="2625" b="0">
                <a:solidFill>
                  <a:srgbClr val="E0EAF4"/>
                </a:solidFill>
                <a:latin typeface="DejaVu Sans"/>
                <a:ea typeface="DejaVu Sans"/>
                <a:cs typeface="DejaVu Sans"/>
              </a:defRPr>
            </a:lvl4pPr>
            <a:lvl5pPr algn="l">
              <a:defRPr sz="2625" b="0">
                <a:solidFill>
                  <a:srgbClr val="E0EAF4"/>
                </a:solidFill>
                <a:latin typeface="DejaVu Sans"/>
                <a:ea typeface="DejaVu Sans"/>
                <a:cs typeface="DejaVu Sans"/>
              </a:defRPr>
            </a:lvl5pPr>
            <a:lvl6pPr algn="l">
              <a:defRPr sz="2625" b="0">
                <a:solidFill>
                  <a:srgbClr val="E0EAF4"/>
                </a:solidFill>
                <a:latin typeface="DejaVu Sans"/>
                <a:ea typeface="DejaVu Sans"/>
                <a:cs typeface="DejaVu Sans"/>
              </a:defRPr>
            </a:lvl6pPr>
            <a:lvl7pPr algn="l">
              <a:defRPr sz="2625" b="0">
                <a:solidFill>
                  <a:srgbClr val="E0EAF4"/>
                </a:solidFill>
                <a:latin typeface="DejaVu Sans"/>
                <a:ea typeface="DejaVu Sans"/>
                <a:cs typeface="DejaVu Sans"/>
              </a:defRPr>
            </a:lvl7pPr>
            <a:lvl8pPr algn="l">
              <a:defRPr sz="2625" b="0">
                <a:solidFill>
                  <a:srgbClr val="E0EAF4"/>
                </a:solidFill>
                <a:latin typeface="DejaVu Sans"/>
                <a:ea typeface="DejaVu Sans"/>
                <a:cs typeface="DejaVu Sans"/>
              </a:defRPr>
            </a:lvl8pPr>
            <a:lvl9pPr algn="l">
              <a:defRPr sz="2625" b="0">
                <a:solidFill>
                  <a:srgbClr val="E0EAF4"/>
                </a:solidFill>
                <a:latin typeface="DejaVu Sans"/>
                <a:ea typeface="DejaVu Sans"/>
                <a:cs typeface="DejaVu Sans"/>
              </a:defRPr>
            </a:lvl9pPr>
          </a:lstStyle>
          <a:p xmlns:a="http://schemas.openxmlformats.org/drawingml/2006/main">
            <a:pPr marL="355600" indent="-292100" algn="l">
              <a:spcAft>
                <a:spcPts val="0"/>
              </a:spcAft>
              <a:buChar char="•"/>
              <a:defRPr sz="2625" b="0">
                <a:solidFill>
                  <a:srgbClr val="E0EAF4"/>
                </a:solidFill>
                <a:latin typeface="DejaVu Sans"/>
                <a:ea typeface="DejaVu Sans"/>
                <a:cs typeface="DejaVu Sans"/>
              </a:defRPr>
            </a:pPr>
            <a:r>
              <a:rPr b="0">
                <a:latin typeface="DejaVu Sans"/>
                <a:ea typeface="DejaVu Sans"/>
                <a:cs typeface="DejaVu Sans"/>
              </a:rPr>
              <a:t>Vermarktet wird VPN als sichere und kostengünstige Lösung</a:t>
            </a:r>
          </a:p>
        </p:txBody>
      </p:sp>
      <p:sp>
        <p:nvSpPr>
          <p:cNvPr id="13" name="content">
            <a:extLst xmlns:a="http://schemas.openxmlformats.org/drawingml/2006/main">
              <a:ext uri="{FF2B5EF4-FFF2-40B4-BE49-F238E27FC236}">
                <a16:creationId xmlns:a16="http://schemas.microsoft.com/office/drawing/2014/main" id="{3AB7F324-E2D7-424D-B5E6-E3CEF98C086C}"/>
              </a:ext>
            </a:extLst>
          </p:cNvPr>
          <p:cNvSpPr>
            <a:spLocks xmlns:a="http://schemas.openxmlformats.org/drawingml/2006/main" noGrp="1"/>
          </p:cNvSpPr>
          <p:nvPr/>
        </p:nvSpPr>
        <p:spPr>
          <a:xfrm xmlns:a="http://schemas.openxmlformats.org/drawingml/2006/main">
            <a:off x="3619500" y="3249930"/>
            <a:ext cx="10858500" cy="9753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625" b="0">
                <a:solidFill>
                  <a:srgbClr val="E0EAF4"/>
                </a:solidFill>
                <a:latin typeface="DejaVu Sans"/>
                <a:ea typeface="DejaVu Sans"/>
                <a:cs typeface="DejaVu Sans"/>
              </a:defRPr>
            </a:defPPr>
            <a:lvl1pPr algn="l">
              <a:defRPr sz="2625" b="0">
                <a:solidFill>
                  <a:srgbClr val="E0EAF4"/>
                </a:solidFill>
                <a:latin typeface="DejaVu Sans"/>
                <a:ea typeface="DejaVu Sans"/>
                <a:cs typeface="DejaVu Sans"/>
              </a:defRPr>
            </a:lvl1pPr>
            <a:lvl2pPr algn="l">
              <a:defRPr sz="2625" b="0">
                <a:solidFill>
                  <a:srgbClr val="E0EAF4"/>
                </a:solidFill>
                <a:latin typeface="DejaVu Sans"/>
                <a:ea typeface="DejaVu Sans"/>
                <a:cs typeface="DejaVu Sans"/>
              </a:defRPr>
            </a:lvl2pPr>
            <a:lvl3pPr algn="l">
              <a:defRPr sz="2625" b="0">
                <a:solidFill>
                  <a:srgbClr val="E0EAF4"/>
                </a:solidFill>
                <a:latin typeface="DejaVu Sans"/>
                <a:ea typeface="DejaVu Sans"/>
                <a:cs typeface="DejaVu Sans"/>
              </a:defRPr>
            </a:lvl3pPr>
            <a:lvl4pPr algn="l">
              <a:defRPr sz="2625" b="0">
                <a:solidFill>
                  <a:srgbClr val="E0EAF4"/>
                </a:solidFill>
                <a:latin typeface="DejaVu Sans"/>
                <a:ea typeface="DejaVu Sans"/>
                <a:cs typeface="DejaVu Sans"/>
              </a:defRPr>
            </a:lvl4pPr>
            <a:lvl5pPr algn="l">
              <a:defRPr sz="2625" b="0">
                <a:solidFill>
                  <a:srgbClr val="E0EAF4"/>
                </a:solidFill>
                <a:latin typeface="DejaVu Sans"/>
                <a:ea typeface="DejaVu Sans"/>
                <a:cs typeface="DejaVu Sans"/>
              </a:defRPr>
            </a:lvl5pPr>
            <a:lvl6pPr algn="l">
              <a:defRPr sz="2625" b="0">
                <a:solidFill>
                  <a:srgbClr val="E0EAF4"/>
                </a:solidFill>
                <a:latin typeface="DejaVu Sans"/>
                <a:ea typeface="DejaVu Sans"/>
                <a:cs typeface="DejaVu Sans"/>
              </a:defRPr>
            </a:lvl6pPr>
            <a:lvl7pPr algn="l">
              <a:defRPr sz="2625" b="0">
                <a:solidFill>
                  <a:srgbClr val="E0EAF4"/>
                </a:solidFill>
                <a:latin typeface="DejaVu Sans"/>
                <a:ea typeface="DejaVu Sans"/>
                <a:cs typeface="DejaVu Sans"/>
              </a:defRPr>
            </a:lvl7pPr>
            <a:lvl8pPr algn="l">
              <a:defRPr sz="2625" b="0">
                <a:solidFill>
                  <a:srgbClr val="E0EAF4"/>
                </a:solidFill>
                <a:latin typeface="DejaVu Sans"/>
                <a:ea typeface="DejaVu Sans"/>
                <a:cs typeface="DejaVu Sans"/>
              </a:defRPr>
            </a:lvl8pPr>
            <a:lvl9pPr algn="l">
              <a:defRPr sz="2625" b="0">
                <a:solidFill>
                  <a:srgbClr val="E0EAF4"/>
                </a:solidFill>
                <a:latin typeface="DejaVu Sans"/>
                <a:ea typeface="DejaVu Sans"/>
                <a:cs typeface="DejaVu Sans"/>
              </a:defRPr>
            </a:lvl9pPr>
          </a:lstStyle>
          <a:p xmlns:a="http://schemas.openxmlformats.org/drawingml/2006/main">
            <a:pPr marL="355600" indent="-292100" algn="l">
              <a:spcAft>
                <a:spcPts val="0"/>
              </a:spcAft>
              <a:buChar char="•"/>
              <a:defRPr sz="2625" b="0">
                <a:solidFill>
                  <a:srgbClr val="E0EAF4"/>
                </a:solidFill>
                <a:latin typeface="DejaVu Sans"/>
                <a:ea typeface="DejaVu Sans"/>
                <a:cs typeface="DejaVu Sans"/>
              </a:defRPr>
            </a:pPr>
            <a:r>
              <a:rPr b="0">
                <a:latin typeface="DejaVu Sans"/>
                <a:ea typeface="DejaVu Sans"/>
                <a:cs typeface="DejaVu Sans"/>
              </a:rPr>
              <a:t>Kostenersparnis kann erst durch einen Vergleich ermittelt werden, </a:t>
            </a:r>
            <a:r>
              <a:rPr b="0">
                <a:latin typeface="DejaVu Sans"/>
                <a:ea typeface="DejaVu Sans"/>
                <a:cs typeface="DejaVu Sans"/>
              </a:rPr>
              <a:t>➔</a:t>
            </a:r>
            <a:r>
              <a:rPr b="0">
                <a:latin typeface="DejaVu Sans"/>
                <a:ea typeface="DejaVu Sans"/>
                <a:cs typeface="DejaVu Sans"/>
              </a:rPr>
              <a:t> hängt vom Betrieb ab</a:t>
            </a:r>
          </a:p>
        </p:txBody>
      </p:sp>
      <p:sp>
        <p:nvSpPr>
          <p:cNvPr id="14" name="content">
            <a:extLst xmlns:a="http://schemas.openxmlformats.org/drawingml/2006/main">
              <a:ext uri="{FF2B5EF4-FFF2-40B4-BE49-F238E27FC236}">
                <a16:creationId xmlns:a16="http://schemas.microsoft.com/office/drawing/2014/main" id="{53BA7EEE-7AF0-4E43-B056-42FCBA5A4A5F}"/>
              </a:ext>
            </a:extLst>
          </p:cNvPr>
          <p:cNvSpPr>
            <a:spLocks xmlns:a="http://schemas.openxmlformats.org/drawingml/2006/main" noGrp="1"/>
          </p:cNvSpPr>
          <p:nvPr/>
        </p:nvSpPr>
        <p:spPr>
          <a:xfrm xmlns:a="http://schemas.openxmlformats.org/drawingml/2006/main">
            <a:off x="3619500" y="4606290"/>
            <a:ext cx="10858500" cy="9753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625" b="0">
                <a:solidFill>
                  <a:srgbClr val="E0EAF4"/>
                </a:solidFill>
                <a:latin typeface="DejaVu Sans"/>
                <a:ea typeface="DejaVu Sans"/>
                <a:cs typeface="DejaVu Sans"/>
              </a:defRPr>
            </a:defPPr>
            <a:lvl1pPr algn="l">
              <a:defRPr sz="2625" b="0">
                <a:solidFill>
                  <a:srgbClr val="E0EAF4"/>
                </a:solidFill>
                <a:latin typeface="DejaVu Sans"/>
                <a:ea typeface="DejaVu Sans"/>
                <a:cs typeface="DejaVu Sans"/>
              </a:defRPr>
            </a:lvl1pPr>
            <a:lvl2pPr algn="l">
              <a:defRPr sz="2625" b="0">
                <a:solidFill>
                  <a:srgbClr val="E0EAF4"/>
                </a:solidFill>
                <a:latin typeface="DejaVu Sans"/>
                <a:ea typeface="DejaVu Sans"/>
                <a:cs typeface="DejaVu Sans"/>
              </a:defRPr>
            </a:lvl2pPr>
            <a:lvl3pPr algn="l">
              <a:defRPr sz="2625" b="0">
                <a:solidFill>
                  <a:srgbClr val="E0EAF4"/>
                </a:solidFill>
                <a:latin typeface="DejaVu Sans"/>
                <a:ea typeface="DejaVu Sans"/>
                <a:cs typeface="DejaVu Sans"/>
              </a:defRPr>
            </a:lvl3pPr>
            <a:lvl4pPr algn="l">
              <a:defRPr sz="2625" b="0">
                <a:solidFill>
                  <a:srgbClr val="E0EAF4"/>
                </a:solidFill>
                <a:latin typeface="DejaVu Sans"/>
                <a:ea typeface="DejaVu Sans"/>
                <a:cs typeface="DejaVu Sans"/>
              </a:defRPr>
            </a:lvl4pPr>
            <a:lvl5pPr algn="l">
              <a:defRPr sz="2625" b="0">
                <a:solidFill>
                  <a:srgbClr val="E0EAF4"/>
                </a:solidFill>
                <a:latin typeface="DejaVu Sans"/>
                <a:ea typeface="DejaVu Sans"/>
                <a:cs typeface="DejaVu Sans"/>
              </a:defRPr>
            </a:lvl5pPr>
            <a:lvl6pPr algn="l">
              <a:defRPr sz="2625" b="0">
                <a:solidFill>
                  <a:srgbClr val="E0EAF4"/>
                </a:solidFill>
                <a:latin typeface="DejaVu Sans"/>
                <a:ea typeface="DejaVu Sans"/>
                <a:cs typeface="DejaVu Sans"/>
              </a:defRPr>
            </a:lvl6pPr>
            <a:lvl7pPr algn="l">
              <a:defRPr sz="2625" b="0">
                <a:solidFill>
                  <a:srgbClr val="E0EAF4"/>
                </a:solidFill>
                <a:latin typeface="DejaVu Sans"/>
                <a:ea typeface="DejaVu Sans"/>
                <a:cs typeface="DejaVu Sans"/>
              </a:defRPr>
            </a:lvl7pPr>
            <a:lvl8pPr algn="l">
              <a:defRPr sz="2625" b="0">
                <a:solidFill>
                  <a:srgbClr val="E0EAF4"/>
                </a:solidFill>
                <a:latin typeface="DejaVu Sans"/>
                <a:ea typeface="DejaVu Sans"/>
                <a:cs typeface="DejaVu Sans"/>
              </a:defRPr>
            </a:lvl8pPr>
            <a:lvl9pPr algn="l">
              <a:defRPr sz="2625" b="0">
                <a:solidFill>
                  <a:srgbClr val="E0EAF4"/>
                </a:solidFill>
                <a:latin typeface="DejaVu Sans"/>
                <a:ea typeface="DejaVu Sans"/>
                <a:cs typeface="DejaVu Sans"/>
              </a:defRPr>
            </a:lvl9pPr>
          </a:lstStyle>
          <a:p xmlns:a="http://schemas.openxmlformats.org/drawingml/2006/main">
            <a:pPr marL="355600" indent="-292100" algn="l">
              <a:spcAft>
                <a:spcPts val="0"/>
              </a:spcAft>
              <a:buChar char="•"/>
              <a:defRPr sz="2625" b="0">
                <a:solidFill>
                  <a:srgbClr val="E0EAF4"/>
                </a:solidFill>
                <a:latin typeface="DejaVu Sans"/>
                <a:ea typeface="DejaVu Sans"/>
                <a:cs typeface="DejaVu Sans"/>
              </a:defRPr>
            </a:pPr>
            <a:r>
              <a:rPr b="0">
                <a:latin typeface="DejaVu Sans"/>
                <a:ea typeface="DejaVu Sans"/>
                <a:cs typeface="DejaVu Sans"/>
              </a:rPr>
              <a:t>Es besteht immer die Gefahr von Attacken, </a:t>
            </a:r>
            <a:r>
              <a:rPr b="0">
                <a:latin typeface="DejaVu Sans"/>
                <a:ea typeface="DejaVu Sans"/>
                <a:cs typeface="DejaVu Sans"/>
              </a:rPr>
              <a:t>➔</a:t>
            </a:r>
            <a:r>
              <a:rPr b="0">
                <a:latin typeface="DejaVu Sans"/>
                <a:ea typeface="DejaVu Sans"/>
                <a:cs typeface="DejaVu Sans"/>
              </a:rPr>
              <a:t> Verschlüsselung ist also sehr wichtig</a:t>
            </a:r>
          </a:p>
        </p:txBody>
      </p:sp>
    </p:spTree>
    <p:extLst>
      <p:ext uri="{BB962C8B-B14F-4D97-AF65-F5344CB8AC3E}">
        <p14:creationId xmlns:p14="http://schemas.microsoft.com/office/powerpoint/2010/main" val="1818487341"/>
      </p:ext>
    </p:extLst>
  </p:cSld>
</p:sld>
</file>

<file path=ppt/slides/slide33.xml><?xml version="1.0" encoding="utf-8"?>
<p:sld xmlns:p="http://schemas.openxmlformats.org/presentationml/2006/main">
  <p:cSld>
    <p:bg>
      <p:bgPr>
        <a:solidFill xmlns:a="http://schemas.openxmlformats.org/drawingml/2006/main">
          <a:srgbClr val="081522"/>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A74DC993-EBF3-41C9-8CF8-D9FC2480D15A}"/>
              </a:ext>
            </a:extLst>
          </p:cNvPr>
          <p:cNvPicPr>
            <a:picLocks xmlns:a="http://schemas.openxmlformats.org/drawingml/2006/main" noChangeAspect="1"/>
          </p:cNvPicPr>
          <p:nvPr/>
        </p:nvPicPr>
        <p:blipFill>
          <a:blip xmlns:r="http://schemas.openxmlformats.org/officeDocument/2006/relationships" xmlns:a="http://schemas.openxmlformats.org/drawingml/2006/main" r:embed="R320866403dec4328"/>
          <a:srcRect xmlns:a="http://schemas.openxmlformats.org/drawingml/2006/main" l="0" t="27" r="0" b="27"/>
          <a:stretch xmlns:a="http://schemas.openxmlformats.org/drawingml/2006/main">
            <a:fillRect l="0" t="0" r="0" b="0"/>
          </a:stretch>
        </p:blipFill>
        <p:spPr>
          <a:xfrm xmlns:a="http://schemas.openxmlformats.org/drawingml/2006/main">
            <a:off x="0" y="0"/>
            <a:ext cx="15240000" cy="8572500"/>
          </a:xfrm>
          <a:prstGeom xmlns:a="http://schemas.openxmlformats.org/drawingml/2006/main" prst="rect">
            <a:avLst/>
          </a:prstGeom>
        </p:spPr>
      </p:pic>
      <p:sp>
        <p:nvSpPr>
          <p:cNvPr id="2" name="agenda-heading">
            <a:extLst xmlns:a="http://schemas.openxmlformats.org/drawingml/2006/main">
              <a:ext uri="{FF2B5EF4-FFF2-40B4-BE49-F238E27FC236}">
                <a16:creationId xmlns:a16="http://schemas.microsoft.com/office/drawing/2014/main" id="{982A3BAE-63D5-441C-81C3-2B5B96FB8B2B}"/>
              </a:ext>
            </a:extLst>
          </p:cNvPr>
          <p:cNvSpPr>
            <a:spLocks xmlns:a="http://schemas.openxmlformats.org/drawingml/2006/main" noGrp="1"/>
          </p:cNvSpPr>
          <p:nvPr/>
        </p:nvSpPr>
        <p:spPr>
          <a:xfrm xmlns:a="http://schemas.openxmlformats.org/drawingml/2006/main">
            <a:off x="400050" y="638175"/>
            <a:ext cx="2333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54DEEF"/>
                </a:solidFill>
                <a:latin typeface="DejaVu Sans Mono"/>
                <a:ea typeface="DejaVu Sans Mono"/>
                <a:cs typeface="DejaVu Sans Mono"/>
              </a:defRPr>
            </a:defPPr>
            <a:lvl1pPr algn="l">
              <a:defRPr sz="1875" b="1">
                <a:solidFill>
                  <a:srgbClr val="54DEEF"/>
                </a:solidFill>
                <a:latin typeface="DejaVu Sans Mono"/>
                <a:ea typeface="DejaVu Sans Mono"/>
                <a:cs typeface="DejaVu Sans Mono"/>
              </a:defRPr>
            </a:lvl1pPr>
            <a:lvl2pPr algn="l">
              <a:defRPr sz="1875" b="1">
                <a:solidFill>
                  <a:srgbClr val="54DEEF"/>
                </a:solidFill>
                <a:latin typeface="DejaVu Sans Mono"/>
                <a:ea typeface="DejaVu Sans Mono"/>
                <a:cs typeface="DejaVu Sans Mono"/>
              </a:defRPr>
            </a:lvl2pPr>
            <a:lvl3pPr algn="l">
              <a:defRPr sz="1875" b="1">
                <a:solidFill>
                  <a:srgbClr val="54DEEF"/>
                </a:solidFill>
                <a:latin typeface="DejaVu Sans Mono"/>
                <a:ea typeface="DejaVu Sans Mono"/>
                <a:cs typeface="DejaVu Sans Mono"/>
              </a:defRPr>
            </a:lvl3pPr>
            <a:lvl4pPr algn="l">
              <a:defRPr sz="1875" b="1">
                <a:solidFill>
                  <a:srgbClr val="54DEEF"/>
                </a:solidFill>
                <a:latin typeface="DejaVu Sans Mono"/>
                <a:ea typeface="DejaVu Sans Mono"/>
                <a:cs typeface="DejaVu Sans Mono"/>
              </a:defRPr>
            </a:lvl4pPr>
            <a:lvl5pPr algn="l">
              <a:defRPr sz="1875" b="1">
                <a:solidFill>
                  <a:srgbClr val="54DEEF"/>
                </a:solidFill>
                <a:latin typeface="DejaVu Sans Mono"/>
                <a:ea typeface="DejaVu Sans Mono"/>
                <a:cs typeface="DejaVu Sans Mono"/>
              </a:defRPr>
            </a:lvl5pPr>
            <a:lvl6pPr algn="l">
              <a:defRPr sz="1875" b="1">
                <a:solidFill>
                  <a:srgbClr val="54DEEF"/>
                </a:solidFill>
                <a:latin typeface="DejaVu Sans Mono"/>
                <a:ea typeface="DejaVu Sans Mono"/>
                <a:cs typeface="DejaVu Sans Mono"/>
              </a:defRPr>
            </a:lvl6pPr>
            <a:lvl7pPr algn="l">
              <a:defRPr sz="1875" b="1">
                <a:solidFill>
                  <a:srgbClr val="54DEEF"/>
                </a:solidFill>
                <a:latin typeface="DejaVu Sans Mono"/>
                <a:ea typeface="DejaVu Sans Mono"/>
                <a:cs typeface="DejaVu Sans Mono"/>
              </a:defRPr>
            </a:lvl7pPr>
            <a:lvl8pPr algn="l">
              <a:defRPr sz="1875" b="1">
                <a:solidFill>
                  <a:srgbClr val="54DEEF"/>
                </a:solidFill>
                <a:latin typeface="DejaVu Sans Mono"/>
                <a:ea typeface="DejaVu Sans Mono"/>
                <a:cs typeface="DejaVu Sans Mono"/>
              </a:defRPr>
            </a:lvl8pPr>
            <a:lvl9pPr algn="l">
              <a:defRPr sz="1875" b="1">
                <a:solidFill>
                  <a:srgbClr val="54DEEF"/>
                </a:solidFill>
                <a:latin typeface="DejaVu Sans Mono"/>
                <a:ea typeface="DejaVu Sans Mono"/>
                <a:cs typeface="DejaVu Sans Mono"/>
              </a:defRPr>
            </a:lvl9pPr>
          </a:lstStyle>
          <a:p xmlns:a="http://schemas.openxmlformats.org/drawingml/2006/main">
            <a:pPr algn="l">
              <a:defRPr sz="1875" b="1">
                <a:solidFill>
                  <a:srgbClr val="54DEEF"/>
                </a:solidFill>
                <a:latin typeface="DejaVu Sans Mono"/>
                <a:ea typeface="DejaVu Sans Mono"/>
                <a:cs typeface="DejaVu Sans Mono"/>
              </a:defRPr>
            </a:pPr>
            <a:r>
              <a:rPr sz="1875" b="1">
                <a:solidFill>
                  <a:srgbClr val="54DEEF"/>
                </a:solidFill>
                <a:latin typeface="DejaVu Sans Mono"/>
                <a:ea typeface="DejaVu Sans Mono"/>
                <a:cs typeface="DejaVu Sans Mono"/>
              </a:rPr>
              <a:t>Agenda:</a:t>
            </a:r>
          </a:p>
        </p:txBody>
      </p:sp>
      <p:sp>
        <p:nvSpPr>
          <p:cNvPr id="3" name="agenda-item">
            <a:extLst xmlns:a="http://schemas.openxmlformats.org/drawingml/2006/main">
              <a:ext uri="{FF2B5EF4-FFF2-40B4-BE49-F238E27FC236}">
                <a16:creationId xmlns:a16="http://schemas.microsoft.com/office/drawing/2014/main" id="{307F73F9-7EC0-4AE6-83C9-FF93969A15A2}"/>
              </a:ext>
            </a:extLst>
          </p:cNvPr>
          <p:cNvSpPr>
            <a:spLocks xmlns:a="http://schemas.openxmlformats.org/drawingml/2006/main" noGrp="1"/>
          </p:cNvSpPr>
          <p:nvPr/>
        </p:nvSpPr>
        <p:spPr>
          <a:xfrm xmlns:a="http://schemas.openxmlformats.org/drawingml/2006/main">
            <a:off x="400050" y="142875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Was ist ein VPN?</a:t>
            </a:r>
          </a:p>
        </p:txBody>
      </p:sp>
      <p:sp>
        <p:nvSpPr>
          <p:cNvPr id="4" name="agenda-item">
            <a:extLst xmlns:a="http://schemas.openxmlformats.org/drawingml/2006/main">
              <a:ext uri="{FF2B5EF4-FFF2-40B4-BE49-F238E27FC236}">
                <a16:creationId xmlns:a16="http://schemas.microsoft.com/office/drawing/2014/main" id="{729B55B5-DE6E-4F82-B33E-6B401A56B5FC}"/>
              </a:ext>
            </a:extLst>
          </p:cNvPr>
          <p:cNvSpPr>
            <a:spLocks xmlns:a="http://schemas.openxmlformats.org/drawingml/2006/main" noGrp="1"/>
          </p:cNvSpPr>
          <p:nvPr/>
        </p:nvSpPr>
        <p:spPr>
          <a:xfrm xmlns:a="http://schemas.openxmlformats.org/drawingml/2006/main">
            <a:off x="400050" y="209550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Aufbau eines VPN</a:t>
            </a:r>
          </a:p>
        </p:txBody>
      </p:sp>
      <p:sp>
        <p:nvSpPr>
          <p:cNvPr id="5" name="agenda-item">
            <a:extLst xmlns:a="http://schemas.openxmlformats.org/drawingml/2006/main">
              <a:ext uri="{FF2B5EF4-FFF2-40B4-BE49-F238E27FC236}">
                <a16:creationId xmlns:a16="http://schemas.microsoft.com/office/drawing/2014/main" id="{B20F718A-E02B-49DE-B409-EBF9E452BCC4}"/>
              </a:ext>
            </a:extLst>
          </p:cNvPr>
          <p:cNvSpPr>
            <a:spLocks xmlns:a="http://schemas.openxmlformats.org/drawingml/2006/main" noGrp="1"/>
          </p:cNvSpPr>
          <p:nvPr/>
        </p:nvSpPr>
        <p:spPr>
          <a:xfrm xmlns:a="http://schemas.openxmlformats.org/drawingml/2006/main">
            <a:off x="400050" y="276225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Ausprägungen eines VPN Netzes</a:t>
            </a:r>
          </a:p>
        </p:txBody>
      </p:sp>
      <p:sp>
        <p:nvSpPr>
          <p:cNvPr id="6" name="agenda-item">
            <a:extLst xmlns:a="http://schemas.openxmlformats.org/drawingml/2006/main">
              <a:ext uri="{FF2B5EF4-FFF2-40B4-BE49-F238E27FC236}">
                <a16:creationId xmlns:a16="http://schemas.microsoft.com/office/drawing/2014/main" id="{1B5D7EFE-823A-45D6-B80B-5DA831019CF9}"/>
              </a:ext>
            </a:extLst>
          </p:cNvPr>
          <p:cNvSpPr>
            <a:spLocks xmlns:a="http://schemas.openxmlformats.org/drawingml/2006/main" noGrp="1"/>
          </p:cNvSpPr>
          <p:nvPr/>
        </p:nvSpPr>
        <p:spPr>
          <a:xfrm xmlns:a="http://schemas.openxmlformats.org/drawingml/2006/main">
            <a:off x="400050" y="3714750"/>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Tunneling Protokolle</a:t>
            </a:r>
          </a:p>
        </p:txBody>
      </p:sp>
      <p:sp>
        <p:nvSpPr>
          <p:cNvPr id="7" name="agenda-item">
            <a:extLst xmlns:a="http://schemas.openxmlformats.org/drawingml/2006/main">
              <a:ext uri="{FF2B5EF4-FFF2-40B4-BE49-F238E27FC236}">
                <a16:creationId xmlns:a16="http://schemas.microsoft.com/office/drawing/2014/main" id="{AB86D460-E719-4647-AB56-8A615B32905F}"/>
              </a:ext>
            </a:extLst>
          </p:cNvPr>
          <p:cNvSpPr>
            <a:spLocks xmlns:a="http://schemas.openxmlformats.org/drawingml/2006/main" noGrp="1"/>
          </p:cNvSpPr>
          <p:nvPr/>
        </p:nvSpPr>
        <p:spPr>
          <a:xfrm xmlns:a="http://schemas.openxmlformats.org/drawingml/2006/main">
            <a:off x="400050" y="4524375"/>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IPSec</a:t>
            </a:r>
          </a:p>
        </p:txBody>
      </p:sp>
      <p:sp>
        <p:nvSpPr>
          <p:cNvPr id="8" name="agenda-item">
            <a:extLst xmlns:a="http://schemas.openxmlformats.org/drawingml/2006/main">
              <a:ext uri="{FF2B5EF4-FFF2-40B4-BE49-F238E27FC236}">
                <a16:creationId xmlns:a16="http://schemas.microsoft.com/office/drawing/2014/main" id="{34C938D6-B88A-41A9-9B1F-81C291633BE3}"/>
              </a:ext>
            </a:extLst>
          </p:cNvPr>
          <p:cNvSpPr>
            <a:spLocks xmlns:a="http://schemas.openxmlformats.org/drawingml/2006/main" noGrp="1"/>
          </p:cNvSpPr>
          <p:nvPr/>
        </p:nvSpPr>
        <p:spPr>
          <a:xfrm xmlns:a="http://schemas.openxmlformats.org/drawingml/2006/main">
            <a:off x="400050" y="5191125"/>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ABFD1"/>
                </a:solidFill>
                <a:latin typeface="DejaVu Sans"/>
                <a:ea typeface="DejaVu Sans"/>
                <a:cs typeface="DejaVu Sans"/>
              </a:defRPr>
            </a:defPPr>
            <a:lvl1pPr algn="l">
              <a:defRPr sz="1575" b="0">
                <a:solidFill>
                  <a:srgbClr val="AABFD1"/>
                </a:solidFill>
                <a:latin typeface="DejaVu Sans"/>
                <a:ea typeface="DejaVu Sans"/>
                <a:cs typeface="DejaVu Sans"/>
              </a:defRPr>
            </a:lvl1pPr>
            <a:lvl2pPr algn="l">
              <a:defRPr sz="1575" b="0">
                <a:solidFill>
                  <a:srgbClr val="AABFD1"/>
                </a:solidFill>
                <a:latin typeface="DejaVu Sans"/>
                <a:ea typeface="DejaVu Sans"/>
                <a:cs typeface="DejaVu Sans"/>
              </a:defRPr>
            </a:lvl2pPr>
            <a:lvl3pPr algn="l">
              <a:defRPr sz="1575" b="0">
                <a:solidFill>
                  <a:srgbClr val="AABFD1"/>
                </a:solidFill>
                <a:latin typeface="DejaVu Sans"/>
                <a:ea typeface="DejaVu Sans"/>
                <a:cs typeface="DejaVu Sans"/>
              </a:defRPr>
            </a:lvl3pPr>
            <a:lvl4pPr algn="l">
              <a:defRPr sz="1575" b="0">
                <a:solidFill>
                  <a:srgbClr val="AABFD1"/>
                </a:solidFill>
                <a:latin typeface="DejaVu Sans"/>
                <a:ea typeface="DejaVu Sans"/>
                <a:cs typeface="DejaVu Sans"/>
              </a:defRPr>
            </a:lvl4pPr>
            <a:lvl5pPr algn="l">
              <a:defRPr sz="1575" b="0">
                <a:solidFill>
                  <a:srgbClr val="AABFD1"/>
                </a:solidFill>
                <a:latin typeface="DejaVu Sans"/>
                <a:ea typeface="DejaVu Sans"/>
                <a:cs typeface="DejaVu Sans"/>
              </a:defRPr>
            </a:lvl5pPr>
            <a:lvl6pPr algn="l">
              <a:defRPr sz="1575" b="0">
                <a:solidFill>
                  <a:srgbClr val="AABFD1"/>
                </a:solidFill>
                <a:latin typeface="DejaVu Sans"/>
                <a:ea typeface="DejaVu Sans"/>
                <a:cs typeface="DejaVu Sans"/>
              </a:defRPr>
            </a:lvl6pPr>
            <a:lvl7pPr algn="l">
              <a:defRPr sz="1575" b="0">
                <a:solidFill>
                  <a:srgbClr val="AABFD1"/>
                </a:solidFill>
                <a:latin typeface="DejaVu Sans"/>
                <a:ea typeface="DejaVu Sans"/>
                <a:cs typeface="DejaVu Sans"/>
              </a:defRPr>
            </a:lvl7pPr>
            <a:lvl8pPr algn="l">
              <a:defRPr sz="1575" b="0">
                <a:solidFill>
                  <a:srgbClr val="AABFD1"/>
                </a:solidFill>
                <a:latin typeface="DejaVu Sans"/>
                <a:ea typeface="DejaVu Sans"/>
                <a:cs typeface="DejaVu Sans"/>
              </a:defRPr>
            </a:lvl8pPr>
            <a:lvl9pPr algn="l">
              <a:defRPr sz="1575" b="0">
                <a:solidFill>
                  <a:srgbClr val="AABFD1"/>
                </a:solidFill>
                <a:latin typeface="DejaVu Sans"/>
                <a:ea typeface="DejaVu Sans"/>
                <a:cs typeface="DejaVu Sans"/>
              </a:defRPr>
            </a:lvl9pPr>
          </a:lstStyle>
          <a:p xmlns:a="http://schemas.openxmlformats.org/drawingml/2006/main">
            <a:pPr algn="l">
              <a:defRPr sz="1575" b="0">
                <a:solidFill>
                  <a:srgbClr val="AABFD1"/>
                </a:solidFill>
                <a:latin typeface="DejaVu Sans"/>
                <a:ea typeface="DejaVu Sans"/>
                <a:cs typeface="DejaVu Sans"/>
              </a:defRPr>
            </a:pPr>
            <a:r>
              <a:rPr sz="1575" b="0">
                <a:solidFill>
                  <a:srgbClr val="AABFD1"/>
                </a:solidFill>
                <a:latin typeface="DejaVu Sans"/>
                <a:ea typeface="DejaVu Sans"/>
                <a:cs typeface="DejaVu Sans"/>
              </a:rPr>
              <a:t>VPN in Verbindung mit einer Firewall</a:t>
            </a:r>
          </a:p>
        </p:txBody>
      </p:sp>
      <p:sp>
        <p:nvSpPr>
          <p:cNvPr id="9" name="agenda-item">
            <a:extLst xmlns:a="http://schemas.openxmlformats.org/drawingml/2006/main">
              <a:ext uri="{FF2B5EF4-FFF2-40B4-BE49-F238E27FC236}">
                <a16:creationId xmlns:a16="http://schemas.microsoft.com/office/drawing/2014/main" id="{4CA7946A-B627-46A5-9A3F-A7FA2A6F4137}"/>
              </a:ext>
            </a:extLst>
          </p:cNvPr>
          <p:cNvSpPr>
            <a:spLocks xmlns:a="http://schemas.openxmlformats.org/drawingml/2006/main" noGrp="1"/>
          </p:cNvSpPr>
          <p:nvPr/>
        </p:nvSpPr>
        <p:spPr>
          <a:xfrm xmlns:a="http://schemas.openxmlformats.org/drawingml/2006/main">
            <a:off x="400050" y="6334125"/>
            <a:ext cx="2286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54DEEF"/>
                </a:solidFill>
                <a:latin typeface="DejaVu Sans"/>
                <a:ea typeface="DejaVu Sans"/>
                <a:cs typeface="DejaVu Sans"/>
              </a:defRPr>
            </a:defPPr>
            <a:lvl1pPr algn="l">
              <a:defRPr sz="1575" b="1">
                <a:solidFill>
                  <a:srgbClr val="54DEEF"/>
                </a:solidFill>
                <a:latin typeface="DejaVu Sans"/>
                <a:ea typeface="DejaVu Sans"/>
                <a:cs typeface="DejaVu Sans"/>
              </a:defRPr>
            </a:lvl1pPr>
            <a:lvl2pPr algn="l">
              <a:defRPr sz="1575" b="1">
                <a:solidFill>
                  <a:srgbClr val="54DEEF"/>
                </a:solidFill>
                <a:latin typeface="DejaVu Sans"/>
                <a:ea typeface="DejaVu Sans"/>
                <a:cs typeface="DejaVu Sans"/>
              </a:defRPr>
            </a:lvl2pPr>
            <a:lvl3pPr algn="l">
              <a:defRPr sz="1575" b="1">
                <a:solidFill>
                  <a:srgbClr val="54DEEF"/>
                </a:solidFill>
                <a:latin typeface="DejaVu Sans"/>
                <a:ea typeface="DejaVu Sans"/>
                <a:cs typeface="DejaVu Sans"/>
              </a:defRPr>
            </a:lvl3pPr>
            <a:lvl4pPr algn="l">
              <a:defRPr sz="1575" b="1">
                <a:solidFill>
                  <a:srgbClr val="54DEEF"/>
                </a:solidFill>
                <a:latin typeface="DejaVu Sans"/>
                <a:ea typeface="DejaVu Sans"/>
                <a:cs typeface="DejaVu Sans"/>
              </a:defRPr>
            </a:lvl4pPr>
            <a:lvl5pPr algn="l">
              <a:defRPr sz="1575" b="1">
                <a:solidFill>
                  <a:srgbClr val="54DEEF"/>
                </a:solidFill>
                <a:latin typeface="DejaVu Sans"/>
                <a:ea typeface="DejaVu Sans"/>
                <a:cs typeface="DejaVu Sans"/>
              </a:defRPr>
            </a:lvl5pPr>
            <a:lvl6pPr algn="l">
              <a:defRPr sz="1575" b="1">
                <a:solidFill>
                  <a:srgbClr val="54DEEF"/>
                </a:solidFill>
                <a:latin typeface="DejaVu Sans"/>
                <a:ea typeface="DejaVu Sans"/>
                <a:cs typeface="DejaVu Sans"/>
              </a:defRPr>
            </a:lvl6pPr>
            <a:lvl7pPr algn="l">
              <a:defRPr sz="1575" b="1">
                <a:solidFill>
                  <a:srgbClr val="54DEEF"/>
                </a:solidFill>
                <a:latin typeface="DejaVu Sans"/>
                <a:ea typeface="DejaVu Sans"/>
                <a:cs typeface="DejaVu Sans"/>
              </a:defRPr>
            </a:lvl7pPr>
            <a:lvl8pPr algn="l">
              <a:defRPr sz="1575" b="1">
                <a:solidFill>
                  <a:srgbClr val="54DEEF"/>
                </a:solidFill>
                <a:latin typeface="DejaVu Sans"/>
                <a:ea typeface="DejaVu Sans"/>
                <a:cs typeface="DejaVu Sans"/>
              </a:defRPr>
            </a:lvl8pPr>
            <a:lvl9pPr algn="l">
              <a:defRPr sz="1575" b="1">
                <a:solidFill>
                  <a:srgbClr val="54DEEF"/>
                </a:solidFill>
                <a:latin typeface="DejaVu Sans"/>
                <a:ea typeface="DejaVu Sans"/>
                <a:cs typeface="DejaVu Sans"/>
              </a:defRPr>
            </a:lvl9pPr>
          </a:lstStyle>
          <a:p xmlns:a="http://schemas.openxmlformats.org/drawingml/2006/main">
            <a:pPr algn="l">
              <a:defRPr sz="1575" b="1">
                <a:solidFill>
                  <a:srgbClr val="54DEEF"/>
                </a:solidFill>
                <a:latin typeface="DejaVu Sans"/>
                <a:ea typeface="DejaVu Sans"/>
                <a:cs typeface="DejaVu Sans"/>
              </a:defRPr>
            </a:pPr>
            <a:r>
              <a:rPr sz="1575" b="1">
                <a:solidFill>
                  <a:srgbClr val="54DEEF"/>
                </a:solidFill>
                <a:latin typeface="DejaVu Sans"/>
                <a:ea typeface="DejaVu Sans"/>
                <a:cs typeface="DejaVu Sans"/>
              </a:rPr>
              <a:t>Fazit</a:t>
            </a:r>
          </a:p>
        </p:txBody>
      </p:sp>
      <p:sp>
        <p:nvSpPr>
          <p:cNvPr id="10" name="title">
            <a:extLst xmlns:a="http://schemas.openxmlformats.org/drawingml/2006/main">
              <a:ext uri="{FF2B5EF4-FFF2-40B4-BE49-F238E27FC236}">
                <a16:creationId xmlns:a16="http://schemas.microsoft.com/office/drawing/2014/main" id="{E4EE40E5-FA26-41A9-A602-2D5FBE046B6A}"/>
              </a:ext>
            </a:extLst>
          </p:cNvPr>
          <p:cNvSpPr>
            <a:spLocks xmlns:a="http://schemas.openxmlformats.org/drawingml/2006/main" noGrp="1"/>
          </p:cNvSpPr>
          <p:nvPr/>
        </p:nvSpPr>
        <p:spPr>
          <a:xfrm xmlns:a="http://schemas.openxmlformats.org/drawingml/2006/main">
            <a:off x="3619500" y="590550"/>
            <a:ext cx="1085850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525" b="1">
                <a:solidFill>
                  <a:srgbClr val="F1F7FC"/>
                </a:solidFill>
                <a:latin typeface="DejaVu Sans"/>
                <a:ea typeface="DejaVu Sans"/>
                <a:cs typeface="DejaVu Sans"/>
              </a:defRPr>
            </a:defPPr>
            <a:lvl1pPr algn="l">
              <a:defRPr sz="3525" b="1">
                <a:solidFill>
                  <a:srgbClr val="F1F7FC"/>
                </a:solidFill>
                <a:latin typeface="DejaVu Sans"/>
                <a:ea typeface="DejaVu Sans"/>
                <a:cs typeface="DejaVu Sans"/>
              </a:defRPr>
            </a:lvl1pPr>
            <a:lvl2pPr algn="l">
              <a:defRPr sz="3525" b="1">
                <a:solidFill>
                  <a:srgbClr val="F1F7FC"/>
                </a:solidFill>
                <a:latin typeface="DejaVu Sans"/>
                <a:ea typeface="DejaVu Sans"/>
                <a:cs typeface="DejaVu Sans"/>
              </a:defRPr>
            </a:lvl2pPr>
            <a:lvl3pPr algn="l">
              <a:defRPr sz="3525" b="1">
                <a:solidFill>
                  <a:srgbClr val="F1F7FC"/>
                </a:solidFill>
                <a:latin typeface="DejaVu Sans"/>
                <a:ea typeface="DejaVu Sans"/>
                <a:cs typeface="DejaVu Sans"/>
              </a:defRPr>
            </a:lvl3pPr>
            <a:lvl4pPr algn="l">
              <a:defRPr sz="3525" b="1">
                <a:solidFill>
                  <a:srgbClr val="F1F7FC"/>
                </a:solidFill>
                <a:latin typeface="DejaVu Sans"/>
                <a:ea typeface="DejaVu Sans"/>
                <a:cs typeface="DejaVu Sans"/>
              </a:defRPr>
            </a:lvl4pPr>
            <a:lvl5pPr algn="l">
              <a:defRPr sz="3525" b="1">
                <a:solidFill>
                  <a:srgbClr val="F1F7FC"/>
                </a:solidFill>
                <a:latin typeface="DejaVu Sans"/>
                <a:ea typeface="DejaVu Sans"/>
                <a:cs typeface="DejaVu Sans"/>
              </a:defRPr>
            </a:lvl5pPr>
            <a:lvl6pPr algn="l">
              <a:defRPr sz="3525" b="1">
                <a:solidFill>
                  <a:srgbClr val="F1F7FC"/>
                </a:solidFill>
                <a:latin typeface="DejaVu Sans"/>
                <a:ea typeface="DejaVu Sans"/>
                <a:cs typeface="DejaVu Sans"/>
              </a:defRPr>
            </a:lvl6pPr>
            <a:lvl7pPr algn="l">
              <a:defRPr sz="3525" b="1">
                <a:solidFill>
                  <a:srgbClr val="F1F7FC"/>
                </a:solidFill>
                <a:latin typeface="DejaVu Sans"/>
                <a:ea typeface="DejaVu Sans"/>
                <a:cs typeface="DejaVu Sans"/>
              </a:defRPr>
            </a:lvl7pPr>
            <a:lvl8pPr algn="l">
              <a:defRPr sz="3525" b="1">
                <a:solidFill>
                  <a:srgbClr val="F1F7FC"/>
                </a:solidFill>
                <a:latin typeface="DejaVu Sans"/>
                <a:ea typeface="DejaVu Sans"/>
                <a:cs typeface="DejaVu Sans"/>
              </a:defRPr>
            </a:lvl8pPr>
            <a:lvl9pPr algn="l">
              <a:defRPr sz="3525" b="1">
                <a:solidFill>
                  <a:srgbClr val="F1F7FC"/>
                </a:solidFill>
                <a:latin typeface="DejaVu Sans"/>
                <a:ea typeface="DejaVu Sans"/>
                <a:cs typeface="DejaVu Sans"/>
              </a:defRPr>
            </a:lvl9pPr>
          </a:lstStyle>
          <a:p xmlns:a="http://schemas.openxmlformats.org/drawingml/2006/main">
            <a:pPr algn="l">
              <a:defRPr sz="3525" b="1">
                <a:solidFill>
                  <a:srgbClr val="F1F7FC"/>
                </a:solidFill>
                <a:latin typeface="DejaVu Sans"/>
                <a:ea typeface="DejaVu Sans"/>
                <a:cs typeface="DejaVu Sans"/>
              </a:defRPr>
            </a:pPr>
            <a:r>
              <a:rPr sz="3525" b="1">
                <a:solidFill>
                  <a:srgbClr val="F1F7FC"/>
                </a:solidFill>
                <a:latin typeface="DejaVu Sans"/>
                <a:ea typeface="DejaVu Sans"/>
                <a:cs typeface="DejaVu Sans"/>
              </a:rPr>
              <a:t>Fazit</a:t>
            </a:r>
          </a:p>
        </p:txBody>
      </p:sp>
      <p:sp>
        <p:nvSpPr>
          <p:cNvPr id="11" name="page-number">
            <a:extLst xmlns:a="http://schemas.openxmlformats.org/drawingml/2006/main">
              <a:ext uri="{FF2B5EF4-FFF2-40B4-BE49-F238E27FC236}">
                <a16:creationId xmlns:a16="http://schemas.microsoft.com/office/drawing/2014/main" id="{89CF6779-4738-418F-8326-E64399218792}"/>
              </a:ext>
            </a:extLst>
          </p:cNvPr>
          <p:cNvSpPr>
            <a:spLocks xmlns:a="http://schemas.openxmlformats.org/drawingml/2006/main" noGrp="1"/>
          </p:cNvSpPr>
          <p:nvPr/>
        </p:nvSpPr>
        <p:spPr>
          <a:xfrm xmlns:a="http://schemas.openxmlformats.org/drawingml/2006/main">
            <a:off x="13477875" y="8020050"/>
            <a:ext cx="1285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AABFD1"/>
                </a:solidFill>
                <a:latin typeface="DejaVu Sans Mono"/>
                <a:ea typeface="DejaVu Sans Mono"/>
                <a:cs typeface="DejaVu Sans Mono"/>
              </a:defRPr>
            </a:defPPr>
            <a:lvl1pPr algn="r">
              <a:defRPr sz="1350" b="0">
                <a:solidFill>
                  <a:srgbClr val="AABFD1"/>
                </a:solidFill>
                <a:latin typeface="DejaVu Sans Mono"/>
                <a:ea typeface="DejaVu Sans Mono"/>
                <a:cs typeface="DejaVu Sans Mono"/>
              </a:defRPr>
            </a:lvl1pPr>
            <a:lvl2pPr algn="r">
              <a:defRPr sz="1350" b="0">
                <a:solidFill>
                  <a:srgbClr val="AABFD1"/>
                </a:solidFill>
                <a:latin typeface="DejaVu Sans Mono"/>
                <a:ea typeface="DejaVu Sans Mono"/>
                <a:cs typeface="DejaVu Sans Mono"/>
              </a:defRPr>
            </a:lvl2pPr>
            <a:lvl3pPr algn="r">
              <a:defRPr sz="1350" b="0">
                <a:solidFill>
                  <a:srgbClr val="AABFD1"/>
                </a:solidFill>
                <a:latin typeface="DejaVu Sans Mono"/>
                <a:ea typeface="DejaVu Sans Mono"/>
                <a:cs typeface="DejaVu Sans Mono"/>
              </a:defRPr>
            </a:lvl3pPr>
            <a:lvl4pPr algn="r">
              <a:defRPr sz="1350" b="0">
                <a:solidFill>
                  <a:srgbClr val="AABFD1"/>
                </a:solidFill>
                <a:latin typeface="DejaVu Sans Mono"/>
                <a:ea typeface="DejaVu Sans Mono"/>
                <a:cs typeface="DejaVu Sans Mono"/>
              </a:defRPr>
            </a:lvl4pPr>
            <a:lvl5pPr algn="r">
              <a:defRPr sz="1350" b="0">
                <a:solidFill>
                  <a:srgbClr val="AABFD1"/>
                </a:solidFill>
                <a:latin typeface="DejaVu Sans Mono"/>
                <a:ea typeface="DejaVu Sans Mono"/>
                <a:cs typeface="DejaVu Sans Mono"/>
              </a:defRPr>
            </a:lvl5pPr>
            <a:lvl6pPr algn="r">
              <a:defRPr sz="1350" b="0">
                <a:solidFill>
                  <a:srgbClr val="AABFD1"/>
                </a:solidFill>
                <a:latin typeface="DejaVu Sans Mono"/>
                <a:ea typeface="DejaVu Sans Mono"/>
                <a:cs typeface="DejaVu Sans Mono"/>
              </a:defRPr>
            </a:lvl6pPr>
            <a:lvl7pPr algn="r">
              <a:defRPr sz="1350" b="0">
                <a:solidFill>
                  <a:srgbClr val="AABFD1"/>
                </a:solidFill>
                <a:latin typeface="DejaVu Sans Mono"/>
                <a:ea typeface="DejaVu Sans Mono"/>
                <a:cs typeface="DejaVu Sans Mono"/>
              </a:defRPr>
            </a:lvl7pPr>
            <a:lvl8pPr algn="r">
              <a:defRPr sz="1350" b="0">
                <a:solidFill>
                  <a:srgbClr val="AABFD1"/>
                </a:solidFill>
                <a:latin typeface="DejaVu Sans Mono"/>
                <a:ea typeface="DejaVu Sans Mono"/>
                <a:cs typeface="DejaVu Sans Mono"/>
              </a:defRPr>
            </a:lvl8pPr>
            <a:lvl9pPr algn="r">
              <a:defRPr sz="1350" b="0">
                <a:solidFill>
                  <a:srgbClr val="AABFD1"/>
                </a:solidFill>
                <a:latin typeface="DejaVu Sans Mono"/>
                <a:ea typeface="DejaVu Sans Mono"/>
                <a:cs typeface="DejaVu Sans Mono"/>
              </a:defRPr>
            </a:lvl9pPr>
          </a:lstStyle>
          <a:p xmlns:a="http://schemas.openxmlformats.org/drawingml/2006/main">
            <a:pPr algn="r">
              <a:defRPr sz="1350" b="0">
                <a:solidFill>
                  <a:srgbClr val="AABFD1"/>
                </a:solidFill>
                <a:latin typeface="DejaVu Sans Mono"/>
                <a:ea typeface="DejaVu Sans Mono"/>
                <a:cs typeface="DejaVu Sans Mono"/>
              </a:defRPr>
            </a:pPr>
            <a:r>
              <a:rPr sz="1350" b="0">
                <a:solidFill>
                  <a:srgbClr val="AABFD1"/>
                </a:solidFill>
                <a:latin typeface="DejaVu Sans Mono"/>
                <a:ea typeface="DejaVu Sans Mono"/>
                <a:cs typeface="DejaVu Sans Mono"/>
              </a:rPr>
              <a:t>33 / 33</a:t>
            </a:r>
          </a:p>
        </p:txBody>
      </p:sp>
      <p:sp>
        <p:nvSpPr>
          <p:cNvPr id="12" name="content">
            <a:extLst xmlns:a="http://schemas.openxmlformats.org/drawingml/2006/main">
              <a:ext uri="{FF2B5EF4-FFF2-40B4-BE49-F238E27FC236}">
                <a16:creationId xmlns:a16="http://schemas.microsoft.com/office/drawing/2014/main" id="{C6250DB6-68D4-4F76-AA9A-A2F55283571A}"/>
              </a:ext>
            </a:extLst>
          </p:cNvPr>
          <p:cNvSpPr>
            <a:spLocks xmlns:a="http://schemas.openxmlformats.org/drawingml/2006/main" noGrp="1"/>
          </p:cNvSpPr>
          <p:nvPr/>
        </p:nvSpPr>
        <p:spPr>
          <a:xfrm xmlns:a="http://schemas.openxmlformats.org/drawingml/2006/main">
            <a:off x="3619500" y="2333625"/>
            <a:ext cx="10858500" cy="53530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625" b="0">
                <a:solidFill>
                  <a:srgbClr val="E0EAF4"/>
                </a:solidFill>
                <a:latin typeface="DejaVu Sans"/>
                <a:ea typeface="DejaVu Sans"/>
                <a:cs typeface="DejaVu Sans"/>
              </a:defRPr>
            </a:defPPr>
            <a:lvl1pPr algn="l">
              <a:defRPr sz="2625" b="0">
                <a:solidFill>
                  <a:srgbClr val="E0EAF4"/>
                </a:solidFill>
                <a:latin typeface="DejaVu Sans"/>
                <a:ea typeface="DejaVu Sans"/>
                <a:cs typeface="DejaVu Sans"/>
              </a:defRPr>
            </a:lvl1pPr>
            <a:lvl2pPr algn="l">
              <a:defRPr sz="2625" b="0">
                <a:solidFill>
                  <a:srgbClr val="E0EAF4"/>
                </a:solidFill>
                <a:latin typeface="DejaVu Sans"/>
                <a:ea typeface="DejaVu Sans"/>
                <a:cs typeface="DejaVu Sans"/>
              </a:defRPr>
            </a:lvl2pPr>
            <a:lvl3pPr algn="l">
              <a:defRPr sz="2625" b="0">
                <a:solidFill>
                  <a:srgbClr val="E0EAF4"/>
                </a:solidFill>
                <a:latin typeface="DejaVu Sans"/>
                <a:ea typeface="DejaVu Sans"/>
                <a:cs typeface="DejaVu Sans"/>
              </a:defRPr>
            </a:lvl3pPr>
            <a:lvl4pPr algn="l">
              <a:defRPr sz="2625" b="0">
                <a:solidFill>
                  <a:srgbClr val="E0EAF4"/>
                </a:solidFill>
                <a:latin typeface="DejaVu Sans"/>
                <a:ea typeface="DejaVu Sans"/>
                <a:cs typeface="DejaVu Sans"/>
              </a:defRPr>
            </a:lvl4pPr>
            <a:lvl5pPr algn="l">
              <a:defRPr sz="2625" b="0">
                <a:solidFill>
                  <a:srgbClr val="E0EAF4"/>
                </a:solidFill>
                <a:latin typeface="DejaVu Sans"/>
                <a:ea typeface="DejaVu Sans"/>
                <a:cs typeface="DejaVu Sans"/>
              </a:defRPr>
            </a:lvl5pPr>
            <a:lvl6pPr algn="l">
              <a:defRPr sz="2625" b="0">
                <a:solidFill>
                  <a:srgbClr val="E0EAF4"/>
                </a:solidFill>
                <a:latin typeface="DejaVu Sans"/>
                <a:ea typeface="DejaVu Sans"/>
                <a:cs typeface="DejaVu Sans"/>
              </a:defRPr>
            </a:lvl6pPr>
            <a:lvl7pPr algn="l">
              <a:defRPr sz="2625" b="0">
                <a:solidFill>
                  <a:srgbClr val="E0EAF4"/>
                </a:solidFill>
                <a:latin typeface="DejaVu Sans"/>
                <a:ea typeface="DejaVu Sans"/>
                <a:cs typeface="DejaVu Sans"/>
              </a:defRPr>
            </a:lvl7pPr>
            <a:lvl8pPr algn="l">
              <a:defRPr sz="2625" b="0">
                <a:solidFill>
                  <a:srgbClr val="E0EAF4"/>
                </a:solidFill>
                <a:latin typeface="DejaVu Sans"/>
                <a:ea typeface="DejaVu Sans"/>
                <a:cs typeface="DejaVu Sans"/>
              </a:defRPr>
            </a:lvl8pPr>
            <a:lvl9pPr algn="l">
              <a:defRPr sz="2625" b="0">
                <a:solidFill>
                  <a:srgbClr val="E0EAF4"/>
                </a:solidFill>
                <a:latin typeface="DejaVu Sans"/>
                <a:ea typeface="DejaVu Sans"/>
                <a:cs typeface="DejaVu Sans"/>
              </a:defRPr>
            </a:lvl9pPr>
          </a:lstStyle>
          <a:p xmlns:a="http://schemas.openxmlformats.org/drawingml/2006/main">
            <a:pPr marL="355600" indent="-292100" algn="l">
              <a:spcAft>
                <a:spcPts val="0"/>
              </a:spcAft>
              <a:buChar char="•"/>
              <a:defRPr sz="2625" b="0">
                <a:solidFill>
                  <a:srgbClr val="E0EAF4"/>
                </a:solidFill>
                <a:latin typeface="DejaVu Sans"/>
                <a:ea typeface="DejaVu Sans"/>
                <a:cs typeface="DejaVu Sans"/>
              </a:defRPr>
            </a:pPr>
            <a:r>
              <a:rPr b="0">
                <a:latin typeface="DejaVu Sans"/>
                <a:ea typeface="DejaVu Sans"/>
                <a:cs typeface="DejaVu Sans"/>
              </a:rPr>
              <a:t>Sorgfältige Produktauswahl und gutes Testen ist Pflicht</a:t>
            </a:r>
          </a:p>
        </p:txBody>
      </p:sp>
      <p:sp>
        <p:nvSpPr>
          <p:cNvPr id="13" name="content">
            <a:extLst xmlns:a="http://schemas.openxmlformats.org/drawingml/2006/main">
              <a:ext uri="{FF2B5EF4-FFF2-40B4-BE49-F238E27FC236}">
                <a16:creationId xmlns:a16="http://schemas.microsoft.com/office/drawing/2014/main" id="{9AC95DE8-0E7C-46B0-8F32-D25D012A1B0F}"/>
              </a:ext>
            </a:extLst>
          </p:cNvPr>
          <p:cNvSpPr>
            <a:spLocks xmlns:a="http://schemas.openxmlformats.org/drawingml/2006/main" noGrp="1"/>
          </p:cNvSpPr>
          <p:nvPr/>
        </p:nvSpPr>
        <p:spPr>
          <a:xfrm xmlns:a="http://schemas.openxmlformats.org/drawingml/2006/main">
            <a:off x="3619500" y="3249930"/>
            <a:ext cx="10858500" cy="53530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625" b="0">
                <a:solidFill>
                  <a:srgbClr val="E0EAF4"/>
                </a:solidFill>
                <a:latin typeface="DejaVu Sans"/>
                <a:ea typeface="DejaVu Sans"/>
                <a:cs typeface="DejaVu Sans"/>
              </a:defRPr>
            </a:defPPr>
            <a:lvl1pPr algn="l">
              <a:defRPr sz="2625" b="0">
                <a:solidFill>
                  <a:srgbClr val="E0EAF4"/>
                </a:solidFill>
                <a:latin typeface="DejaVu Sans"/>
                <a:ea typeface="DejaVu Sans"/>
                <a:cs typeface="DejaVu Sans"/>
              </a:defRPr>
            </a:lvl1pPr>
            <a:lvl2pPr algn="l">
              <a:defRPr sz="2625" b="0">
                <a:solidFill>
                  <a:srgbClr val="E0EAF4"/>
                </a:solidFill>
                <a:latin typeface="DejaVu Sans"/>
                <a:ea typeface="DejaVu Sans"/>
                <a:cs typeface="DejaVu Sans"/>
              </a:defRPr>
            </a:lvl2pPr>
            <a:lvl3pPr algn="l">
              <a:defRPr sz="2625" b="0">
                <a:solidFill>
                  <a:srgbClr val="E0EAF4"/>
                </a:solidFill>
                <a:latin typeface="DejaVu Sans"/>
                <a:ea typeface="DejaVu Sans"/>
                <a:cs typeface="DejaVu Sans"/>
              </a:defRPr>
            </a:lvl3pPr>
            <a:lvl4pPr algn="l">
              <a:defRPr sz="2625" b="0">
                <a:solidFill>
                  <a:srgbClr val="E0EAF4"/>
                </a:solidFill>
                <a:latin typeface="DejaVu Sans"/>
                <a:ea typeface="DejaVu Sans"/>
                <a:cs typeface="DejaVu Sans"/>
              </a:defRPr>
            </a:lvl4pPr>
            <a:lvl5pPr algn="l">
              <a:defRPr sz="2625" b="0">
                <a:solidFill>
                  <a:srgbClr val="E0EAF4"/>
                </a:solidFill>
                <a:latin typeface="DejaVu Sans"/>
                <a:ea typeface="DejaVu Sans"/>
                <a:cs typeface="DejaVu Sans"/>
              </a:defRPr>
            </a:lvl5pPr>
            <a:lvl6pPr algn="l">
              <a:defRPr sz="2625" b="0">
                <a:solidFill>
                  <a:srgbClr val="E0EAF4"/>
                </a:solidFill>
                <a:latin typeface="DejaVu Sans"/>
                <a:ea typeface="DejaVu Sans"/>
                <a:cs typeface="DejaVu Sans"/>
              </a:defRPr>
            </a:lvl6pPr>
            <a:lvl7pPr algn="l">
              <a:defRPr sz="2625" b="0">
                <a:solidFill>
                  <a:srgbClr val="E0EAF4"/>
                </a:solidFill>
                <a:latin typeface="DejaVu Sans"/>
                <a:ea typeface="DejaVu Sans"/>
                <a:cs typeface="DejaVu Sans"/>
              </a:defRPr>
            </a:lvl7pPr>
            <a:lvl8pPr algn="l">
              <a:defRPr sz="2625" b="0">
                <a:solidFill>
                  <a:srgbClr val="E0EAF4"/>
                </a:solidFill>
                <a:latin typeface="DejaVu Sans"/>
                <a:ea typeface="DejaVu Sans"/>
                <a:cs typeface="DejaVu Sans"/>
              </a:defRPr>
            </a:lvl8pPr>
            <a:lvl9pPr algn="l">
              <a:defRPr sz="2625" b="0">
                <a:solidFill>
                  <a:srgbClr val="E0EAF4"/>
                </a:solidFill>
                <a:latin typeface="DejaVu Sans"/>
                <a:ea typeface="DejaVu Sans"/>
                <a:cs typeface="DejaVu Sans"/>
              </a:defRPr>
            </a:lvl9pPr>
          </a:lstStyle>
          <a:p xmlns:a="http://schemas.openxmlformats.org/drawingml/2006/main">
            <a:pPr marL="355600" indent="-292100" algn="l">
              <a:spcAft>
                <a:spcPts val="0"/>
              </a:spcAft>
              <a:buChar char="•"/>
              <a:defRPr sz="2625" b="0">
                <a:solidFill>
                  <a:srgbClr val="E0EAF4"/>
                </a:solidFill>
                <a:latin typeface="DejaVu Sans"/>
                <a:ea typeface="DejaVu Sans"/>
                <a:cs typeface="DejaVu Sans"/>
              </a:defRPr>
            </a:pPr>
            <a:r>
              <a:rPr b="0">
                <a:latin typeface="DejaVu Sans"/>
                <a:ea typeface="DejaVu Sans"/>
                <a:cs typeface="DejaVu Sans"/>
              </a:rPr>
              <a:t>VPN wird sich durchsetzen </a:t>
            </a:r>
            <a:r>
              <a:rPr b="0">
                <a:latin typeface="DejaVu Sans"/>
                <a:ea typeface="DejaVu Sans"/>
                <a:cs typeface="DejaVu Sans"/>
              </a:rPr>
              <a:t>➔</a:t>
            </a:r>
            <a:r>
              <a:rPr b="0">
                <a:latin typeface="DejaVu Sans"/>
                <a:ea typeface="DejaVu Sans"/>
                <a:cs typeface="DejaVu Sans"/>
              </a:rPr>
              <a:t> IPSec ist auf dem Vormarsch</a:t>
            </a:r>
          </a:p>
        </p:txBody>
      </p:sp>
    </p:spTree>
    <p:extLst>
      <p:ext uri="{BB962C8B-B14F-4D97-AF65-F5344CB8AC3E}">
        <p14:creationId xmlns:p14="http://schemas.microsoft.com/office/powerpoint/2010/main" val="16179427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A955DCE652C8AD4696A873B53CCA776C" ma:contentTypeVersion="9" ma:contentTypeDescription="Ein neues Dokument erstellen." ma:contentTypeScope="" ma:versionID="a75b0d271db8e156752fd3af9960f3e7">
  <xsd:schema xmlns:xsd="http://www.w3.org/2001/XMLSchema" xmlns:xs="http://www.w3.org/2001/XMLSchema" xmlns:p="http://schemas.microsoft.com/office/2006/metadata/properties" xmlns:ns2="b2bcf77a-db99-4c6d-8596-ee1fc4b01288" xmlns:ns3="ce9d32c5-4bd0-492d-a196-e5e973bfded0" targetNamespace="http://schemas.microsoft.com/office/2006/metadata/properties" ma:root="true" ma:fieldsID="0cebbb3c6120016de2a0a64c84ca3718" ns2:_="" ns3:_="">
    <xsd:import namespace="b2bcf77a-db99-4c6d-8596-ee1fc4b01288"/>
    <xsd:import namespace="ce9d32c5-4bd0-492d-a196-e5e973bfded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2bcf77a-db99-4c6d-8596-ee1fc4b0128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Bildmarkierungen" ma:readOnly="false" ma:fieldId="{5cf76f15-5ced-4ddc-b409-7134ff3c332f}" ma:taxonomyMulti="true" ma:sspId="8af48a06-ed4b-42ab-a976-5013053131ad" ma:termSetId="09814cd3-568e-fe90-9814-8d621ff8fb84" ma:anchorId="fba54fb3-c3e1-fe81-a776-ca4b69148c4d" ma:open="true" ma:isKeyword="false">
      <xsd:complexType>
        <xsd:sequence>
          <xsd:element ref="pc:Terms" minOccurs="0" maxOccurs="1"/>
        </xsd:sequence>
      </xsd:complex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ce9d32c5-4bd0-492d-a196-e5e973bfded0"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26403cb9-dd32-4e21-bcc3-676a3ed5dd23}" ma:internalName="TaxCatchAll" ma:showField="CatchAllData" ma:web="ce9d32c5-4bd0-492d-a196-e5e973bfded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ce9d32c5-4bd0-492d-a196-e5e973bfded0" xsi:nil="true"/>
    <lcf76f155ced4ddcb4097134ff3c332f xmlns="b2bcf77a-db99-4c6d-8596-ee1fc4b01288">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22F614F4-C1B5-433D-8198-605D1D7EAA2E}"/>
</file>

<file path=customXml/itemProps2.xml><?xml version="1.0" encoding="utf-8"?>
<ds:datastoreItem xmlns:ds="http://schemas.openxmlformats.org/officeDocument/2006/customXml" ds:itemID="{744F866D-F79A-4C4C-909D-DF9FCF82F3F0}"/>
</file>

<file path=customXml/itemProps3.xml><?xml version="1.0" encoding="utf-8"?>
<ds:datastoreItem xmlns:ds="http://schemas.openxmlformats.org/officeDocument/2006/customXml" ds:itemID="{F7FEC4D9-E6D7-4986-9C2E-7B9A0555B9FC}"/>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Walnut Exporter</cp:lastModifiedBy>
  <dcterms:created xsi:type="dcterms:W3CDTF">2026-10-21T08:18:12Z</dcterms:created>
  <dcterms:modified xsi:type="dcterms:W3CDTF">2026-10-21T08:18:12Z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0x010100A955DCE652C8AD4696A873B53CCA776C</vt:lpwstr>
  </property>
</Properties>
</file>