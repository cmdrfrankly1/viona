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slideLayouts/slideLayout7.xml" ContentType="application/vnd.openxmlformats-officedocument.presentationml.slideLayou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xml" ContentType="application/vnd.openxmlformats-officedocument.presentationml.notesSlide+xml"/>
  <Override PartName="/ppt/handoutMasters/handoutMaster1.xml" ContentType="application/vnd.openxmlformats-officedocument.presentationml.handoutMaster+xml"/>
  <Override PartName="/ppt/theme/theme1.xml" ContentType="application/vnd.openxmlformats-officedocument.theme+xml"/>
  <Override PartName="/ppt/notesMasters/notesMaster1.xml" ContentType="application/vnd.openxmlformats-officedocument.presentationml.notesMaster+xml"/>
  <Override PartName="/ppt/theme/theme3.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718" r:id="rId1"/>
  </p:sldMasterIdLst>
  <p:notesMasterIdLst>
    <p:notesMasterId r:id="rId12"/>
  </p:notesMasterIdLst>
  <p:handoutMasterIdLst>
    <p:handoutMasterId r:id="rId13"/>
  </p:handoutMasterIdLst>
  <p:sldIdLst>
    <p:sldId id="318" r:id="rId2"/>
    <p:sldId id="319" r:id="rId3"/>
    <p:sldId id="320" r:id="rId4"/>
    <p:sldId id="321" r:id="rId5"/>
    <p:sldId id="323" r:id="rId6"/>
    <p:sldId id="326" r:id="rId7"/>
    <p:sldId id="324" r:id="rId8"/>
    <p:sldId id="327" r:id="rId9"/>
    <p:sldId id="325" r:id="rId10"/>
    <p:sldId id="328" r:id="rId11"/>
  </p:sldIdLst>
  <p:sldSz cx="9144000" cy="6858000" type="screen4x3"/>
  <p:notesSz cx="6858000" cy="9144000"/>
  <p:defaultTextStyle>
    <a:defPPr>
      <a:defRPr lang="de-DE"/>
    </a:defPPr>
    <a:lvl1pPr algn="l" rtl="0" fontAlgn="base">
      <a:spcBef>
        <a:spcPct val="0"/>
      </a:spcBef>
      <a:spcAft>
        <a:spcPct val="0"/>
      </a:spcAft>
      <a:defRPr sz="2000" kern="1200">
        <a:solidFill>
          <a:schemeClr val="tx1"/>
        </a:solidFill>
        <a:latin typeface="Futura Lt BT" pitchFamily="34" charset="0"/>
        <a:ea typeface="+mn-ea"/>
        <a:cs typeface="+mn-cs"/>
      </a:defRPr>
    </a:lvl1pPr>
    <a:lvl2pPr marL="457200" algn="l" rtl="0" fontAlgn="base">
      <a:spcBef>
        <a:spcPct val="0"/>
      </a:spcBef>
      <a:spcAft>
        <a:spcPct val="0"/>
      </a:spcAft>
      <a:defRPr sz="2000" kern="1200">
        <a:solidFill>
          <a:schemeClr val="tx1"/>
        </a:solidFill>
        <a:latin typeface="Futura Lt BT" pitchFamily="34" charset="0"/>
        <a:ea typeface="+mn-ea"/>
        <a:cs typeface="+mn-cs"/>
      </a:defRPr>
    </a:lvl2pPr>
    <a:lvl3pPr marL="914400" algn="l" rtl="0" fontAlgn="base">
      <a:spcBef>
        <a:spcPct val="0"/>
      </a:spcBef>
      <a:spcAft>
        <a:spcPct val="0"/>
      </a:spcAft>
      <a:defRPr sz="2000" kern="1200">
        <a:solidFill>
          <a:schemeClr val="tx1"/>
        </a:solidFill>
        <a:latin typeface="Futura Lt BT" pitchFamily="34" charset="0"/>
        <a:ea typeface="+mn-ea"/>
        <a:cs typeface="+mn-cs"/>
      </a:defRPr>
    </a:lvl3pPr>
    <a:lvl4pPr marL="1371600" algn="l" rtl="0" fontAlgn="base">
      <a:spcBef>
        <a:spcPct val="0"/>
      </a:spcBef>
      <a:spcAft>
        <a:spcPct val="0"/>
      </a:spcAft>
      <a:defRPr sz="2000" kern="1200">
        <a:solidFill>
          <a:schemeClr val="tx1"/>
        </a:solidFill>
        <a:latin typeface="Futura Lt BT" pitchFamily="34" charset="0"/>
        <a:ea typeface="+mn-ea"/>
        <a:cs typeface="+mn-cs"/>
      </a:defRPr>
    </a:lvl4pPr>
    <a:lvl5pPr marL="1828800" algn="l" rtl="0" fontAlgn="base">
      <a:spcBef>
        <a:spcPct val="0"/>
      </a:spcBef>
      <a:spcAft>
        <a:spcPct val="0"/>
      </a:spcAft>
      <a:defRPr sz="2000" kern="1200">
        <a:solidFill>
          <a:schemeClr val="tx1"/>
        </a:solidFill>
        <a:latin typeface="Futura Lt BT" pitchFamily="34" charset="0"/>
        <a:ea typeface="+mn-ea"/>
        <a:cs typeface="+mn-cs"/>
      </a:defRPr>
    </a:lvl5pPr>
    <a:lvl6pPr marL="2286000" algn="l" defTabSz="914400" rtl="0" eaLnBrk="1" latinLnBrk="0" hangingPunct="1">
      <a:defRPr sz="2000" kern="1200">
        <a:solidFill>
          <a:schemeClr val="tx1"/>
        </a:solidFill>
        <a:latin typeface="Futura Lt BT" pitchFamily="34" charset="0"/>
        <a:ea typeface="+mn-ea"/>
        <a:cs typeface="+mn-cs"/>
      </a:defRPr>
    </a:lvl6pPr>
    <a:lvl7pPr marL="2743200" algn="l" defTabSz="914400" rtl="0" eaLnBrk="1" latinLnBrk="0" hangingPunct="1">
      <a:defRPr sz="2000" kern="1200">
        <a:solidFill>
          <a:schemeClr val="tx1"/>
        </a:solidFill>
        <a:latin typeface="Futura Lt BT" pitchFamily="34" charset="0"/>
        <a:ea typeface="+mn-ea"/>
        <a:cs typeface="+mn-cs"/>
      </a:defRPr>
    </a:lvl7pPr>
    <a:lvl8pPr marL="3200400" algn="l" defTabSz="914400" rtl="0" eaLnBrk="1" latinLnBrk="0" hangingPunct="1">
      <a:defRPr sz="2000" kern="1200">
        <a:solidFill>
          <a:schemeClr val="tx1"/>
        </a:solidFill>
        <a:latin typeface="Futura Lt BT" pitchFamily="34" charset="0"/>
        <a:ea typeface="+mn-ea"/>
        <a:cs typeface="+mn-cs"/>
      </a:defRPr>
    </a:lvl8pPr>
    <a:lvl9pPr marL="3657600" algn="l" defTabSz="914400" rtl="0" eaLnBrk="1" latinLnBrk="0" hangingPunct="1">
      <a:defRPr sz="2000" kern="1200">
        <a:solidFill>
          <a:schemeClr val="tx1"/>
        </a:solidFill>
        <a:latin typeface="Futura Lt BT"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A63A5"/>
    <a:srgbClr val="D9DEE2"/>
    <a:srgbClr val="F7CE00"/>
    <a:srgbClr val="DE3131"/>
    <a:srgbClr val="31A5DE"/>
    <a:srgbClr val="969696"/>
    <a:srgbClr val="B2B2B2"/>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280" autoAdjust="0"/>
    <p:restoredTop sz="94737" autoAdjust="0"/>
  </p:normalViewPr>
  <p:slideViewPr>
    <p:cSldViewPr>
      <p:cViewPr varScale="1">
        <p:scale>
          <a:sx n="90" d="100"/>
          <a:sy n="90" d="100"/>
        </p:scale>
        <p:origin x="102" y="280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82" d="100"/>
          <a:sy n="82" d="100"/>
        </p:scale>
        <p:origin x="-2022" y="-8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handoutMaster" Target="handoutMasters/handoutMaster1.xml"/><Relationship Id="rId18" Type="http://schemas.openxmlformats.org/officeDocument/2006/relationships/customXml" Target="../customXml/item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20" Type="http://schemas.openxmlformats.org/officeDocument/2006/relationships/customXml" Target="../customXml/item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customXml" Target="../customXml/item2.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547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Arial" charset="0"/>
              </a:defRPr>
            </a:lvl1pPr>
          </a:lstStyle>
          <a:p>
            <a:pPr>
              <a:defRPr/>
            </a:pPr>
            <a:endParaRPr lang="de-DE"/>
          </a:p>
        </p:txBody>
      </p:sp>
      <p:sp>
        <p:nvSpPr>
          <p:cNvPr id="105475" name="Rectangle 3"/>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Arial" charset="0"/>
              </a:defRPr>
            </a:lvl1pPr>
          </a:lstStyle>
          <a:p>
            <a:pPr>
              <a:defRPr/>
            </a:pPr>
            <a:endParaRPr lang="de-DE"/>
          </a:p>
        </p:txBody>
      </p:sp>
      <p:sp>
        <p:nvSpPr>
          <p:cNvPr id="105476" name="Rectangle 4"/>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Arial" charset="0"/>
              </a:defRPr>
            </a:lvl1pPr>
          </a:lstStyle>
          <a:p>
            <a:pPr>
              <a:defRPr/>
            </a:pPr>
            <a:endParaRPr lang="de-DE"/>
          </a:p>
        </p:txBody>
      </p:sp>
      <p:sp>
        <p:nvSpPr>
          <p:cNvPr id="105477" name="Rectangle 5"/>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Arial" charset="0"/>
              </a:defRPr>
            </a:lvl1pPr>
          </a:lstStyle>
          <a:p>
            <a:pPr>
              <a:defRPr/>
            </a:pPr>
            <a:fld id="{FC2B7A6B-673F-42C2-90F6-E6A639A26483}" type="slidenum">
              <a:rPr lang="de-DE"/>
              <a:pPr>
                <a:defRPr/>
              </a:pPr>
              <a:t>‹Nr.›</a:t>
            </a:fld>
            <a:endParaRPr lang="de-DE"/>
          </a:p>
        </p:txBody>
      </p:sp>
    </p:spTree>
    <p:extLst>
      <p:ext uri="{BB962C8B-B14F-4D97-AF65-F5344CB8AC3E}">
        <p14:creationId xmlns:p14="http://schemas.microsoft.com/office/powerpoint/2010/main" val="149903074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752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Arial" charset="0"/>
              </a:defRPr>
            </a:lvl1pPr>
          </a:lstStyle>
          <a:p>
            <a:pPr>
              <a:defRPr/>
            </a:pPr>
            <a:endParaRPr lang="de-DE"/>
          </a:p>
        </p:txBody>
      </p:sp>
      <p:sp>
        <p:nvSpPr>
          <p:cNvPr id="107523"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Arial" charset="0"/>
              </a:defRPr>
            </a:lvl1pPr>
          </a:lstStyle>
          <a:p>
            <a:pPr>
              <a:defRPr/>
            </a:pPr>
            <a:endParaRPr lang="de-DE"/>
          </a:p>
        </p:txBody>
      </p:sp>
      <p:sp>
        <p:nvSpPr>
          <p:cNvPr id="30724"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7525"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de-DE" noProof="0"/>
              <a:t>Textmasterformate durch Klicken bearbeiten</a:t>
            </a:r>
          </a:p>
          <a:p>
            <a:pPr lvl="1"/>
            <a:r>
              <a:rPr lang="de-DE" noProof="0"/>
              <a:t>Zweite Ebene</a:t>
            </a:r>
          </a:p>
          <a:p>
            <a:pPr lvl="2"/>
            <a:r>
              <a:rPr lang="de-DE" noProof="0"/>
              <a:t>Dritte Ebene</a:t>
            </a:r>
          </a:p>
          <a:p>
            <a:pPr lvl="3"/>
            <a:r>
              <a:rPr lang="de-DE" noProof="0"/>
              <a:t>Vierte Ebene</a:t>
            </a:r>
          </a:p>
          <a:p>
            <a:pPr lvl="4"/>
            <a:r>
              <a:rPr lang="de-DE" noProof="0"/>
              <a:t>Fünfte Ebene</a:t>
            </a:r>
          </a:p>
        </p:txBody>
      </p:sp>
      <p:sp>
        <p:nvSpPr>
          <p:cNvPr id="107526"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Arial" charset="0"/>
              </a:defRPr>
            </a:lvl1pPr>
          </a:lstStyle>
          <a:p>
            <a:pPr>
              <a:defRPr/>
            </a:pPr>
            <a:endParaRPr lang="de-DE"/>
          </a:p>
        </p:txBody>
      </p:sp>
      <p:sp>
        <p:nvSpPr>
          <p:cNvPr id="107527"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Arial" charset="0"/>
              </a:defRPr>
            </a:lvl1pPr>
          </a:lstStyle>
          <a:p>
            <a:pPr>
              <a:defRPr/>
            </a:pPr>
            <a:fld id="{D25DC1DA-53E7-4718-8CFC-4BC343103D2F}" type="slidenum">
              <a:rPr lang="de-DE"/>
              <a:pPr>
                <a:defRPr/>
              </a:pPr>
              <a:t>‹Nr.›</a:t>
            </a:fld>
            <a:endParaRPr lang="de-DE"/>
          </a:p>
        </p:txBody>
      </p:sp>
    </p:spTree>
    <p:extLst>
      <p:ext uri="{BB962C8B-B14F-4D97-AF65-F5344CB8AC3E}">
        <p14:creationId xmlns:p14="http://schemas.microsoft.com/office/powerpoint/2010/main" val="412918886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Folienbildplatzhalter 1"/>
          <p:cNvSpPr>
            <a:spLocks noGrp="1" noRot="1" noChangeAspect="1" noTextEdit="1"/>
          </p:cNvSpPr>
          <p:nvPr>
            <p:ph type="sldImg"/>
          </p:nvPr>
        </p:nvSpPr>
        <p:spPr>
          <a:ln/>
        </p:spPr>
      </p:sp>
      <p:sp>
        <p:nvSpPr>
          <p:cNvPr id="31747" name="Notizenplatzhalt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de-DE" altLang="de-DE"/>
          </a:p>
        </p:txBody>
      </p:sp>
      <p:sp>
        <p:nvSpPr>
          <p:cNvPr id="31748" name="Foliennummernplatzhalt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Futura Lt BT" pitchFamily="34" charset="0"/>
              </a:defRPr>
            </a:lvl1pPr>
            <a:lvl2pPr marL="742950" indent="-285750" eaLnBrk="0" hangingPunct="0">
              <a:defRPr sz="2000">
                <a:solidFill>
                  <a:schemeClr val="tx1"/>
                </a:solidFill>
                <a:latin typeface="Futura Lt BT" pitchFamily="34" charset="0"/>
              </a:defRPr>
            </a:lvl2pPr>
            <a:lvl3pPr marL="1143000" indent="-228600" eaLnBrk="0" hangingPunct="0">
              <a:defRPr sz="2000">
                <a:solidFill>
                  <a:schemeClr val="tx1"/>
                </a:solidFill>
                <a:latin typeface="Futura Lt BT" pitchFamily="34" charset="0"/>
              </a:defRPr>
            </a:lvl3pPr>
            <a:lvl4pPr marL="1600200" indent="-228600" eaLnBrk="0" hangingPunct="0">
              <a:defRPr sz="2000">
                <a:solidFill>
                  <a:schemeClr val="tx1"/>
                </a:solidFill>
                <a:latin typeface="Futura Lt BT" pitchFamily="34" charset="0"/>
              </a:defRPr>
            </a:lvl4pPr>
            <a:lvl5pPr marL="2057400" indent="-228600" eaLnBrk="0" hangingPunct="0">
              <a:defRPr sz="2000">
                <a:solidFill>
                  <a:schemeClr val="tx1"/>
                </a:solidFill>
                <a:latin typeface="Futura Lt BT" pitchFamily="34" charset="0"/>
              </a:defRPr>
            </a:lvl5pPr>
            <a:lvl6pPr marL="2514600" indent="-228600" eaLnBrk="0" fontAlgn="base" hangingPunct="0">
              <a:spcBef>
                <a:spcPct val="0"/>
              </a:spcBef>
              <a:spcAft>
                <a:spcPct val="0"/>
              </a:spcAft>
              <a:defRPr sz="2000">
                <a:solidFill>
                  <a:schemeClr val="tx1"/>
                </a:solidFill>
                <a:latin typeface="Futura Lt BT" pitchFamily="34" charset="0"/>
              </a:defRPr>
            </a:lvl6pPr>
            <a:lvl7pPr marL="2971800" indent="-228600" eaLnBrk="0" fontAlgn="base" hangingPunct="0">
              <a:spcBef>
                <a:spcPct val="0"/>
              </a:spcBef>
              <a:spcAft>
                <a:spcPct val="0"/>
              </a:spcAft>
              <a:defRPr sz="2000">
                <a:solidFill>
                  <a:schemeClr val="tx1"/>
                </a:solidFill>
                <a:latin typeface="Futura Lt BT" pitchFamily="34" charset="0"/>
              </a:defRPr>
            </a:lvl7pPr>
            <a:lvl8pPr marL="3429000" indent="-228600" eaLnBrk="0" fontAlgn="base" hangingPunct="0">
              <a:spcBef>
                <a:spcPct val="0"/>
              </a:spcBef>
              <a:spcAft>
                <a:spcPct val="0"/>
              </a:spcAft>
              <a:defRPr sz="2000">
                <a:solidFill>
                  <a:schemeClr val="tx1"/>
                </a:solidFill>
                <a:latin typeface="Futura Lt BT" pitchFamily="34" charset="0"/>
              </a:defRPr>
            </a:lvl8pPr>
            <a:lvl9pPr marL="3886200" indent="-228600" eaLnBrk="0" fontAlgn="base" hangingPunct="0">
              <a:spcBef>
                <a:spcPct val="0"/>
              </a:spcBef>
              <a:spcAft>
                <a:spcPct val="0"/>
              </a:spcAft>
              <a:defRPr sz="2000">
                <a:solidFill>
                  <a:schemeClr val="tx1"/>
                </a:solidFill>
                <a:latin typeface="Futura Lt BT" pitchFamily="34" charset="0"/>
              </a:defRPr>
            </a:lvl9pPr>
          </a:lstStyle>
          <a:p>
            <a:pPr eaLnBrk="1" hangingPunct="1"/>
            <a:fld id="{3B1119F7-13E4-487B-879E-ED4CEED11A54}" type="slidenum">
              <a:rPr lang="de-DE" altLang="de-DE" sz="1200" smtClean="0">
                <a:latin typeface="Arial" charset="0"/>
              </a:rPr>
              <a:pPr eaLnBrk="1" hangingPunct="1"/>
              <a:t>0</a:t>
            </a:fld>
            <a:endParaRPr lang="de-DE" altLang="de-DE" sz="1200">
              <a:latin typeface="Arial"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Folienbildplatzhalter 1"/>
          <p:cNvSpPr>
            <a:spLocks noGrp="1" noRot="1" noChangeAspect="1" noTextEdit="1"/>
          </p:cNvSpPr>
          <p:nvPr>
            <p:ph type="sldImg"/>
          </p:nvPr>
        </p:nvSpPr>
        <p:spPr>
          <a:ln/>
        </p:spPr>
      </p:sp>
      <p:sp>
        <p:nvSpPr>
          <p:cNvPr id="31747" name="Notizenplatzhalt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de-DE" altLang="de-DE"/>
          </a:p>
        </p:txBody>
      </p:sp>
      <p:sp>
        <p:nvSpPr>
          <p:cNvPr id="31748" name="Foliennummernplatzhalt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Futura Lt BT" pitchFamily="34" charset="0"/>
              </a:defRPr>
            </a:lvl1pPr>
            <a:lvl2pPr marL="742950" indent="-285750" eaLnBrk="0" hangingPunct="0">
              <a:defRPr sz="2000">
                <a:solidFill>
                  <a:schemeClr val="tx1"/>
                </a:solidFill>
                <a:latin typeface="Futura Lt BT" pitchFamily="34" charset="0"/>
              </a:defRPr>
            </a:lvl2pPr>
            <a:lvl3pPr marL="1143000" indent="-228600" eaLnBrk="0" hangingPunct="0">
              <a:defRPr sz="2000">
                <a:solidFill>
                  <a:schemeClr val="tx1"/>
                </a:solidFill>
                <a:latin typeface="Futura Lt BT" pitchFamily="34" charset="0"/>
              </a:defRPr>
            </a:lvl3pPr>
            <a:lvl4pPr marL="1600200" indent="-228600" eaLnBrk="0" hangingPunct="0">
              <a:defRPr sz="2000">
                <a:solidFill>
                  <a:schemeClr val="tx1"/>
                </a:solidFill>
                <a:latin typeface="Futura Lt BT" pitchFamily="34" charset="0"/>
              </a:defRPr>
            </a:lvl4pPr>
            <a:lvl5pPr marL="2057400" indent="-228600" eaLnBrk="0" hangingPunct="0">
              <a:defRPr sz="2000">
                <a:solidFill>
                  <a:schemeClr val="tx1"/>
                </a:solidFill>
                <a:latin typeface="Futura Lt BT" pitchFamily="34" charset="0"/>
              </a:defRPr>
            </a:lvl5pPr>
            <a:lvl6pPr marL="2514600" indent="-228600" eaLnBrk="0" fontAlgn="base" hangingPunct="0">
              <a:spcBef>
                <a:spcPct val="0"/>
              </a:spcBef>
              <a:spcAft>
                <a:spcPct val="0"/>
              </a:spcAft>
              <a:defRPr sz="2000">
                <a:solidFill>
                  <a:schemeClr val="tx1"/>
                </a:solidFill>
                <a:latin typeface="Futura Lt BT" pitchFamily="34" charset="0"/>
              </a:defRPr>
            </a:lvl6pPr>
            <a:lvl7pPr marL="2971800" indent="-228600" eaLnBrk="0" fontAlgn="base" hangingPunct="0">
              <a:spcBef>
                <a:spcPct val="0"/>
              </a:spcBef>
              <a:spcAft>
                <a:spcPct val="0"/>
              </a:spcAft>
              <a:defRPr sz="2000">
                <a:solidFill>
                  <a:schemeClr val="tx1"/>
                </a:solidFill>
                <a:latin typeface="Futura Lt BT" pitchFamily="34" charset="0"/>
              </a:defRPr>
            </a:lvl7pPr>
            <a:lvl8pPr marL="3429000" indent="-228600" eaLnBrk="0" fontAlgn="base" hangingPunct="0">
              <a:spcBef>
                <a:spcPct val="0"/>
              </a:spcBef>
              <a:spcAft>
                <a:spcPct val="0"/>
              </a:spcAft>
              <a:defRPr sz="2000">
                <a:solidFill>
                  <a:schemeClr val="tx1"/>
                </a:solidFill>
                <a:latin typeface="Futura Lt BT" pitchFamily="34" charset="0"/>
              </a:defRPr>
            </a:lvl8pPr>
            <a:lvl9pPr marL="3886200" indent="-228600" eaLnBrk="0" fontAlgn="base" hangingPunct="0">
              <a:spcBef>
                <a:spcPct val="0"/>
              </a:spcBef>
              <a:spcAft>
                <a:spcPct val="0"/>
              </a:spcAft>
              <a:defRPr sz="2000">
                <a:solidFill>
                  <a:schemeClr val="tx1"/>
                </a:solidFill>
                <a:latin typeface="Futura Lt BT" pitchFamily="34" charset="0"/>
              </a:defRPr>
            </a:lvl9pPr>
          </a:lstStyle>
          <a:p>
            <a:pPr eaLnBrk="1" hangingPunct="1"/>
            <a:fld id="{3B1119F7-13E4-487B-879E-ED4CEED11A54}" type="slidenum">
              <a:rPr lang="de-DE" altLang="de-DE" sz="1200" smtClean="0">
                <a:latin typeface="Arial" charset="0"/>
              </a:rPr>
              <a:pPr eaLnBrk="1" hangingPunct="1"/>
              <a:t>1</a:t>
            </a:fld>
            <a:endParaRPr lang="de-DE" altLang="de-DE" sz="1200">
              <a:latin typeface="Arial"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Folienbildplatzhalter 1"/>
          <p:cNvSpPr>
            <a:spLocks noGrp="1" noRot="1" noChangeAspect="1" noTextEdit="1"/>
          </p:cNvSpPr>
          <p:nvPr>
            <p:ph type="sldImg"/>
          </p:nvPr>
        </p:nvSpPr>
        <p:spPr>
          <a:ln/>
        </p:spPr>
      </p:sp>
      <p:sp>
        <p:nvSpPr>
          <p:cNvPr id="31747" name="Notizenplatzhalt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de-DE" altLang="de-DE"/>
          </a:p>
        </p:txBody>
      </p:sp>
      <p:sp>
        <p:nvSpPr>
          <p:cNvPr id="31748" name="Foliennummernplatzhalt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Futura Lt BT" pitchFamily="34" charset="0"/>
              </a:defRPr>
            </a:lvl1pPr>
            <a:lvl2pPr marL="742950" indent="-285750" eaLnBrk="0" hangingPunct="0">
              <a:defRPr sz="2000">
                <a:solidFill>
                  <a:schemeClr val="tx1"/>
                </a:solidFill>
                <a:latin typeface="Futura Lt BT" pitchFamily="34" charset="0"/>
              </a:defRPr>
            </a:lvl2pPr>
            <a:lvl3pPr marL="1143000" indent="-228600" eaLnBrk="0" hangingPunct="0">
              <a:defRPr sz="2000">
                <a:solidFill>
                  <a:schemeClr val="tx1"/>
                </a:solidFill>
                <a:latin typeface="Futura Lt BT" pitchFamily="34" charset="0"/>
              </a:defRPr>
            </a:lvl3pPr>
            <a:lvl4pPr marL="1600200" indent="-228600" eaLnBrk="0" hangingPunct="0">
              <a:defRPr sz="2000">
                <a:solidFill>
                  <a:schemeClr val="tx1"/>
                </a:solidFill>
                <a:latin typeface="Futura Lt BT" pitchFamily="34" charset="0"/>
              </a:defRPr>
            </a:lvl4pPr>
            <a:lvl5pPr marL="2057400" indent="-228600" eaLnBrk="0" hangingPunct="0">
              <a:defRPr sz="2000">
                <a:solidFill>
                  <a:schemeClr val="tx1"/>
                </a:solidFill>
                <a:latin typeface="Futura Lt BT" pitchFamily="34" charset="0"/>
              </a:defRPr>
            </a:lvl5pPr>
            <a:lvl6pPr marL="2514600" indent="-228600" eaLnBrk="0" fontAlgn="base" hangingPunct="0">
              <a:spcBef>
                <a:spcPct val="0"/>
              </a:spcBef>
              <a:spcAft>
                <a:spcPct val="0"/>
              </a:spcAft>
              <a:defRPr sz="2000">
                <a:solidFill>
                  <a:schemeClr val="tx1"/>
                </a:solidFill>
                <a:latin typeface="Futura Lt BT" pitchFamily="34" charset="0"/>
              </a:defRPr>
            </a:lvl6pPr>
            <a:lvl7pPr marL="2971800" indent="-228600" eaLnBrk="0" fontAlgn="base" hangingPunct="0">
              <a:spcBef>
                <a:spcPct val="0"/>
              </a:spcBef>
              <a:spcAft>
                <a:spcPct val="0"/>
              </a:spcAft>
              <a:defRPr sz="2000">
                <a:solidFill>
                  <a:schemeClr val="tx1"/>
                </a:solidFill>
                <a:latin typeface="Futura Lt BT" pitchFamily="34" charset="0"/>
              </a:defRPr>
            </a:lvl7pPr>
            <a:lvl8pPr marL="3429000" indent="-228600" eaLnBrk="0" fontAlgn="base" hangingPunct="0">
              <a:spcBef>
                <a:spcPct val="0"/>
              </a:spcBef>
              <a:spcAft>
                <a:spcPct val="0"/>
              </a:spcAft>
              <a:defRPr sz="2000">
                <a:solidFill>
                  <a:schemeClr val="tx1"/>
                </a:solidFill>
                <a:latin typeface="Futura Lt BT" pitchFamily="34" charset="0"/>
              </a:defRPr>
            </a:lvl8pPr>
            <a:lvl9pPr marL="3886200" indent="-228600" eaLnBrk="0" fontAlgn="base" hangingPunct="0">
              <a:spcBef>
                <a:spcPct val="0"/>
              </a:spcBef>
              <a:spcAft>
                <a:spcPct val="0"/>
              </a:spcAft>
              <a:defRPr sz="2000">
                <a:solidFill>
                  <a:schemeClr val="tx1"/>
                </a:solidFill>
                <a:latin typeface="Futura Lt BT" pitchFamily="34" charset="0"/>
              </a:defRPr>
            </a:lvl9pPr>
          </a:lstStyle>
          <a:p>
            <a:pPr eaLnBrk="1" hangingPunct="1"/>
            <a:fld id="{3B1119F7-13E4-487B-879E-ED4CEED11A54}" type="slidenum">
              <a:rPr lang="de-DE" altLang="de-DE" sz="1200" smtClean="0">
                <a:latin typeface="Arial" charset="0"/>
              </a:rPr>
              <a:pPr eaLnBrk="1" hangingPunct="1"/>
              <a:t>2</a:t>
            </a:fld>
            <a:endParaRPr lang="de-DE" altLang="de-DE" sz="1200">
              <a:latin typeface="Arial"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Folienbildplatzhalter 1"/>
          <p:cNvSpPr>
            <a:spLocks noGrp="1" noRot="1" noChangeAspect="1" noTextEdit="1"/>
          </p:cNvSpPr>
          <p:nvPr>
            <p:ph type="sldImg"/>
          </p:nvPr>
        </p:nvSpPr>
        <p:spPr>
          <a:ln/>
        </p:spPr>
      </p:sp>
      <p:sp>
        <p:nvSpPr>
          <p:cNvPr id="31747" name="Notizenplatzhalt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de-DE" altLang="de-DE"/>
          </a:p>
        </p:txBody>
      </p:sp>
      <p:sp>
        <p:nvSpPr>
          <p:cNvPr id="31748" name="Foliennummernplatzhalt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Futura Lt BT" pitchFamily="34" charset="0"/>
              </a:defRPr>
            </a:lvl1pPr>
            <a:lvl2pPr marL="742950" indent="-285750" eaLnBrk="0" hangingPunct="0">
              <a:defRPr sz="2000">
                <a:solidFill>
                  <a:schemeClr val="tx1"/>
                </a:solidFill>
                <a:latin typeface="Futura Lt BT" pitchFamily="34" charset="0"/>
              </a:defRPr>
            </a:lvl2pPr>
            <a:lvl3pPr marL="1143000" indent="-228600" eaLnBrk="0" hangingPunct="0">
              <a:defRPr sz="2000">
                <a:solidFill>
                  <a:schemeClr val="tx1"/>
                </a:solidFill>
                <a:latin typeface="Futura Lt BT" pitchFamily="34" charset="0"/>
              </a:defRPr>
            </a:lvl3pPr>
            <a:lvl4pPr marL="1600200" indent="-228600" eaLnBrk="0" hangingPunct="0">
              <a:defRPr sz="2000">
                <a:solidFill>
                  <a:schemeClr val="tx1"/>
                </a:solidFill>
                <a:latin typeface="Futura Lt BT" pitchFamily="34" charset="0"/>
              </a:defRPr>
            </a:lvl4pPr>
            <a:lvl5pPr marL="2057400" indent="-228600" eaLnBrk="0" hangingPunct="0">
              <a:defRPr sz="2000">
                <a:solidFill>
                  <a:schemeClr val="tx1"/>
                </a:solidFill>
                <a:latin typeface="Futura Lt BT" pitchFamily="34" charset="0"/>
              </a:defRPr>
            </a:lvl5pPr>
            <a:lvl6pPr marL="2514600" indent="-228600" eaLnBrk="0" fontAlgn="base" hangingPunct="0">
              <a:spcBef>
                <a:spcPct val="0"/>
              </a:spcBef>
              <a:spcAft>
                <a:spcPct val="0"/>
              </a:spcAft>
              <a:defRPr sz="2000">
                <a:solidFill>
                  <a:schemeClr val="tx1"/>
                </a:solidFill>
                <a:latin typeface="Futura Lt BT" pitchFamily="34" charset="0"/>
              </a:defRPr>
            </a:lvl6pPr>
            <a:lvl7pPr marL="2971800" indent="-228600" eaLnBrk="0" fontAlgn="base" hangingPunct="0">
              <a:spcBef>
                <a:spcPct val="0"/>
              </a:spcBef>
              <a:spcAft>
                <a:spcPct val="0"/>
              </a:spcAft>
              <a:defRPr sz="2000">
                <a:solidFill>
                  <a:schemeClr val="tx1"/>
                </a:solidFill>
                <a:latin typeface="Futura Lt BT" pitchFamily="34" charset="0"/>
              </a:defRPr>
            </a:lvl7pPr>
            <a:lvl8pPr marL="3429000" indent="-228600" eaLnBrk="0" fontAlgn="base" hangingPunct="0">
              <a:spcBef>
                <a:spcPct val="0"/>
              </a:spcBef>
              <a:spcAft>
                <a:spcPct val="0"/>
              </a:spcAft>
              <a:defRPr sz="2000">
                <a:solidFill>
                  <a:schemeClr val="tx1"/>
                </a:solidFill>
                <a:latin typeface="Futura Lt BT" pitchFamily="34" charset="0"/>
              </a:defRPr>
            </a:lvl8pPr>
            <a:lvl9pPr marL="3886200" indent="-228600" eaLnBrk="0" fontAlgn="base" hangingPunct="0">
              <a:spcBef>
                <a:spcPct val="0"/>
              </a:spcBef>
              <a:spcAft>
                <a:spcPct val="0"/>
              </a:spcAft>
              <a:defRPr sz="2000">
                <a:solidFill>
                  <a:schemeClr val="tx1"/>
                </a:solidFill>
                <a:latin typeface="Futura Lt BT" pitchFamily="34" charset="0"/>
              </a:defRPr>
            </a:lvl9pPr>
          </a:lstStyle>
          <a:p>
            <a:pPr eaLnBrk="1" hangingPunct="1"/>
            <a:fld id="{3B1119F7-13E4-487B-879E-ED4CEED11A54}" type="slidenum">
              <a:rPr lang="de-DE" altLang="de-DE" sz="1200" smtClean="0">
                <a:latin typeface="Arial" charset="0"/>
              </a:rPr>
              <a:pPr eaLnBrk="1" hangingPunct="1"/>
              <a:t>3</a:t>
            </a:fld>
            <a:endParaRPr lang="de-DE" altLang="de-DE" sz="1200">
              <a:latin typeface="Arial"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Folienbildplatzhalter 1"/>
          <p:cNvSpPr>
            <a:spLocks noGrp="1" noRot="1" noChangeAspect="1" noTextEdit="1"/>
          </p:cNvSpPr>
          <p:nvPr>
            <p:ph type="sldImg"/>
          </p:nvPr>
        </p:nvSpPr>
        <p:spPr>
          <a:ln/>
        </p:spPr>
      </p:sp>
      <p:sp>
        <p:nvSpPr>
          <p:cNvPr id="31747" name="Notizenplatzhalt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de-DE" altLang="de-DE"/>
          </a:p>
        </p:txBody>
      </p:sp>
      <p:sp>
        <p:nvSpPr>
          <p:cNvPr id="31748" name="Foliennummernplatzhalt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Futura Lt BT" pitchFamily="34" charset="0"/>
              </a:defRPr>
            </a:lvl1pPr>
            <a:lvl2pPr marL="742950" indent="-285750" eaLnBrk="0" hangingPunct="0">
              <a:defRPr sz="2000">
                <a:solidFill>
                  <a:schemeClr val="tx1"/>
                </a:solidFill>
                <a:latin typeface="Futura Lt BT" pitchFamily="34" charset="0"/>
              </a:defRPr>
            </a:lvl2pPr>
            <a:lvl3pPr marL="1143000" indent="-228600" eaLnBrk="0" hangingPunct="0">
              <a:defRPr sz="2000">
                <a:solidFill>
                  <a:schemeClr val="tx1"/>
                </a:solidFill>
                <a:latin typeface="Futura Lt BT" pitchFamily="34" charset="0"/>
              </a:defRPr>
            </a:lvl3pPr>
            <a:lvl4pPr marL="1600200" indent="-228600" eaLnBrk="0" hangingPunct="0">
              <a:defRPr sz="2000">
                <a:solidFill>
                  <a:schemeClr val="tx1"/>
                </a:solidFill>
                <a:latin typeface="Futura Lt BT" pitchFamily="34" charset="0"/>
              </a:defRPr>
            </a:lvl4pPr>
            <a:lvl5pPr marL="2057400" indent="-228600" eaLnBrk="0" hangingPunct="0">
              <a:defRPr sz="2000">
                <a:solidFill>
                  <a:schemeClr val="tx1"/>
                </a:solidFill>
                <a:latin typeface="Futura Lt BT" pitchFamily="34" charset="0"/>
              </a:defRPr>
            </a:lvl5pPr>
            <a:lvl6pPr marL="2514600" indent="-228600" eaLnBrk="0" fontAlgn="base" hangingPunct="0">
              <a:spcBef>
                <a:spcPct val="0"/>
              </a:spcBef>
              <a:spcAft>
                <a:spcPct val="0"/>
              </a:spcAft>
              <a:defRPr sz="2000">
                <a:solidFill>
                  <a:schemeClr val="tx1"/>
                </a:solidFill>
                <a:latin typeface="Futura Lt BT" pitchFamily="34" charset="0"/>
              </a:defRPr>
            </a:lvl6pPr>
            <a:lvl7pPr marL="2971800" indent="-228600" eaLnBrk="0" fontAlgn="base" hangingPunct="0">
              <a:spcBef>
                <a:spcPct val="0"/>
              </a:spcBef>
              <a:spcAft>
                <a:spcPct val="0"/>
              </a:spcAft>
              <a:defRPr sz="2000">
                <a:solidFill>
                  <a:schemeClr val="tx1"/>
                </a:solidFill>
                <a:latin typeface="Futura Lt BT" pitchFamily="34" charset="0"/>
              </a:defRPr>
            </a:lvl7pPr>
            <a:lvl8pPr marL="3429000" indent="-228600" eaLnBrk="0" fontAlgn="base" hangingPunct="0">
              <a:spcBef>
                <a:spcPct val="0"/>
              </a:spcBef>
              <a:spcAft>
                <a:spcPct val="0"/>
              </a:spcAft>
              <a:defRPr sz="2000">
                <a:solidFill>
                  <a:schemeClr val="tx1"/>
                </a:solidFill>
                <a:latin typeface="Futura Lt BT" pitchFamily="34" charset="0"/>
              </a:defRPr>
            </a:lvl8pPr>
            <a:lvl9pPr marL="3886200" indent="-228600" eaLnBrk="0" fontAlgn="base" hangingPunct="0">
              <a:spcBef>
                <a:spcPct val="0"/>
              </a:spcBef>
              <a:spcAft>
                <a:spcPct val="0"/>
              </a:spcAft>
              <a:defRPr sz="2000">
                <a:solidFill>
                  <a:schemeClr val="tx1"/>
                </a:solidFill>
                <a:latin typeface="Futura Lt BT" pitchFamily="34" charset="0"/>
              </a:defRPr>
            </a:lvl9pPr>
          </a:lstStyle>
          <a:p>
            <a:pPr eaLnBrk="1" hangingPunct="1"/>
            <a:fld id="{3B1119F7-13E4-487B-879E-ED4CEED11A54}" type="slidenum">
              <a:rPr lang="de-DE" altLang="de-DE" sz="1200" smtClean="0">
                <a:latin typeface="Arial" charset="0"/>
              </a:rPr>
              <a:pPr eaLnBrk="1" hangingPunct="1"/>
              <a:t>4</a:t>
            </a:fld>
            <a:endParaRPr lang="de-DE" altLang="de-DE" sz="1200">
              <a:latin typeface="Arial"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Folienbildplatzhalter 1"/>
          <p:cNvSpPr>
            <a:spLocks noGrp="1" noRot="1" noChangeAspect="1" noTextEdit="1"/>
          </p:cNvSpPr>
          <p:nvPr>
            <p:ph type="sldImg"/>
          </p:nvPr>
        </p:nvSpPr>
        <p:spPr>
          <a:ln/>
        </p:spPr>
      </p:sp>
      <p:sp>
        <p:nvSpPr>
          <p:cNvPr id="31747" name="Notizenplatzhalt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de-DE" altLang="de-DE"/>
          </a:p>
        </p:txBody>
      </p:sp>
      <p:sp>
        <p:nvSpPr>
          <p:cNvPr id="31748" name="Foliennummernplatzhalt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Futura Lt BT" pitchFamily="34" charset="0"/>
              </a:defRPr>
            </a:lvl1pPr>
            <a:lvl2pPr marL="742950" indent="-285750" eaLnBrk="0" hangingPunct="0">
              <a:defRPr sz="2000">
                <a:solidFill>
                  <a:schemeClr val="tx1"/>
                </a:solidFill>
                <a:latin typeface="Futura Lt BT" pitchFamily="34" charset="0"/>
              </a:defRPr>
            </a:lvl2pPr>
            <a:lvl3pPr marL="1143000" indent="-228600" eaLnBrk="0" hangingPunct="0">
              <a:defRPr sz="2000">
                <a:solidFill>
                  <a:schemeClr val="tx1"/>
                </a:solidFill>
                <a:latin typeface="Futura Lt BT" pitchFamily="34" charset="0"/>
              </a:defRPr>
            </a:lvl3pPr>
            <a:lvl4pPr marL="1600200" indent="-228600" eaLnBrk="0" hangingPunct="0">
              <a:defRPr sz="2000">
                <a:solidFill>
                  <a:schemeClr val="tx1"/>
                </a:solidFill>
                <a:latin typeface="Futura Lt BT" pitchFamily="34" charset="0"/>
              </a:defRPr>
            </a:lvl4pPr>
            <a:lvl5pPr marL="2057400" indent="-228600" eaLnBrk="0" hangingPunct="0">
              <a:defRPr sz="2000">
                <a:solidFill>
                  <a:schemeClr val="tx1"/>
                </a:solidFill>
                <a:latin typeface="Futura Lt BT" pitchFamily="34" charset="0"/>
              </a:defRPr>
            </a:lvl5pPr>
            <a:lvl6pPr marL="2514600" indent="-228600" eaLnBrk="0" fontAlgn="base" hangingPunct="0">
              <a:spcBef>
                <a:spcPct val="0"/>
              </a:spcBef>
              <a:spcAft>
                <a:spcPct val="0"/>
              </a:spcAft>
              <a:defRPr sz="2000">
                <a:solidFill>
                  <a:schemeClr val="tx1"/>
                </a:solidFill>
                <a:latin typeface="Futura Lt BT" pitchFamily="34" charset="0"/>
              </a:defRPr>
            </a:lvl6pPr>
            <a:lvl7pPr marL="2971800" indent="-228600" eaLnBrk="0" fontAlgn="base" hangingPunct="0">
              <a:spcBef>
                <a:spcPct val="0"/>
              </a:spcBef>
              <a:spcAft>
                <a:spcPct val="0"/>
              </a:spcAft>
              <a:defRPr sz="2000">
                <a:solidFill>
                  <a:schemeClr val="tx1"/>
                </a:solidFill>
                <a:latin typeface="Futura Lt BT" pitchFamily="34" charset="0"/>
              </a:defRPr>
            </a:lvl7pPr>
            <a:lvl8pPr marL="3429000" indent="-228600" eaLnBrk="0" fontAlgn="base" hangingPunct="0">
              <a:spcBef>
                <a:spcPct val="0"/>
              </a:spcBef>
              <a:spcAft>
                <a:spcPct val="0"/>
              </a:spcAft>
              <a:defRPr sz="2000">
                <a:solidFill>
                  <a:schemeClr val="tx1"/>
                </a:solidFill>
                <a:latin typeface="Futura Lt BT" pitchFamily="34" charset="0"/>
              </a:defRPr>
            </a:lvl8pPr>
            <a:lvl9pPr marL="3886200" indent="-228600" eaLnBrk="0" fontAlgn="base" hangingPunct="0">
              <a:spcBef>
                <a:spcPct val="0"/>
              </a:spcBef>
              <a:spcAft>
                <a:spcPct val="0"/>
              </a:spcAft>
              <a:defRPr sz="2000">
                <a:solidFill>
                  <a:schemeClr val="tx1"/>
                </a:solidFill>
                <a:latin typeface="Futura Lt BT" pitchFamily="34" charset="0"/>
              </a:defRPr>
            </a:lvl9pPr>
          </a:lstStyle>
          <a:p>
            <a:pPr eaLnBrk="1" hangingPunct="1"/>
            <a:fld id="{3B1119F7-13E4-487B-879E-ED4CEED11A54}" type="slidenum">
              <a:rPr lang="de-DE" altLang="de-DE" sz="1200" smtClean="0">
                <a:latin typeface="Arial" charset="0"/>
              </a:rPr>
              <a:pPr eaLnBrk="1" hangingPunct="1"/>
              <a:t>5</a:t>
            </a:fld>
            <a:endParaRPr lang="de-DE" altLang="de-DE" sz="1200">
              <a:latin typeface="Arial"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Folienbildplatzhalter 1"/>
          <p:cNvSpPr>
            <a:spLocks noGrp="1" noRot="1" noChangeAspect="1" noTextEdit="1"/>
          </p:cNvSpPr>
          <p:nvPr>
            <p:ph type="sldImg"/>
          </p:nvPr>
        </p:nvSpPr>
        <p:spPr>
          <a:ln/>
        </p:spPr>
      </p:sp>
      <p:sp>
        <p:nvSpPr>
          <p:cNvPr id="31747" name="Notizenplatzhalt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de-DE" altLang="de-DE"/>
          </a:p>
        </p:txBody>
      </p:sp>
      <p:sp>
        <p:nvSpPr>
          <p:cNvPr id="31748" name="Foliennummernplatzhalt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Futura Lt BT" pitchFamily="34" charset="0"/>
              </a:defRPr>
            </a:lvl1pPr>
            <a:lvl2pPr marL="742950" indent="-285750" eaLnBrk="0" hangingPunct="0">
              <a:defRPr sz="2000">
                <a:solidFill>
                  <a:schemeClr val="tx1"/>
                </a:solidFill>
                <a:latin typeface="Futura Lt BT" pitchFamily="34" charset="0"/>
              </a:defRPr>
            </a:lvl2pPr>
            <a:lvl3pPr marL="1143000" indent="-228600" eaLnBrk="0" hangingPunct="0">
              <a:defRPr sz="2000">
                <a:solidFill>
                  <a:schemeClr val="tx1"/>
                </a:solidFill>
                <a:latin typeface="Futura Lt BT" pitchFamily="34" charset="0"/>
              </a:defRPr>
            </a:lvl3pPr>
            <a:lvl4pPr marL="1600200" indent="-228600" eaLnBrk="0" hangingPunct="0">
              <a:defRPr sz="2000">
                <a:solidFill>
                  <a:schemeClr val="tx1"/>
                </a:solidFill>
                <a:latin typeface="Futura Lt BT" pitchFamily="34" charset="0"/>
              </a:defRPr>
            </a:lvl4pPr>
            <a:lvl5pPr marL="2057400" indent="-228600" eaLnBrk="0" hangingPunct="0">
              <a:defRPr sz="2000">
                <a:solidFill>
                  <a:schemeClr val="tx1"/>
                </a:solidFill>
                <a:latin typeface="Futura Lt BT" pitchFamily="34" charset="0"/>
              </a:defRPr>
            </a:lvl5pPr>
            <a:lvl6pPr marL="2514600" indent="-228600" eaLnBrk="0" fontAlgn="base" hangingPunct="0">
              <a:spcBef>
                <a:spcPct val="0"/>
              </a:spcBef>
              <a:spcAft>
                <a:spcPct val="0"/>
              </a:spcAft>
              <a:defRPr sz="2000">
                <a:solidFill>
                  <a:schemeClr val="tx1"/>
                </a:solidFill>
                <a:latin typeface="Futura Lt BT" pitchFamily="34" charset="0"/>
              </a:defRPr>
            </a:lvl6pPr>
            <a:lvl7pPr marL="2971800" indent="-228600" eaLnBrk="0" fontAlgn="base" hangingPunct="0">
              <a:spcBef>
                <a:spcPct val="0"/>
              </a:spcBef>
              <a:spcAft>
                <a:spcPct val="0"/>
              </a:spcAft>
              <a:defRPr sz="2000">
                <a:solidFill>
                  <a:schemeClr val="tx1"/>
                </a:solidFill>
                <a:latin typeface="Futura Lt BT" pitchFamily="34" charset="0"/>
              </a:defRPr>
            </a:lvl7pPr>
            <a:lvl8pPr marL="3429000" indent="-228600" eaLnBrk="0" fontAlgn="base" hangingPunct="0">
              <a:spcBef>
                <a:spcPct val="0"/>
              </a:spcBef>
              <a:spcAft>
                <a:spcPct val="0"/>
              </a:spcAft>
              <a:defRPr sz="2000">
                <a:solidFill>
                  <a:schemeClr val="tx1"/>
                </a:solidFill>
                <a:latin typeface="Futura Lt BT" pitchFamily="34" charset="0"/>
              </a:defRPr>
            </a:lvl8pPr>
            <a:lvl9pPr marL="3886200" indent="-228600" eaLnBrk="0" fontAlgn="base" hangingPunct="0">
              <a:spcBef>
                <a:spcPct val="0"/>
              </a:spcBef>
              <a:spcAft>
                <a:spcPct val="0"/>
              </a:spcAft>
              <a:defRPr sz="2000">
                <a:solidFill>
                  <a:schemeClr val="tx1"/>
                </a:solidFill>
                <a:latin typeface="Futura Lt BT" pitchFamily="34" charset="0"/>
              </a:defRPr>
            </a:lvl9pPr>
          </a:lstStyle>
          <a:p>
            <a:pPr eaLnBrk="1" hangingPunct="1"/>
            <a:fld id="{3B1119F7-13E4-487B-879E-ED4CEED11A54}" type="slidenum">
              <a:rPr lang="de-DE" altLang="de-DE" sz="1200" smtClean="0">
                <a:latin typeface="Arial" charset="0"/>
              </a:rPr>
              <a:pPr eaLnBrk="1" hangingPunct="1"/>
              <a:t>6</a:t>
            </a:fld>
            <a:endParaRPr lang="de-DE" altLang="de-DE" sz="1200">
              <a:latin typeface="Arial"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Folienbildplatzhalter 1"/>
          <p:cNvSpPr>
            <a:spLocks noGrp="1" noRot="1" noChangeAspect="1" noTextEdit="1"/>
          </p:cNvSpPr>
          <p:nvPr>
            <p:ph type="sldImg"/>
          </p:nvPr>
        </p:nvSpPr>
        <p:spPr>
          <a:ln/>
        </p:spPr>
      </p:sp>
      <p:sp>
        <p:nvSpPr>
          <p:cNvPr id="31747" name="Notizenplatzhalt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de-DE" altLang="de-DE"/>
          </a:p>
        </p:txBody>
      </p:sp>
      <p:sp>
        <p:nvSpPr>
          <p:cNvPr id="31748" name="Foliennummernplatzhalt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Futura Lt BT" pitchFamily="34" charset="0"/>
              </a:defRPr>
            </a:lvl1pPr>
            <a:lvl2pPr marL="742950" indent="-285750" eaLnBrk="0" hangingPunct="0">
              <a:defRPr sz="2000">
                <a:solidFill>
                  <a:schemeClr val="tx1"/>
                </a:solidFill>
                <a:latin typeface="Futura Lt BT" pitchFamily="34" charset="0"/>
              </a:defRPr>
            </a:lvl2pPr>
            <a:lvl3pPr marL="1143000" indent="-228600" eaLnBrk="0" hangingPunct="0">
              <a:defRPr sz="2000">
                <a:solidFill>
                  <a:schemeClr val="tx1"/>
                </a:solidFill>
                <a:latin typeface="Futura Lt BT" pitchFamily="34" charset="0"/>
              </a:defRPr>
            </a:lvl3pPr>
            <a:lvl4pPr marL="1600200" indent="-228600" eaLnBrk="0" hangingPunct="0">
              <a:defRPr sz="2000">
                <a:solidFill>
                  <a:schemeClr val="tx1"/>
                </a:solidFill>
                <a:latin typeface="Futura Lt BT" pitchFamily="34" charset="0"/>
              </a:defRPr>
            </a:lvl4pPr>
            <a:lvl5pPr marL="2057400" indent="-228600" eaLnBrk="0" hangingPunct="0">
              <a:defRPr sz="2000">
                <a:solidFill>
                  <a:schemeClr val="tx1"/>
                </a:solidFill>
                <a:latin typeface="Futura Lt BT" pitchFamily="34" charset="0"/>
              </a:defRPr>
            </a:lvl5pPr>
            <a:lvl6pPr marL="2514600" indent="-228600" eaLnBrk="0" fontAlgn="base" hangingPunct="0">
              <a:spcBef>
                <a:spcPct val="0"/>
              </a:spcBef>
              <a:spcAft>
                <a:spcPct val="0"/>
              </a:spcAft>
              <a:defRPr sz="2000">
                <a:solidFill>
                  <a:schemeClr val="tx1"/>
                </a:solidFill>
                <a:latin typeface="Futura Lt BT" pitchFamily="34" charset="0"/>
              </a:defRPr>
            </a:lvl6pPr>
            <a:lvl7pPr marL="2971800" indent="-228600" eaLnBrk="0" fontAlgn="base" hangingPunct="0">
              <a:spcBef>
                <a:spcPct val="0"/>
              </a:spcBef>
              <a:spcAft>
                <a:spcPct val="0"/>
              </a:spcAft>
              <a:defRPr sz="2000">
                <a:solidFill>
                  <a:schemeClr val="tx1"/>
                </a:solidFill>
                <a:latin typeface="Futura Lt BT" pitchFamily="34" charset="0"/>
              </a:defRPr>
            </a:lvl7pPr>
            <a:lvl8pPr marL="3429000" indent="-228600" eaLnBrk="0" fontAlgn="base" hangingPunct="0">
              <a:spcBef>
                <a:spcPct val="0"/>
              </a:spcBef>
              <a:spcAft>
                <a:spcPct val="0"/>
              </a:spcAft>
              <a:defRPr sz="2000">
                <a:solidFill>
                  <a:schemeClr val="tx1"/>
                </a:solidFill>
                <a:latin typeface="Futura Lt BT" pitchFamily="34" charset="0"/>
              </a:defRPr>
            </a:lvl8pPr>
            <a:lvl9pPr marL="3886200" indent="-228600" eaLnBrk="0" fontAlgn="base" hangingPunct="0">
              <a:spcBef>
                <a:spcPct val="0"/>
              </a:spcBef>
              <a:spcAft>
                <a:spcPct val="0"/>
              </a:spcAft>
              <a:defRPr sz="2000">
                <a:solidFill>
                  <a:schemeClr val="tx1"/>
                </a:solidFill>
                <a:latin typeface="Futura Lt BT" pitchFamily="34" charset="0"/>
              </a:defRPr>
            </a:lvl9pPr>
          </a:lstStyle>
          <a:p>
            <a:pPr eaLnBrk="1" hangingPunct="1"/>
            <a:fld id="{3B1119F7-13E4-487B-879E-ED4CEED11A54}" type="slidenum">
              <a:rPr lang="de-DE" altLang="de-DE" sz="1200" smtClean="0">
                <a:latin typeface="Arial" charset="0"/>
              </a:rPr>
              <a:pPr eaLnBrk="1" hangingPunct="1"/>
              <a:t>7</a:t>
            </a:fld>
            <a:endParaRPr lang="de-DE" altLang="de-DE" sz="1200">
              <a:latin typeface="Arial"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Folienbildplatzhalter 1"/>
          <p:cNvSpPr>
            <a:spLocks noGrp="1" noRot="1" noChangeAspect="1" noTextEdit="1"/>
          </p:cNvSpPr>
          <p:nvPr>
            <p:ph type="sldImg"/>
          </p:nvPr>
        </p:nvSpPr>
        <p:spPr>
          <a:ln/>
        </p:spPr>
      </p:sp>
      <p:sp>
        <p:nvSpPr>
          <p:cNvPr id="31747" name="Notizenplatzhalt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de-DE" altLang="de-DE"/>
          </a:p>
        </p:txBody>
      </p:sp>
      <p:sp>
        <p:nvSpPr>
          <p:cNvPr id="31748" name="Foliennummernplatzhalt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Futura Lt BT" pitchFamily="34" charset="0"/>
              </a:defRPr>
            </a:lvl1pPr>
            <a:lvl2pPr marL="742950" indent="-285750" eaLnBrk="0" hangingPunct="0">
              <a:defRPr sz="2000">
                <a:solidFill>
                  <a:schemeClr val="tx1"/>
                </a:solidFill>
                <a:latin typeface="Futura Lt BT" pitchFamily="34" charset="0"/>
              </a:defRPr>
            </a:lvl2pPr>
            <a:lvl3pPr marL="1143000" indent="-228600" eaLnBrk="0" hangingPunct="0">
              <a:defRPr sz="2000">
                <a:solidFill>
                  <a:schemeClr val="tx1"/>
                </a:solidFill>
                <a:latin typeface="Futura Lt BT" pitchFamily="34" charset="0"/>
              </a:defRPr>
            </a:lvl3pPr>
            <a:lvl4pPr marL="1600200" indent="-228600" eaLnBrk="0" hangingPunct="0">
              <a:defRPr sz="2000">
                <a:solidFill>
                  <a:schemeClr val="tx1"/>
                </a:solidFill>
                <a:latin typeface="Futura Lt BT" pitchFamily="34" charset="0"/>
              </a:defRPr>
            </a:lvl4pPr>
            <a:lvl5pPr marL="2057400" indent="-228600" eaLnBrk="0" hangingPunct="0">
              <a:defRPr sz="2000">
                <a:solidFill>
                  <a:schemeClr val="tx1"/>
                </a:solidFill>
                <a:latin typeface="Futura Lt BT" pitchFamily="34" charset="0"/>
              </a:defRPr>
            </a:lvl5pPr>
            <a:lvl6pPr marL="2514600" indent="-228600" eaLnBrk="0" fontAlgn="base" hangingPunct="0">
              <a:spcBef>
                <a:spcPct val="0"/>
              </a:spcBef>
              <a:spcAft>
                <a:spcPct val="0"/>
              </a:spcAft>
              <a:defRPr sz="2000">
                <a:solidFill>
                  <a:schemeClr val="tx1"/>
                </a:solidFill>
                <a:latin typeface="Futura Lt BT" pitchFamily="34" charset="0"/>
              </a:defRPr>
            </a:lvl6pPr>
            <a:lvl7pPr marL="2971800" indent="-228600" eaLnBrk="0" fontAlgn="base" hangingPunct="0">
              <a:spcBef>
                <a:spcPct val="0"/>
              </a:spcBef>
              <a:spcAft>
                <a:spcPct val="0"/>
              </a:spcAft>
              <a:defRPr sz="2000">
                <a:solidFill>
                  <a:schemeClr val="tx1"/>
                </a:solidFill>
                <a:latin typeface="Futura Lt BT" pitchFamily="34" charset="0"/>
              </a:defRPr>
            </a:lvl7pPr>
            <a:lvl8pPr marL="3429000" indent="-228600" eaLnBrk="0" fontAlgn="base" hangingPunct="0">
              <a:spcBef>
                <a:spcPct val="0"/>
              </a:spcBef>
              <a:spcAft>
                <a:spcPct val="0"/>
              </a:spcAft>
              <a:defRPr sz="2000">
                <a:solidFill>
                  <a:schemeClr val="tx1"/>
                </a:solidFill>
                <a:latin typeface="Futura Lt BT" pitchFamily="34" charset="0"/>
              </a:defRPr>
            </a:lvl8pPr>
            <a:lvl9pPr marL="3886200" indent="-228600" eaLnBrk="0" fontAlgn="base" hangingPunct="0">
              <a:spcBef>
                <a:spcPct val="0"/>
              </a:spcBef>
              <a:spcAft>
                <a:spcPct val="0"/>
              </a:spcAft>
              <a:defRPr sz="2000">
                <a:solidFill>
                  <a:schemeClr val="tx1"/>
                </a:solidFill>
                <a:latin typeface="Futura Lt BT" pitchFamily="34" charset="0"/>
              </a:defRPr>
            </a:lvl9pPr>
          </a:lstStyle>
          <a:p>
            <a:pPr eaLnBrk="1" hangingPunct="1"/>
            <a:fld id="{3B1119F7-13E4-487B-879E-ED4CEED11A54}" type="slidenum">
              <a:rPr lang="de-DE" altLang="de-DE" sz="1200" smtClean="0">
                <a:latin typeface="Arial" charset="0"/>
              </a:rPr>
              <a:pPr eaLnBrk="1" hangingPunct="1"/>
              <a:t>8</a:t>
            </a:fld>
            <a:endParaRPr lang="de-DE" altLang="de-DE" sz="1200">
              <a:latin typeface="Arial"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Folienbildplatzhalter 1"/>
          <p:cNvSpPr>
            <a:spLocks noGrp="1" noRot="1" noChangeAspect="1" noTextEdit="1"/>
          </p:cNvSpPr>
          <p:nvPr>
            <p:ph type="sldImg"/>
          </p:nvPr>
        </p:nvSpPr>
        <p:spPr>
          <a:ln/>
        </p:spPr>
      </p:sp>
      <p:sp>
        <p:nvSpPr>
          <p:cNvPr id="31747" name="Notizenplatzhalt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de-DE" altLang="de-DE"/>
          </a:p>
        </p:txBody>
      </p:sp>
      <p:sp>
        <p:nvSpPr>
          <p:cNvPr id="31748" name="Foliennummernplatzhalt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Futura Lt BT" pitchFamily="34" charset="0"/>
              </a:defRPr>
            </a:lvl1pPr>
            <a:lvl2pPr marL="742950" indent="-285750" eaLnBrk="0" hangingPunct="0">
              <a:defRPr sz="2000">
                <a:solidFill>
                  <a:schemeClr val="tx1"/>
                </a:solidFill>
                <a:latin typeface="Futura Lt BT" pitchFamily="34" charset="0"/>
              </a:defRPr>
            </a:lvl2pPr>
            <a:lvl3pPr marL="1143000" indent="-228600" eaLnBrk="0" hangingPunct="0">
              <a:defRPr sz="2000">
                <a:solidFill>
                  <a:schemeClr val="tx1"/>
                </a:solidFill>
                <a:latin typeface="Futura Lt BT" pitchFamily="34" charset="0"/>
              </a:defRPr>
            </a:lvl3pPr>
            <a:lvl4pPr marL="1600200" indent="-228600" eaLnBrk="0" hangingPunct="0">
              <a:defRPr sz="2000">
                <a:solidFill>
                  <a:schemeClr val="tx1"/>
                </a:solidFill>
                <a:latin typeface="Futura Lt BT" pitchFamily="34" charset="0"/>
              </a:defRPr>
            </a:lvl4pPr>
            <a:lvl5pPr marL="2057400" indent="-228600" eaLnBrk="0" hangingPunct="0">
              <a:defRPr sz="2000">
                <a:solidFill>
                  <a:schemeClr val="tx1"/>
                </a:solidFill>
                <a:latin typeface="Futura Lt BT" pitchFamily="34" charset="0"/>
              </a:defRPr>
            </a:lvl5pPr>
            <a:lvl6pPr marL="2514600" indent="-228600" eaLnBrk="0" fontAlgn="base" hangingPunct="0">
              <a:spcBef>
                <a:spcPct val="0"/>
              </a:spcBef>
              <a:spcAft>
                <a:spcPct val="0"/>
              </a:spcAft>
              <a:defRPr sz="2000">
                <a:solidFill>
                  <a:schemeClr val="tx1"/>
                </a:solidFill>
                <a:latin typeface="Futura Lt BT" pitchFamily="34" charset="0"/>
              </a:defRPr>
            </a:lvl6pPr>
            <a:lvl7pPr marL="2971800" indent="-228600" eaLnBrk="0" fontAlgn="base" hangingPunct="0">
              <a:spcBef>
                <a:spcPct val="0"/>
              </a:spcBef>
              <a:spcAft>
                <a:spcPct val="0"/>
              </a:spcAft>
              <a:defRPr sz="2000">
                <a:solidFill>
                  <a:schemeClr val="tx1"/>
                </a:solidFill>
                <a:latin typeface="Futura Lt BT" pitchFamily="34" charset="0"/>
              </a:defRPr>
            </a:lvl7pPr>
            <a:lvl8pPr marL="3429000" indent="-228600" eaLnBrk="0" fontAlgn="base" hangingPunct="0">
              <a:spcBef>
                <a:spcPct val="0"/>
              </a:spcBef>
              <a:spcAft>
                <a:spcPct val="0"/>
              </a:spcAft>
              <a:defRPr sz="2000">
                <a:solidFill>
                  <a:schemeClr val="tx1"/>
                </a:solidFill>
                <a:latin typeface="Futura Lt BT" pitchFamily="34" charset="0"/>
              </a:defRPr>
            </a:lvl8pPr>
            <a:lvl9pPr marL="3886200" indent="-228600" eaLnBrk="0" fontAlgn="base" hangingPunct="0">
              <a:spcBef>
                <a:spcPct val="0"/>
              </a:spcBef>
              <a:spcAft>
                <a:spcPct val="0"/>
              </a:spcAft>
              <a:defRPr sz="2000">
                <a:solidFill>
                  <a:schemeClr val="tx1"/>
                </a:solidFill>
                <a:latin typeface="Futura Lt BT" pitchFamily="34" charset="0"/>
              </a:defRPr>
            </a:lvl9pPr>
          </a:lstStyle>
          <a:p>
            <a:pPr eaLnBrk="1" hangingPunct="1"/>
            <a:fld id="{3B1119F7-13E4-487B-879E-ED4CEED11A54}" type="slidenum">
              <a:rPr lang="de-DE" altLang="de-DE" sz="1200" smtClean="0">
                <a:latin typeface="Arial" charset="0"/>
              </a:rPr>
              <a:pPr eaLnBrk="1" hangingPunct="1"/>
              <a:t>9</a:t>
            </a:fld>
            <a:endParaRPr lang="de-DE" altLang="de-DE" sz="1200">
              <a:latin typeface="Arial"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elfolie">
    <p:spTree>
      <p:nvGrpSpPr>
        <p:cNvPr id="1" name=""/>
        <p:cNvGrpSpPr/>
        <p:nvPr/>
      </p:nvGrpSpPr>
      <p:grpSpPr>
        <a:xfrm>
          <a:off x="0" y="0"/>
          <a:ext cx="0" cy="0"/>
          <a:chOff x="0" y="0"/>
          <a:chExt cx="0" cy="0"/>
        </a:xfrm>
      </p:grpSpPr>
      <p:pic>
        <p:nvPicPr>
          <p:cNvPr id="2" name="Picture 35" descr="streifen"/>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9144000"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36" descr="windrose"/>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324725" y="5038725"/>
            <a:ext cx="1819275" cy="181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 Box 49"/>
          <p:cNvSpPr txBox="1">
            <a:spLocks noChangeArrowheads="1"/>
          </p:cNvSpPr>
          <p:nvPr userDrawn="1"/>
        </p:nvSpPr>
        <p:spPr bwMode="auto">
          <a:xfrm>
            <a:off x="457200" y="1600200"/>
            <a:ext cx="8229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Futura Lt BT" pitchFamily="34" charset="0"/>
              </a:defRPr>
            </a:lvl1pPr>
            <a:lvl2pPr marL="742950" indent="-285750" eaLnBrk="0" hangingPunct="0">
              <a:defRPr sz="2000">
                <a:solidFill>
                  <a:schemeClr val="tx1"/>
                </a:solidFill>
                <a:latin typeface="Futura Lt BT" pitchFamily="34" charset="0"/>
              </a:defRPr>
            </a:lvl2pPr>
            <a:lvl3pPr marL="1143000" indent="-228600" eaLnBrk="0" hangingPunct="0">
              <a:defRPr sz="2000">
                <a:solidFill>
                  <a:schemeClr val="tx1"/>
                </a:solidFill>
                <a:latin typeface="Futura Lt BT" pitchFamily="34" charset="0"/>
              </a:defRPr>
            </a:lvl3pPr>
            <a:lvl4pPr marL="1600200" indent="-228600" eaLnBrk="0" hangingPunct="0">
              <a:defRPr sz="2000">
                <a:solidFill>
                  <a:schemeClr val="tx1"/>
                </a:solidFill>
                <a:latin typeface="Futura Lt BT" pitchFamily="34" charset="0"/>
              </a:defRPr>
            </a:lvl4pPr>
            <a:lvl5pPr marL="2057400" indent="-228600" eaLnBrk="0" hangingPunct="0">
              <a:defRPr sz="2000">
                <a:solidFill>
                  <a:schemeClr val="tx1"/>
                </a:solidFill>
                <a:latin typeface="Futura Lt BT" pitchFamily="34" charset="0"/>
              </a:defRPr>
            </a:lvl5pPr>
            <a:lvl6pPr marL="2514600" indent="-228600" eaLnBrk="0" fontAlgn="base" hangingPunct="0">
              <a:spcBef>
                <a:spcPct val="0"/>
              </a:spcBef>
              <a:spcAft>
                <a:spcPct val="0"/>
              </a:spcAft>
              <a:defRPr sz="2000">
                <a:solidFill>
                  <a:schemeClr val="tx1"/>
                </a:solidFill>
                <a:latin typeface="Futura Lt BT" pitchFamily="34" charset="0"/>
              </a:defRPr>
            </a:lvl6pPr>
            <a:lvl7pPr marL="2971800" indent="-228600" eaLnBrk="0" fontAlgn="base" hangingPunct="0">
              <a:spcBef>
                <a:spcPct val="0"/>
              </a:spcBef>
              <a:spcAft>
                <a:spcPct val="0"/>
              </a:spcAft>
              <a:defRPr sz="2000">
                <a:solidFill>
                  <a:schemeClr val="tx1"/>
                </a:solidFill>
                <a:latin typeface="Futura Lt BT" pitchFamily="34" charset="0"/>
              </a:defRPr>
            </a:lvl7pPr>
            <a:lvl8pPr marL="3429000" indent="-228600" eaLnBrk="0" fontAlgn="base" hangingPunct="0">
              <a:spcBef>
                <a:spcPct val="0"/>
              </a:spcBef>
              <a:spcAft>
                <a:spcPct val="0"/>
              </a:spcAft>
              <a:defRPr sz="2000">
                <a:solidFill>
                  <a:schemeClr val="tx1"/>
                </a:solidFill>
                <a:latin typeface="Futura Lt BT" pitchFamily="34" charset="0"/>
              </a:defRPr>
            </a:lvl8pPr>
            <a:lvl9pPr marL="3886200" indent="-228600" eaLnBrk="0" fontAlgn="base" hangingPunct="0">
              <a:spcBef>
                <a:spcPct val="0"/>
              </a:spcBef>
              <a:spcAft>
                <a:spcPct val="0"/>
              </a:spcAft>
              <a:defRPr sz="2000">
                <a:solidFill>
                  <a:schemeClr val="tx1"/>
                </a:solidFill>
                <a:latin typeface="Futura Lt BT" pitchFamily="34" charset="0"/>
              </a:defRPr>
            </a:lvl9pPr>
          </a:lstStyle>
          <a:p>
            <a:pPr eaLnBrk="1" hangingPunct="1">
              <a:spcBef>
                <a:spcPct val="50000"/>
              </a:spcBef>
              <a:defRPr/>
            </a:pPr>
            <a:endParaRPr lang="de-DE"/>
          </a:p>
        </p:txBody>
      </p:sp>
      <p:pic>
        <p:nvPicPr>
          <p:cNvPr id="5" name="Picture 56" descr="IBB-4pkt"/>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4140200" y="3500438"/>
            <a:ext cx="2809875" cy="2543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Box 57"/>
          <p:cNvSpPr txBox="1">
            <a:spLocks noChangeArrowheads="1"/>
          </p:cNvSpPr>
          <p:nvPr userDrawn="1"/>
        </p:nvSpPr>
        <p:spPr bwMode="auto">
          <a:xfrm>
            <a:off x="898525" y="5995988"/>
            <a:ext cx="60499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Futura Lt BT" pitchFamily="34" charset="0"/>
              </a:defRPr>
            </a:lvl1pPr>
            <a:lvl2pPr marL="742950" indent="-285750" eaLnBrk="0" hangingPunct="0">
              <a:defRPr sz="2000">
                <a:solidFill>
                  <a:schemeClr val="tx1"/>
                </a:solidFill>
                <a:latin typeface="Futura Lt BT" pitchFamily="34" charset="0"/>
              </a:defRPr>
            </a:lvl2pPr>
            <a:lvl3pPr marL="1143000" indent="-228600" eaLnBrk="0" hangingPunct="0">
              <a:defRPr sz="2000">
                <a:solidFill>
                  <a:schemeClr val="tx1"/>
                </a:solidFill>
                <a:latin typeface="Futura Lt BT" pitchFamily="34" charset="0"/>
              </a:defRPr>
            </a:lvl3pPr>
            <a:lvl4pPr marL="1600200" indent="-228600" eaLnBrk="0" hangingPunct="0">
              <a:defRPr sz="2000">
                <a:solidFill>
                  <a:schemeClr val="tx1"/>
                </a:solidFill>
                <a:latin typeface="Futura Lt BT" pitchFamily="34" charset="0"/>
              </a:defRPr>
            </a:lvl4pPr>
            <a:lvl5pPr marL="2057400" indent="-228600" eaLnBrk="0" hangingPunct="0">
              <a:defRPr sz="2000">
                <a:solidFill>
                  <a:schemeClr val="tx1"/>
                </a:solidFill>
                <a:latin typeface="Futura Lt BT" pitchFamily="34" charset="0"/>
              </a:defRPr>
            </a:lvl5pPr>
            <a:lvl6pPr marL="2514600" indent="-228600" eaLnBrk="0" fontAlgn="base" hangingPunct="0">
              <a:spcBef>
                <a:spcPct val="0"/>
              </a:spcBef>
              <a:spcAft>
                <a:spcPct val="0"/>
              </a:spcAft>
              <a:defRPr sz="2000">
                <a:solidFill>
                  <a:schemeClr val="tx1"/>
                </a:solidFill>
                <a:latin typeface="Futura Lt BT" pitchFamily="34" charset="0"/>
              </a:defRPr>
            </a:lvl6pPr>
            <a:lvl7pPr marL="2971800" indent="-228600" eaLnBrk="0" fontAlgn="base" hangingPunct="0">
              <a:spcBef>
                <a:spcPct val="0"/>
              </a:spcBef>
              <a:spcAft>
                <a:spcPct val="0"/>
              </a:spcAft>
              <a:defRPr sz="2000">
                <a:solidFill>
                  <a:schemeClr val="tx1"/>
                </a:solidFill>
                <a:latin typeface="Futura Lt BT" pitchFamily="34" charset="0"/>
              </a:defRPr>
            </a:lvl7pPr>
            <a:lvl8pPr marL="3429000" indent="-228600" eaLnBrk="0" fontAlgn="base" hangingPunct="0">
              <a:spcBef>
                <a:spcPct val="0"/>
              </a:spcBef>
              <a:spcAft>
                <a:spcPct val="0"/>
              </a:spcAft>
              <a:defRPr sz="2000">
                <a:solidFill>
                  <a:schemeClr val="tx1"/>
                </a:solidFill>
                <a:latin typeface="Futura Lt BT" pitchFamily="34" charset="0"/>
              </a:defRPr>
            </a:lvl8pPr>
            <a:lvl9pPr marL="3886200" indent="-228600" eaLnBrk="0" fontAlgn="base" hangingPunct="0">
              <a:spcBef>
                <a:spcPct val="0"/>
              </a:spcBef>
              <a:spcAft>
                <a:spcPct val="0"/>
              </a:spcAft>
              <a:defRPr sz="2000">
                <a:solidFill>
                  <a:schemeClr val="tx1"/>
                </a:solidFill>
                <a:latin typeface="Futura Lt BT" pitchFamily="34" charset="0"/>
              </a:defRPr>
            </a:lvl9pPr>
          </a:lstStyle>
          <a:p>
            <a:pPr algn="r" eaLnBrk="1" hangingPunct="1">
              <a:spcBef>
                <a:spcPct val="50000"/>
              </a:spcBef>
              <a:defRPr/>
            </a:pPr>
            <a:r>
              <a:rPr lang="de-DE" sz="2400" b="1">
                <a:latin typeface="Arial" charset="0"/>
              </a:rPr>
              <a:t>Institut für Berufliche Bildung AG</a:t>
            </a:r>
          </a:p>
        </p:txBody>
      </p:sp>
      <p:sp>
        <p:nvSpPr>
          <p:cNvPr id="7" name="Rectangle 55"/>
          <p:cNvSpPr>
            <a:spLocks noGrp="1" noChangeArrowheads="1"/>
          </p:cNvSpPr>
          <p:nvPr>
            <p:ph type="dt" sz="quarter" idx="10"/>
          </p:nvPr>
        </p:nvSpPr>
        <p:spPr>
          <a:xfrm>
            <a:off x="5105400" y="6477000"/>
            <a:ext cx="1905000" cy="228600"/>
          </a:xfrm>
        </p:spPr>
        <p:txBody>
          <a:bodyPr/>
          <a:lstStyle>
            <a:lvl1pPr>
              <a:defRPr>
                <a:latin typeface="Futura Lt BT" pitchFamily="34" charset="0"/>
              </a:defRPr>
            </a:lvl1pPr>
          </a:lstStyle>
          <a:p>
            <a:pPr>
              <a:defRPr/>
            </a:pPr>
            <a:endParaRPr lang="de-DE"/>
          </a:p>
        </p:txBody>
      </p:sp>
    </p:spTree>
    <p:extLst>
      <p:ext uri="{BB962C8B-B14F-4D97-AF65-F5344CB8AC3E}">
        <p14:creationId xmlns:p14="http://schemas.microsoft.com/office/powerpoint/2010/main" val="38894878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p>
        </p:txBody>
      </p:sp>
      <p:sp>
        <p:nvSpPr>
          <p:cNvPr id="3" name="Inhaltsplatzhalter 2"/>
          <p:cNvSpPr>
            <a:spLocks noGrp="1"/>
          </p:cNvSpPr>
          <p:nvPr>
            <p:ph idx="1"/>
          </p:nvPr>
        </p:nvSpPr>
        <p:spPr/>
        <p:txBody>
          <a:body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4" name="Rectangle 4"/>
          <p:cNvSpPr>
            <a:spLocks noGrp="1" noChangeArrowheads="1"/>
          </p:cNvSpPr>
          <p:nvPr>
            <p:ph type="dt" sz="half" idx="10"/>
          </p:nvPr>
        </p:nvSpPr>
        <p:spPr>
          <a:ln/>
        </p:spPr>
        <p:txBody>
          <a:bodyPr/>
          <a:lstStyle>
            <a:lvl1pPr>
              <a:defRPr/>
            </a:lvl1pPr>
          </a:lstStyle>
          <a:p>
            <a:pPr>
              <a:defRPr/>
            </a:pPr>
            <a:endParaRPr lang="de-DE"/>
          </a:p>
        </p:txBody>
      </p:sp>
      <p:sp>
        <p:nvSpPr>
          <p:cNvPr id="5" name="Rectangle 5"/>
          <p:cNvSpPr>
            <a:spLocks noGrp="1" noChangeArrowheads="1"/>
          </p:cNvSpPr>
          <p:nvPr>
            <p:ph type="ftr" sz="quarter" idx="11"/>
          </p:nvPr>
        </p:nvSpPr>
        <p:spPr>
          <a:ln/>
        </p:spPr>
        <p:txBody>
          <a:bodyPr/>
          <a:lstStyle>
            <a:lvl1pPr>
              <a:defRPr/>
            </a:lvl1pPr>
          </a:lstStyle>
          <a:p>
            <a:pPr>
              <a:defRPr/>
            </a:pPr>
            <a:endParaRPr lang="de-DE"/>
          </a:p>
        </p:txBody>
      </p:sp>
      <p:sp>
        <p:nvSpPr>
          <p:cNvPr id="6" name="Rectangle 6"/>
          <p:cNvSpPr>
            <a:spLocks noGrp="1" noChangeArrowheads="1"/>
          </p:cNvSpPr>
          <p:nvPr>
            <p:ph type="sldNum" sz="quarter" idx="12"/>
          </p:nvPr>
        </p:nvSpPr>
        <p:spPr>
          <a:ln/>
        </p:spPr>
        <p:txBody>
          <a:bodyPr/>
          <a:lstStyle>
            <a:lvl1pPr>
              <a:defRPr/>
            </a:lvl1pPr>
          </a:lstStyle>
          <a:p>
            <a:pPr>
              <a:defRPr/>
            </a:pPr>
            <a:fld id="{DAF1F755-E086-4D0C-BB94-6E4F12C42EF3}" type="slidenum">
              <a:rPr lang="de-DE"/>
              <a:pPr>
                <a:defRPr/>
              </a:pPr>
              <a:t>‹Nr.›</a:t>
            </a:fld>
            <a:endParaRPr lang="de-DE"/>
          </a:p>
        </p:txBody>
      </p:sp>
    </p:spTree>
    <p:extLst>
      <p:ext uri="{BB962C8B-B14F-4D97-AF65-F5344CB8AC3E}">
        <p14:creationId xmlns:p14="http://schemas.microsoft.com/office/powerpoint/2010/main" val="18366638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722313" y="4406900"/>
            <a:ext cx="7772400" cy="1362075"/>
          </a:xfrm>
        </p:spPr>
        <p:txBody>
          <a:bodyPr anchor="t"/>
          <a:lstStyle>
            <a:lvl1pPr algn="l">
              <a:defRPr sz="4000" b="1" cap="all"/>
            </a:lvl1pPr>
          </a:lstStyle>
          <a:p>
            <a:r>
              <a:rPr lang="de-DE"/>
              <a:t>Titelmasterformat durch Klicken bearbeiten</a:t>
            </a:r>
          </a:p>
        </p:txBody>
      </p:sp>
      <p:sp>
        <p:nvSpPr>
          <p:cNvPr id="3" name="Textplatzhalt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de-DE"/>
              <a:t>Textmasterformate durch Klicken bearbeiten</a:t>
            </a:r>
          </a:p>
        </p:txBody>
      </p:sp>
      <p:sp>
        <p:nvSpPr>
          <p:cNvPr id="4" name="Rectangle 4"/>
          <p:cNvSpPr>
            <a:spLocks noGrp="1" noChangeArrowheads="1"/>
          </p:cNvSpPr>
          <p:nvPr>
            <p:ph type="dt" sz="half" idx="10"/>
          </p:nvPr>
        </p:nvSpPr>
        <p:spPr>
          <a:ln/>
        </p:spPr>
        <p:txBody>
          <a:bodyPr/>
          <a:lstStyle>
            <a:lvl1pPr>
              <a:defRPr/>
            </a:lvl1pPr>
          </a:lstStyle>
          <a:p>
            <a:pPr>
              <a:defRPr/>
            </a:pPr>
            <a:endParaRPr lang="de-DE"/>
          </a:p>
        </p:txBody>
      </p:sp>
      <p:sp>
        <p:nvSpPr>
          <p:cNvPr id="5" name="Rectangle 5"/>
          <p:cNvSpPr>
            <a:spLocks noGrp="1" noChangeArrowheads="1"/>
          </p:cNvSpPr>
          <p:nvPr>
            <p:ph type="ftr" sz="quarter" idx="11"/>
          </p:nvPr>
        </p:nvSpPr>
        <p:spPr>
          <a:ln/>
        </p:spPr>
        <p:txBody>
          <a:bodyPr/>
          <a:lstStyle>
            <a:lvl1pPr>
              <a:defRPr/>
            </a:lvl1pPr>
          </a:lstStyle>
          <a:p>
            <a:pPr>
              <a:defRPr/>
            </a:pPr>
            <a:endParaRPr lang="de-DE"/>
          </a:p>
        </p:txBody>
      </p:sp>
      <p:sp>
        <p:nvSpPr>
          <p:cNvPr id="6" name="Rectangle 6"/>
          <p:cNvSpPr>
            <a:spLocks noGrp="1" noChangeArrowheads="1"/>
          </p:cNvSpPr>
          <p:nvPr>
            <p:ph type="sldNum" sz="quarter" idx="12"/>
          </p:nvPr>
        </p:nvSpPr>
        <p:spPr>
          <a:ln/>
        </p:spPr>
        <p:txBody>
          <a:bodyPr/>
          <a:lstStyle>
            <a:lvl1pPr>
              <a:defRPr/>
            </a:lvl1pPr>
          </a:lstStyle>
          <a:p>
            <a:pPr>
              <a:defRPr/>
            </a:pPr>
            <a:fld id="{A70CDDBD-F196-4F50-84F5-1103C75073F3}" type="slidenum">
              <a:rPr lang="de-DE"/>
              <a:pPr>
                <a:defRPr/>
              </a:pPr>
              <a:t>‹Nr.›</a:t>
            </a:fld>
            <a:endParaRPr lang="de-DE"/>
          </a:p>
        </p:txBody>
      </p:sp>
    </p:spTree>
    <p:extLst>
      <p:ext uri="{BB962C8B-B14F-4D97-AF65-F5344CB8AC3E}">
        <p14:creationId xmlns:p14="http://schemas.microsoft.com/office/powerpoint/2010/main" val="3262504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p>
        </p:txBody>
      </p:sp>
      <p:sp>
        <p:nvSpPr>
          <p:cNvPr id="3" name="Inhaltsplatzhalter 2"/>
          <p:cNvSpPr>
            <a:spLocks noGrp="1"/>
          </p:cNvSpPr>
          <p:nvPr>
            <p:ph sz="half" idx="1"/>
          </p:nvPr>
        </p:nvSpPr>
        <p:spPr>
          <a:xfrm>
            <a:off x="457200" y="1600200"/>
            <a:ext cx="34925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p:cNvSpPr>
            <a:spLocks noGrp="1"/>
          </p:cNvSpPr>
          <p:nvPr>
            <p:ph sz="half" idx="2"/>
          </p:nvPr>
        </p:nvSpPr>
        <p:spPr>
          <a:xfrm>
            <a:off x="4102100" y="1600200"/>
            <a:ext cx="3494088"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5" name="Rectangle 4"/>
          <p:cNvSpPr>
            <a:spLocks noGrp="1" noChangeArrowheads="1"/>
          </p:cNvSpPr>
          <p:nvPr>
            <p:ph type="dt" sz="half" idx="10"/>
          </p:nvPr>
        </p:nvSpPr>
        <p:spPr>
          <a:ln/>
        </p:spPr>
        <p:txBody>
          <a:bodyPr/>
          <a:lstStyle>
            <a:lvl1pPr>
              <a:defRPr/>
            </a:lvl1pPr>
          </a:lstStyle>
          <a:p>
            <a:pPr>
              <a:defRPr/>
            </a:pPr>
            <a:endParaRPr lang="de-DE"/>
          </a:p>
        </p:txBody>
      </p:sp>
      <p:sp>
        <p:nvSpPr>
          <p:cNvPr id="6" name="Rectangle 5"/>
          <p:cNvSpPr>
            <a:spLocks noGrp="1" noChangeArrowheads="1"/>
          </p:cNvSpPr>
          <p:nvPr>
            <p:ph type="ftr" sz="quarter" idx="11"/>
          </p:nvPr>
        </p:nvSpPr>
        <p:spPr>
          <a:ln/>
        </p:spPr>
        <p:txBody>
          <a:bodyPr/>
          <a:lstStyle>
            <a:lvl1pPr>
              <a:defRPr/>
            </a:lvl1pPr>
          </a:lstStyle>
          <a:p>
            <a:pPr>
              <a:defRPr/>
            </a:pPr>
            <a:endParaRPr lang="de-DE"/>
          </a:p>
        </p:txBody>
      </p:sp>
      <p:sp>
        <p:nvSpPr>
          <p:cNvPr id="7" name="Rectangle 6"/>
          <p:cNvSpPr>
            <a:spLocks noGrp="1" noChangeArrowheads="1"/>
          </p:cNvSpPr>
          <p:nvPr>
            <p:ph type="sldNum" sz="quarter" idx="12"/>
          </p:nvPr>
        </p:nvSpPr>
        <p:spPr>
          <a:ln/>
        </p:spPr>
        <p:txBody>
          <a:bodyPr/>
          <a:lstStyle>
            <a:lvl1pPr>
              <a:defRPr/>
            </a:lvl1pPr>
          </a:lstStyle>
          <a:p>
            <a:pPr>
              <a:defRPr/>
            </a:pPr>
            <a:fld id="{DEA7E131-4F08-415A-8BCE-4A40565F6834}" type="slidenum">
              <a:rPr lang="de-DE"/>
              <a:pPr>
                <a:defRPr/>
              </a:pPr>
              <a:t>‹Nr.›</a:t>
            </a:fld>
            <a:endParaRPr lang="de-DE"/>
          </a:p>
        </p:txBody>
      </p:sp>
    </p:spTree>
    <p:extLst>
      <p:ext uri="{BB962C8B-B14F-4D97-AF65-F5344CB8AC3E}">
        <p14:creationId xmlns:p14="http://schemas.microsoft.com/office/powerpoint/2010/main" val="1394763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p:cNvSpPr>
            <a:spLocks noGrp="1"/>
          </p:cNvSpPr>
          <p:nvPr>
            <p:ph type="title"/>
          </p:nvPr>
        </p:nvSpPr>
        <p:spPr>
          <a:xfrm>
            <a:off x="457200" y="274638"/>
            <a:ext cx="8229600" cy="1143000"/>
          </a:xfrm>
        </p:spPr>
        <p:txBody>
          <a:bodyPr/>
          <a:lstStyle>
            <a:lvl1pPr>
              <a:defRPr/>
            </a:lvl1pPr>
          </a:lstStyle>
          <a:p>
            <a:r>
              <a:rPr lang="de-DE"/>
              <a:t>Titelmasterformat durch Klicken bearbeiten</a:t>
            </a:r>
          </a:p>
        </p:txBody>
      </p:sp>
      <p:sp>
        <p:nvSpPr>
          <p:cNvPr id="3" name="Textplatzhalt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Textmasterformate durch Klicken bearbeiten</a:t>
            </a:r>
          </a:p>
        </p:txBody>
      </p:sp>
      <p:sp>
        <p:nvSpPr>
          <p:cNvPr id="4" name="Inhaltsplatzhalt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5" name="Textplatzhalt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Textmasterformate durch Klicken bearbeiten</a:t>
            </a:r>
          </a:p>
        </p:txBody>
      </p:sp>
      <p:sp>
        <p:nvSpPr>
          <p:cNvPr id="6" name="Inhaltsplatzhalt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7" name="Rectangle 4"/>
          <p:cNvSpPr>
            <a:spLocks noGrp="1" noChangeArrowheads="1"/>
          </p:cNvSpPr>
          <p:nvPr>
            <p:ph type="dt" sz="half" idx="10"/>
          </p:nvPr>
        </p:nvSpPr>
        <p:spPr>
          <a:ln/>
        </p:spPr>
        <p:txBody>
          <a:bodyPr/>
          <a:lstStyle>
            <a:lvl1pPr>
              <a:defRPr/>
            </a:lvl1pPr>
          </a:lstStyle>
          <a:p>
            <a:pPr>
              <a:defRPr/>
            </a:pPr>
            <a:endParaRPr lang="de-DE"/>
          </a:p>
        </p:txBody>
      </p:sp>
      <p:sp>
        <p:nvSpPr>
          <p:cNvPr id="8" name="Rectangle 5"/>
          <p:cNvSpPr>
            <a:spLocks noGrp="1" noChangeArrowheads="1"/>
          </p:cNvSpPr>
          <p:nvPr>
            <p:ph type="ftr" sz="quarter" idx="11"/>
          </p:nvPr>
        </p:nvSpPr>
        <p:spPr>
          <a:ln/>
        </p:spPr>
        <p:txBody>
          <a:bodyPr/>
          <a:lstStyle>
            <a:lvl1pPr>
              <a:defRPr/>
            </a:lvl1pPr>
          </a:lstStyle>
          <a:p>
            <a:pPr>
              <a:defRPr/>
            </a:pPr>
            <a:endParaRPr lang="de-DE"/>
          </a:p>
        </p:txBody>
      </p:sp>
      <p:sp>
        <p:nvSpPr>
          <p:cNvPr id="9" name="Rectangle 6"/>
          <p:cNvSpPr>
            <a:spLocks noGrp="1" noChangeArrowheads="1"/>
          </p:cNvSpPr>
          <p:nvPr>
            <p:ph type="sldNum" sz="quarter" idx="12"/>
          </p:nvPr>
        </p:nvSpPr>
        <p:spPr>
          <a:ln/>
        </p:spPr>
        <p:txBody>
          <a:bodyPr/>
          <a:lstStyle>
            <a:lvl1pPr>
              <a:defRPr/>
            </a:lvl1pPr>
          </a:lstStyle>
          <a:p>
            <a:pPr>
              <a:defRPr/>
            </a:pPr>
            <a:fld id="{84A27559-B7CE-4536-8472-532D77D55B7F}" type="slidenum">
              <a:rPr lang="de-DE"/>
              <a:pPr>
                <a:defRPr/>
              </a:pPr>
              <a:t>‹Nr.›</a:t>
            </a:fld>
            <a:endParaRPr lang="de-DE"/>
          </a:p>
        </p:txBody>
      </p:sp>
    </p:spTree>
    <p:extLst>
      <p:ext uri="{BB962C8B-B14F-4D97-AF65-F5344CB8AC3E}">
        <p14:creationId xmlns:p14="http://schemas.microsoft.com/office/powerpoint/2010/main" val="2353526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p>
        </p:txBody>
      </p:sp>
      <p:sp>
        <p:nvSpPr>
          <p:cNvPr id="3" name="Rectangle 4"/>
          <p:cNvSpPr>
            <a:spLocks noGrp="1" noChangeArrowheads="1"/>
          </p:cNvSpPr>
          <p:nvPr>
            <p:ph type="dt" sz="half" idx="10"/>
          </p:nvPr>
        </p:nvSpPr>
        <p:spPr>
          <a:ln/>
        </p:spPr>
        <p:txBody>
          <a:bodyPr/>
          <a:lstStyle>
            <a:lvl1pPr>
              <a:defRPr/>
            </a:lvl1pPr>
          </a:lstStyle>
          <a:p>
            <a:pPr>
              <a:defRPr/>
            </a:pPr>
            <a:endParaRPr lang="de-DE"/>
          </a:p>
        </p:txBody>
      </p:sp>
      <p:sp>
        <p:nvSpPr>
          <p:cNvPr id="4" name="Rectangle 5"/>
          <p:cNvSpPr>
            <a:spLocks noGrp="1" noChangeArrowheads="1"/>
          </p:cNvSpPr>
          <p:nvPr>
            <p:ph type="ftr" sz="quarter" idx="11"/>
          </p:nvPr>
        </p:nvSpPr>
        <p:spPr>
          <a:ln/>
        </p:spPr>
        <p:txBody>
          <a:bodyPr/>
          <a:lstStyle>
            <a:lvl1pPr>
              <a:defRPr/>
            </a:lvl1pPr>
          </a:lstStyle>
          <a:p>
            <a:pPr>
              <a:defRPr/>
            </a:pPr>
            <a:endParaRPr lang="de-DE"/>
          </a:p>
        </p:txBody>
      </p:sp>
      <p:sp>
        <p:nvSpPr>
          <p:cNvPr id="5" name="Rectangle 6"/>
          <p:cNvSpPr>
            <a:spLocks noGrp="1" noChangeArrowheads="1"/>
          </p:cNvSpPr>
          <p:nvPr>
            <p:ph type="sldNum" sz="quarter" idx="12"/>
          </p:nvPr>
        </p:nvSpPr>
        <p:spPr>
          <a:ln/>
        </p:spPr>
        <p:txBody>
          <a:bodyPr/>
          <a:lstStyle>
            <a:lvl1pPr>
              <a:defRPr/>
            </a:lvl1pPr>
          </a:lstStyle>
          <a:p>
            <a:pPr>
              <a:defRPr/>
            </a:pPr>
            <a:fld id="{7D473626-256A-406D-8D5A-7A24A5F95729}" type="slidenum">
              <a:rPr lang="de-DE"/>
              <a:pPr>
                <a:defRPr/>
              </a:pPr>
              <a:t>‹Nr.›</a:t>
            </a:fld>
            <a:endParaRPr lang="de-DE"/>
          </a:p>
        </p:txBody>
      </p:sp>
    </p:spTree>
    <p:extLst>
      <p:ext uri="{BB962C8B-B14F-4D97-AF65-F5344CB8AC3E}">
        <p14:creationId xmlns:p14="http://schemas.microsoft.com/office/powerpoint/2010/main" val="2037707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de-DE"/>
          </a:p>
        </p:txBody>
      </p:sp>
      <p:sp>
        <p:nvSpPr>
          <p:cNvPr id="3" name="Rectangle 5"/>
          <p:cNvSpPr>
            <a:spLocks noGrp="1" noChangeArrowheads="1"/>
          </p:cNvSpPr>
          <p:nvPr>
            <p:ph type="ftr" sz="quarter" idx="11"/>
          </p:nvPr>
        </p:nvSpPr>
        <p:spPr>
          <a:ln/>
        </p:spPr>
        <p:txBody>
          <a:bodyPr/>
          <a:lstStyle>
            <a:lvl1pPr>
              <a:defRPr/>
            </a:lvl1pPr>
          </a:lstStyle>
          <a:p>
            <a:pPr>
              <a:defRPr/>
            </a:pPr>
            <a:endParaRPr lang="de-DE"/>
          </a:p>
        </p:txBody>
      </p:sp>
      <p:sp>
        <p:nvSpPr>
          <p:cNvPr id="4" name="Rectangle 6"/>
          <p:cNvSpPr>
            <a:spLocks noGrp="1" noChangeArrowheads="1"/>
          </p:cNvSpPr>
          <p:nvPr>
            <p:ph type="sldNum" sz="quarter" idx="12"/>
          </p:nvPr>
        </p:nvSpPr>
        <p:spPr>
          <a:ln/>
        </p:spPr>
        <p:txBody>
          <a:bodyPr/>
          <a:lstStyle>
            <a:lvl1pPr>
              <a:defRPr/>
            </a:lvl1pPr>
          </a:lstStyle>
          <a:p>
            <a:pPr>
              <a:defRPr/>
            </a:pPr>
            <a:fld id="{25FA8212-8D11-483A-8286-CB80B4050A88}" type="slidenum">
              <a:rPr lang="de-DE"/>
              <a:pPr>
                <a:defRPr/>
              </a:pPr>
              <a:t>‹Nr.›</a:t>
            </a:fld>
            <a:endParaRPr lang="de-DE"/>
          </a:p>
        </p:txBody>
      </p:sp>
    </p:spTree>
    <p:extLst>
      <p:ext uri="{BB962C8B-B14F-4D97-AF65-F5344CB8AC3E}">
        <p14:creationId xmlns:p14="http://schemas.microsoft.com/office/powerpoint/2010/main" val="27402060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457200" y="273050"/>
            <a:ext cx="3008313" cy="1162050"/>
          </a:xfrm>
        </p:spPr>
        <p:txBody>
          <a:bodyPr anchor="b"/>
          <a:lstStyle>
            <a:lvl1pPr algn="l">
              <a:defRPr sz="2000" b="1"/>
            </a:lvl1pPr>
          </a:lstStyle>
          <a:p>
            <a:r>
              <a:rPr lang="de-DE"/>
              <a:t>Titelmasterformat durch Klicken bearbeiten</a:t>
            </a:r>
          </a:p>
        </p:txBody>
      </p:sp>
      <p:sp>
        <p:nvSpPr>
          <p:cNvPr id="3" name="Inhaltsplatzhalt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4" name="Textplatzhalt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Textmasterformate durch Klicken bearbeiten</a:t>
            </a:r>
          </a:p>
        </p:txBody>
      </p:sp>
      <p:sp>
        <p:nvSpPr>
          <p:cNvPr id="5" name="Rectangle 4"/>
          <p:cNvSpPr>
            <a:spLocks noGrp="1" noChangeArrowheads="1"/>
          </p:cNvSpPr>
          <p:nvPr>
            <p:ph type="dt" sz="half" idx="10"/>
          </p:nvPr>
        </p:nvSpPr>
        <p:spPr>
          <a:ln/>
        </p:spPr>
        <p:txBody>
          <a:bodyPr/>
          <a:lstStyle>
            <a:lvl1pPr>
              <a:defRPr/>
            </a:lvl1pPr>
          </a:lstStyle>
          <a:p>
            <a:pPr>
              <a:defRPr/>
            </a:pPr>
            <a:endParaRPr lang="de-DE"/>
          </a:p>
        </p:txBody>
      </p:sp>
      <p:sp>
        <p:nvSpPr>
          <p:cNvPr id="6" name="Rectangle 5"/>
          <p:cNvSpPr>
            <a:spLocks noGrp="1" noChangeArrowheads="1"/>
          </p:cNvSpPr>
          <p:nvPr>
            <p:ph type="ftr" sz="quarter" idx="11"/>
          </p:nvPr>
        </p:nvSpPr>
        <p:spPr>
          <a:ln/>
        </p:spPr>
        <p:txBody>
          <a:bodyPr/>
          <a:lstStyle>
            <a:lvl1pPr>
              <a:defRPr/>
            </a:lvl1pPr>
          </a:lstStyle>
          <a:p>
            <a:pPr>
              <a:defRPr/>
            </a:pPr>
            <a:endParaRPr lang="de-DE"/>
          </a:p>
        </p:txBody>
      </p:sp>
      <p:sp>
        <p:nvSpPr>
          <p:cNvPr id="7" name="Rectangle 6"/>
          <p:cNvSpPr>
            <a:spLocks noGrp="1" noChangeArrowheads="1"/>
          </p:cNvSpPr>
          <p:nvPr>
            <p:ph type="sldNum" sz="quarter" idx="12"/>
          </p:nvPr>
        </p:nvSpPr>
        <p:spPr>
          <a:ln/>
        </p:spPr>
        <p:txBody>
          <a:bodyPr/>
          <a:lstStyle>
            <a:lvl1pPr>
              <a:defRPr/>
            </a:lvl1pPr>
          </a:lstStyle>
          <a:p>
            <a:pPr>
              <a:defRPr/>
            </a:pPr>
            <a:fld id="{EB5A5695-A326-435D-8D90-18DF95D2EBD9}" type="slidenum">
              <a:rPr lang="de-DE"/>
              <a:pPr>
                <a:defRPr/>
              </a:pPr>
              <a:t>‹Nr.›</a:t>
            </a:fld>
            <a:endParaRPr lang="de-DE"/>
          </a:p>
        </p:txBody>
      </p:sp>
    </p:spTree>
    <p:extLst>
      <p:ext uri="{BB962C8B-B14F-4D97-AF65-F5344CB8AC3E}">
        <p14:creationId xmlns:p14="http://schemas.microsoft.com/office/powerpoint/2010/main" val="10417318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1792288" y="4800600"/>
            <a:ext cx="5486400" cy="566738"/>
          </a:xfrm>
        </p:spPr>
        <p:txBody>
          <a:bodyPr anchor="b"/>
          <a:lstStyle>
            <a:lvl1pPr algn="l">
              <a:defRPr sz="2000" b="1"/>
            </a:lvl1pPr>
          </a:lstStyle>
          <a:p>
            <a:r>
              <a:rPr lang="de-DE"/>
              <a:t>Titelmasterformat durch Klicken bearbeiten</a:t>
            </a:r>
          </a:p>
        </p:txBody>
      </p:sp>
      <p:sp>
        <p:nvSpPr>
          <p:cNvPr id="3" name="Bildplatzhalt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de-DE" noProof="0"/>
          </a:p>
        </p:txBody>
      </p:sp>
      <p:sp>
        <p:nvSpPr>
          <p:cNvPr id="4" name="Textplatzhalt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Textmasterformate durch Klicken bearbeiten</a:t>
            </a:r>
          </a:p>
        </p:txBody>
      </p:sp>
      <p:sp>
        <p:nvSpPr>
          <p:cNvPr id="5" name="Rectangle 4"/>
          <p:cNvSpPr>
            <a:spLocks noGrp="1" noChangeArrowheads="1"/>
          </p:cNvSpPr>
          <p:nvPr>
            <p:ph type="dt" sz="half" idx="10"/>
          </p:nvPr>
        </p:nvSpPr>
        <p:spPr>
          <a:ln/>
        </p:spPr>
        <p:txBody>
          <a:bodyPr/>
          <a:lstStyle>
            <a:lvl1pPr>
              <a:defRPr/>
            </a:lvl1pPr>
          </a:lstStyle>
          <a:p>
            <a:pPr>
              <a:defRPr/>
            </a:pPr>
            <a:endParaRPr lang="de-DE"/>
          </a:p>
        </p:txBody>
      </p:sp>
      <p:sp>
        <p:nvSpPr>
          <p:cNvPr id="6" name="Rectangle 5"/>
          <p:cNvSpPr>
            <a:spLocks noGrp="1" noChangeArrowheads="1"/>
          </p:cNvSpPr>
          <p:nvPr>
            <p:ph type="ftr" sz="quarter" idx="11"/>
          </p:nvPr>
        </p:nvSpPr>
        <p:spPr>
          <a:ln/>
        </p:spPr>
        <p:txBody>
          <a:bodyPr/>
          <a:lstStyle>
            <a:lvl1pPr>
              <a:defRPr/>
            </a:lvl1pPr>
          </a:lstStyle>
          <a:p>
            <a:pPr>
              <a:defRPr/>
            </a:pPr>
            <a:endParaRPr lang="de-DE"/>
          </a:p>
        </p:txBody>
      </p:sp>
      <p:sp>
        <p:nvSpPr>
          <p:cNvPr id="7" name="Rectangle 6"/>
          <p:cNvSpPr>
            <a:spLocks noGrp="1" noChangeArrowheads="1"/>
          </p:cNvSpPr>
          <p:nvPr>
            <p:ph type="sldNum" sz="quarter" idx="12"/>
          </p:nvPr>
        </p:nvSpPr>
        <p:spPr>
          <a:ln/>
        </p:spPr>
        <p:txBody>
          <a:bodyPr/>
          <a:lstStyle>
            <a:lvl1pPr>
              <a:defRPr/>
            </a:lvl1pPr>
          </a:lstStyle>
          <a:p>
            <a:pPr>
              <a:defRPr/>
            </a:pPr>
            <a:fld id="{1D037FD3-1E67-4211-BA40-7FD1C3B7C4BC}" type="slidenum">
              <a:rPr lang="de-DE"/>
              <a:pPr>
                <a:defRPr/>
              </a:pPr>
              <a:t>‹Nr.›</a:t>
            </a:fld>
            <a:endParaRPr lang="de-DE"/>
          </a:p>
        </p:txBody>
      </p:sp>
    </p:spTree>
    <p:extLst>
      <p:ext uri="{BB962C8B-B14F-4D97-AF65-F5344CB8AC3E}">
        <p14:creationId xmlns:p14="http://schemas.microsoft.com/office/powerpoint/2010/main" val="25071992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p>
        </p:txBody>
      </p:sp>
      <p:sp>
        <p:nvSpPr>
          <p:cNvPr id="3" name="Vertikaler Textplatzhalter 2"/>
          <p:cNvSpPr>
            <a:spLocks noGrp="1"/>
          </p:cNvSpPr>
          <p:nvPr>
            <p:ph type="body" orient="vert" idx="1"/>
          </p:nvPr>
        </p:nvSpPr>
        <p:spPr/>
        <p:txBody>
          <a:bodyPr vert="eaVert"/>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4" name="Rectangle 4"/>
          <p:cNvSpPr>
            <a:spLocks noGrp="1" noChangeArrowheads="1"/>
          </p:cNvSpPr>
          <p:nvPr>
            <p:ph type="dt" sz="half" idx="10"/>
          </p:nvPr>
        </p:nvSpPr>
        <p:spPr>
          <a:ln/>
        </p:spPr>
        <p:txBody>
          <a:bodyPr/>
          <a:lstStyle>
            <a:lvl1pPr>
              <a:defRPr/>
            </a:lvl1pPr>
          </a:lstStyle>
          <a:p>
            <a:pPr>
              <a:defRPr/>
            </a:pPr>
            <a:endParaRPr lang="de-DE"/>
          </a:p>
        </p:txBody>
      </p:sp>
      <p:sp>
        <p:nvSpPr>
          <p:cNvPr id="5" name="Rectangle 5"/>
          <p:cNvSpPr>
            <a:spLocks noGrp="1" noChangeArrowheads="1"/>
          </p:cNvSpPr>
          <p:nvPr>
            <p:ph type="ftr" sz="quarter" idx="11"/>
          </p:nvPr>
        </p:nvSpPr>
        <p:spPr>
          <a:ln/>
        </p:spPr>
        <p:txBody>
          <a:bodyPr/>
          <a:lstStyle>
            <a:lvl1pPr>
              <a:defRPr/>
            </a:lvl1pPr>
          </a:lstStyle>
          <a:p>
            <a:pPr>
              <a:defRPr/>
            </a:pPr>
            <a:endParaRPr lang="de-DE"/>
          </a:p>
        </p:txBody>
      </p:sp>
      <p:sp>
        <p:nvSpPr>
          <p:cNvPr id="6" name="Rectangle 6"/>
          <p:cNvSpPr>
            <a:spLocks noGrp="1" noChangeArrowheads="1"/>
          </p:cNvSpPr>
          <p:nvPr>
            <p:ph type="sldNum" sz="quarter" idx="12"/>
          </p:nvPr>
        </p:nvSpPr>
        <p:spPr>
          <a:ln/>
        </p:spPr>
        <p:txBody>
          <a:bodyPr/>
          <a:lstStyle>
            <a:lvl1pPr>
              <a:defRPr/>
            </a:lvl1pPr>
          </a:lstStyle>
          <a:p>
            <a:pPr>
              <a:defRPr/>
            </a:pPr>
            <a:fld id="{F056ED48-0421-45C5-8F73-99D76046C5D7}" type="slidenum">
              <a:rPr lang="de-DE"/>
              <a:pPr>
                <a:defRPr/>
              </a:pPr>
              <a:t>‹Nr.›</a:t>
            </a:fld>
            <a:endParaRPr lang="de-DE"/>
          </a:p>
        </p:txBody>
      </p:sp>
    </p:spTree>
    <p:extLst>
      <p:ext uri="{BB962C8B-B14F-4D97-AF65-F5344CB8AC3E}">
        <p14:creationId xmlns:p14="http://schemas.microsoft.com/office/powerpoint/2010/main" val="39096589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p:cNvSpPr>
            <a:spLocks noGrp="1"/>
          </p:cNvSpPr>
          <p:nvPr>
            <p:ph type="title" orient="vert"/>
          </p:nvPr>
        </p:nvSpPr>
        <p:spPr>
          <a:xfrm>
            <a:off x="5811838" y="260350"/>
            <a:ext cx="1784350" cy="5865813"/>
          </a:xfrm>
        </p:spPr>
        <p:txBody>
          <a:bodyPr vert="eaVert"/>
          <a:lstStyle/>
          <a:p>
            <a:r>
              <a:rPr lang="de-DE"/>
              <a:t>Titelmasterformat durch Klicken bearbeiten</a:t>
            </a:r>
          </a:p>
        </p:txBody>
      </p:sp>
      <p:sp>
        <p:nvSpPr>
          <p:cNvPr id="3" name="Vertikaler Textplatzhalter 2"/>
          <p:cNvSpPr>
            <a:spLocks noGrp="1"/>
          </p:cNvSpPr>
          <p:nvPr>
            <p:ph type="body" orient="vert" idx="1"/>
          </p:nvPr>
        </p:nvSpPr>
        <p:spPr>
          <a:xfrm>
            <a:off x="457200" y="260350"/>
            <a:ext cx="5202238" cy="5865813"/>
          </a:xfrm>
        </p:spPr>
        <p:txBody>
          <a:bodyPr vert="eaVert"/>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4" name="Rectangle 4"/>
          <p:cNvSpPr>
            <a:spLocks noGrp="1" noChangeArrowheads="1"/>
          </p:cNvSpPr>
          <p:nvPr>
            <p:ph type="dt" sz="half" idx="10"/>
          </p:nvPr>
        </p:nvSpPr>
        <p:spPr>
          <a:ln/>
        </p:spPr>
        <p:txBody>
          <a:bodyPr/>
          <a:lstStyle>
            <a:lvl1pPr>
              <a:defRPr/>
            </a:lvl1pPr>
          </a:lstStyle>
          <a:p>
            <a:pPr>
              <a:defRPr/>
            </a:pPr>
            <a:endParaRPr lang="de-DE"/>
          </a:p>
        </p:txBody>
      </p:sp>
      <p:sp>
        <p:nvSpPr>
          <p:cNvPr id="5" name="Rectangle 5"/>
          <p:cNvSpPr>
            <a:spLocks noGrp="1" noChangeArrowheads="1"/>
          </p:cNvSpPr>
          <p:nvPr>
            <p:ph type="ftr" sz="quarter" idx="11"/>
          </p:nvPr>
        </p:nvSpPr>
        <p:spPr>
          <a:ln/>
        </p:spPr>
        <p:txBody>
          <a:bodyPr/>
          <a:lstStyle>
            <a:lvl1pPr>
              <a:defRPr/>
            </a:lvl1pPr>
          </a:lstStyle>
          <a:p>
            <a:pPr>
              <a:defRPr/>
            </a:pPr>
            <a:endParaRPr lang="de-DE"/>
          </a:p>
        </p:txBody>
      </p:sp>
      <p:sp>
        <p:nvSpPr>
          <p:cNvPr id="6" name="Rectangle 6"/>
          <p:cNvSpPr>
            <a:spLocks noGrp="1" noChangeArrowheads="1"/>
          </p:cNvSpPr>
          <p:nvPr>
            <p:ph type="sldNum" sz="quarter" idx="12"/>
          </p:nvPr>
        </p:nvSpPr>
        <p:spPr>
          <a:ln/>
        </p:spPr>
        <p:txBody>
          <a:bodyPr/>
          <a:lstStyle>
            <a:lvl1pPr>
              <a:defRPr/>
            </a:lvl1pPr>
          </a:lstStyle>
          <a:p>
            <a:pPr>
              <a:defRPr/>
            </a:pPr>
            <a:fld id="{BDFA41DF-72CE-4779-BFF7-D0F7DFE25DC5}" type="slidenum">
              <a:rPr lang="de-DE"/>
              <a:pPr>
                <a:defRPr/>
              </a:pPr>
              <a:t>‹Nr.›</a:t>
            </a:fld>
            <a:endParaRPr lang="de-DE"/>
          </a:p>
        </p:txBody>
      </p:sp>
    </p:spTree>
    <p:extLst>
      <p:ext uri="{BB962C8B-B14F-4D97-AF65-F5344CB8AC3E}">
        <p14:creationId xmlns:p14="http://schemas.microsoft.com/office/powerpoint/2010/main" val="25240584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3"/>
          <p:cNvSpPr>
            <a:spLocks noChangeArrowheads="1"/>
          </p:cNvSpPr>
          <p:nvPr userDrawn="1"/>
        </p:nvSpPr>
        <p:spPr bwMode="auto">
          <a:xfrm>
            <a:off x="8027988" y="0"/>
            <a:ext cx="1116012" cy="6858000"/>
          </a:xfrm>
          <a:prstGeom prst="rect">
            <a:avLst/>
          </a:prstGeom>
          <a:gradFill rotWithShape="1">
            <a:gsLst>
              <a:gs pos="0">
                <a:schemeClr val="bg1"/>
              </a:gs>
              <a:gs pos="100000">
                <a:srgbClr val="D9DEE2"/>
              </a:gs>
            </a:gsLst>
            <a:lin ang="0" scaled="1"/>
          </a:gradFill>
          <a:ln w="9525">
            <a:solidFill>
              <a:srgbClr val="D9DEE2"/>
            </a:solidFill>
            <a:miter lim="800000"/>
            <a:headEnd/>
            <a:tailEnd/>
          </a:ln>
        </p:spPr>
        <p:txBody>
          <a:bodyPr wrap="none" anchor="ctr"/>
          <a:lstStyle>
            <a:lvl1pPr eaLnBrk="0" hangingPunct="0">
              <a:defRPr sz="2000">
                <a:solidFill>
                  <a:schemeClr val="tx1"/>
                </a:solidFill>
                <a:latin typeface="Futura Lt BT" pitchFamily="34" charset="0"/>
              </a:defRPr>
            </a:lvl1pPr>
            <a:lvl2pPr marL="742950" indent="-285750" eaLnBrk="0" hangingPunct="0">
              <a:defRPr sz="2000">
                <a:solidFill>
                  <a:schemeClr val="tx1"/>
                </a:solidFill>
                <a:latin typeface="Futura Lt BT" pitchFamily="34" charset="0"/>
              </a:defRPr>
            </a:lvl2pPr>
            <a:lvl3pPr marL="1143000" indent="-228600" eaLnBrk="0" hangingPunct="0">
              <a:defRPr sz="2000">
                <a:solidFill>
                  <a:schemeClr val="tx1"/>
                </a:solidFill>
                <a:latin typeface="Futura Lt BT" pitchFamily="34" charset="0"/>
              </a:defRPr>
            </a:lvl3pPr>
            <a:lvl4pPr marL="1600200" indent="-228600" eaLnBrk="0" hangingPunct="0">
              <a:defRPr sz="2000">
                <a:solidFill>
                  <a:schemeClr val="tx1"/>
                </a:solidFill>
                <a:latin typeface="Futura Lt BT" pitchFamily="34" charset="0"/>
              </a:defRPr>
            </a:lvl4pPr>
            <a:lvl5pPr marL="2057400" indent="-228600" eaLnBrk="0" hangingPunct="0">
              <a:defRPr sz="2000">
                <a:solidFill>
                  <a:schemeClr val="tx1"/>
                </a:solidFill>
                <a:latin typeface="Futura Lt BT" pitchFamily="34" charset="0"/>
              </a:defRPr>
            </a:lvl5pPr>
            <a:lvl6pPr marL="2514600" indent="-228600" eaLnBrk="0" fontAlgn="base" hangingPunct="0">
              <a:spcBef>
                <a:spcPct val="0"/>
              </a:spcBef>
              <a:spcAft>
                <a:spcPct val="0"/>
              </a:spcAft>
              <a:defRPr sz="2000">
                <a:solidFill>
                  <a:schemeClr val="tx1"/>
                </a:solidFill>
                <a:latin typeface="Futura Lt BT" pitchFamily="34" charset="0"/>
              </a:defRPr>
            </a:lvl6pPr>
            <a:lvl7pPr marL="2971800" indent="-228600" eaLnBrk="0" fontAlgn="base" hangingPunct="0">
              <a:spcBef>
                <a:spcPct val="0"/>
              </a:spcBef>
              <a:spcAft>
                <a:spcPct val="0"/>
              </a:spcAft>
              <a:defRPr sz="2000">
                <a:solidFill>
                  <a:schemeClr val="tx1"/>
                </a:solidFill>
                <a:latin typeface="Futura Lt BT" pitchFamily="34" charset="0"/>
              </a:defRPr>
            </a:lvl7pPr>
            <a:lvl8pPr marL="3429000" indent="-228600" eaLnBrk="0" fontAlgn="base" hangingPunct="0">
              <a:spcBef>
                <a:spcPct val="0"/>
              </a:spcBef>
              <a:spcAft>
                <a:spcPct val="0"/>
              </a:spcAft>
              <a:defRPr sz="2000">
                <a:solidFill>
                  <a:schemeClr val="tx1"/>
                </a:solidFill>
                <a:latin typeface="Futura Lt BT" pitchFamily="34" charset="0"/>
              </a:defRPr>
            </a:lvl8pPr>
            <a:lvl9pPr marL="3886200" indent="-228600" eaLnBrk="0" fontAlgn="base" hangingPunct="0">
              <a:spcBef>
                <a:spcPct val="0"/>
              </a:spcBef>
              <a:spcAft>
                <a:spcPct val="0"/>
              </a:spcAft>
              <a:defRPr sz="2000">
                <a:solidFill>
                  <a:schemeClr val="tx1"/>
                </a:solidFill>
                <a:latin typeface="Futura Lt BT" pitchFamily="34" charset="0"/>
              </a:defRPr>
            </a:lvl9pPr>
          </a:lstStyle>
          <a:p>
            <a:pPr eaLnBrk="1" hangingPunct="1"/>
            <a:endParaRPr lang="de-DE" altLang="de-DE"/>
          </a:p>
        </p:txBody>
      </p:sp>
      <p:sp>
        <p:nvSpPr>
          <p:cNvPr id="1027" name="Rectangle 2"/>
          <p:cNvSpPr>
            <a:spLocks noGrp="1" noChangeArrowheads="1"/>
          </p:cNvSpPr>
          <p:nvPr>
            <p:ph type="title"/>
          </p:nvPr>
        </p:nvSpPr>
        <p:spPr bwMode="auto">
          <a:xfrm>
            <a:off x="468313" y="260350"/>
            <a:ext cx="7127875"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de-DE" altLang="de-DE"/>
              <a:t>Mastertitelformat bearbeiten</a:t>
            </a:r>
          </a:p>
        </p:txBody>
      </p:sp>
      <p:sp>
        <p:nvSpPr>
          <p:cNvPr id="1028" name="Rectangle 3"/>
          <p:cNvSpPr>
            <a:spLocks noGrp="1" noChangeArrowheads="1"/>
          </p:cNvSpPr>
          <p:nvPr>
            <p:ph type="body" idx="1"/>
          </p:nvPr>
        </p:nvSpPr>
        <p:spPr bwMode="auto">
          <a:xfrm>
            <a:off x="457200" y="1600200"/>
            <a:ext cx="7138988"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de-DE" altLang="de-DE"/>
              <a:t>Mastertextformat bearbeiten</a:t>
            </a:r>
          </a:p>
          <a:p>
            <a:pPr lvl="1"/>
            <a:r>
              <a:rPr lang="de-DE" altLang="de-DE"/>
              <a:t>Zweite Ebene</a:t>
            </a:r>
          </a:p>
          <a:p>
            <a:pPr lvl="2"/>
            <a:r>
              <a:rPr lang="de-DE" altLang="de-DE"/>
              <a:t>Dritte Ebene</a:t>
            </a:r>
          </a:p>
          <a:p>
            <a:pPr lvl="3"/>
            <a:r>
              <a:rPr lang="de-DE" altLang="de-DE"/>
              <a:t>Vierte Ebene</a:t>
            </a:r>
          </a:p>
          <a:p>
            <a:pPr lvl="4"/>
            <a:r>
              <a:rPr lang="de-DE" altLang="de-DE"/>
              <a:t>Fünfte Ebene</a:t>
            </a:r>
          </a:p>
        </p:txBody>
      </p:sp>
      <p:sp>
        <p:nvSpPr>
          <p:cNvPr id="95236" name="Rectangle 4"/>
          <p:cNvSpPr>
            <a:spLocks noGrp="1" noChangeArrowheads="1"/>
          </p:cNvSpPr>
          <p:nvPr>
            <p:ph type="dt" sz="half" idx="2"/>
          </p:nvPr>
        </p:nvSpPr>
        <p:spPr bwMode="auto">
          <a:xfrm>
            <a:off x="8027988" y="2349500"/>
            <a:ext cx="1116012" cy="10795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atin typeface="+mn-lt"/>
              </a:defRPr>
            </a:lvl1pPr>
          </a:lstStyle>
          <a:p>
            <a:pPr>
              <a:defRPr/>
            </a:pPr>
            <a:endParaRPr lang="de-DE"/>
          </a:p>
        </p:txBody>
      </p:sp>
      <p:sp>
        <p:nvSpPr>
          <p:cNvPr id="95237"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atin typeface="+mn-lt"/>
              </a:defRPr>
            </a:lvl1pPr>
          </a:lstStyle>
          <a:p>
            <a:pPr>
              <a:defRPr/>
            </a:pPr>
            <a:endParaRPr lang="de-DE"/>
          </a:p>
        </p:txBody>
      </p:sp>
      <p:sp>
        <p:nvSpPr>
          <p:cNvPr id="95238" name="Rectangle 6"/>
          <p:cNvSpPr>
            <a:spLocks noGrp="1" noChangeArrowheads="1"/>
          </p:cNvSpPr>
          <p:nvPr>
            <p:ph type="sldNum" sz="quarter" idx="4"/>
          </p:nvPr>
        </p:nvSpPr>
        <p:spPr bwMode="auto">
          <a:xfrm>
            <a:off x="8101013" y="4797425"/>
            <a:ext cx="1042987" cy="6477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atin typeface="+mn-lt"/>
              </a:defRPr>
            </a:lvl1pPr>
          </a:lstStyle>
          <a:p>
            <a:pPr>
              <a:defRPr/>
            </a:pPr>
            <a:fld id="{ADA91F25-7C37-4FC0-8AAC-F439ADEAA456}" type="slidenum">
              <a:rPr lang="de-DE"/>
              <a:pPr>
                <a:defRPr/>
              </a:pPr>
              <a:t>‹Nr.›</a:t>
            </a:fld>
            <a:endParaRPr lang="de-DE"/>
          </a:p>
        </p:txBody>
      </p:sp>
      <p:pic>
        <p:nvPicPr>
          <p:cNvPr id="1032" name="Picture 10" descr="zertifikat3"/>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7697788" y="0"/>
            <a:ext cx="3302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3" name="Picture 22" descr="windrose"/>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8027988" y="5670550"/>
            <a:ext cx="1081087" cy="1081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4" name="Picture 24" descr="logo-ibb"/>
          <p:cNvPicPr>
            <a:picLocks noChangeAspect="1" noChangeArrowheads="1"/>
          </p:cNvPicPr>
          <p:nvPr userDrawn="1"/>
        </p:nvPicPr>
        <p:blipFill>
          <a:blip r:embed="rId15">
            <a:extLst>
              <a:ext uri="{28A0092B-C50C-407E-A947-70E740481C1C}">
                <a14:useLocalDpi xmlns:a14="http://schemas.microsoft.com/office/drawing/2010/main" val="0"/>
              </a:ext>
            </a:extLst>
          </a:blip>
          <a:srcRect/>
          <a:stretch>
            <a:fillRect/>
          </a:stretch>
        </p:blipFill>
        <p:spPr bwMode="auto">
          <a:xfrm>
            <a:off x="8101013" y="115888"/>
            <a:ext cx="1042987" cy="909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317" r:id="rId1"/>
    <p:sldLayoutId id="2147484307" r:id="rId2"/>
    <p:sldLayoutId id="2147484308" r:id="rId3"/>
    <p:sldLayoutId id="2147484309" r:id="rId4"/>
    <p:sldLayoutId id="2147484310" r:id="rId5"/>
    <p:sldLayoutId id="2147484311" r:id="rId6"/>
    <p:sldLayoutId id="2147484312" r:id="rId7"/>
    <p:sldLayoutId id="2147484313" r:id="rId8"/>
    <p:sldLayoutId id="2147484314" r:id="rId9"/>
    <p:sldLayoutId id="2147484315" r:id="rId10"/>
    <p:sldLayoutId id="2147484316" r:id="rId11"/>
  </p:sldLayoutIdLst>
  <p:txStyles>
    <p:titleStyle>
      <a:lvl1pPr algn="ctr" rtl="0" eaLnBrk="0" fontAlgn="base" hangingPunct="0">
        <a:spcBef>
          <a:spcPct val="0"/>
        </a:spcBef>
        <a:spcAft>
          <a:spcPct val="0"/>
        </a:spcAft>
        <a:defRPr sz="4400">
          <a:solidFill>
            <a:srgbClr val="3F4A55"/>
          </a:solidFill>
          <a:latin typeface="+mj-lt"/>
          <a:ea typeface="+mj-ea"/>
          <a:cs typeface="+mj-cs"/>
        </a:defRPr>
      </a:lvl1pPr>
      <a:lvl2pPr algn="ctr" rtl="0" eaLnBrk="0" fontAlgn="base" hangingPunct="0">
        <a:spcBef>
          <a:spcPct val="0"/>
        </a:spcBef>
        <a:spcAft>
          <a:spcPct val="0"/>
        </a:spcAft>
        <a:defRPr sz="4400">
          <a:solidFill>
            <a:srgbClr val="3F4A55"/>
          </a:solidFill>
          <a:latin typeface="Avant Garde" pitchFamily="1" charset="0"/>
        </a:defRPr>
      </a:lvl2pPr>
      <a:lvl3pPr algn="ctr" rtl="0" eaLnBrk="0" fontAlgn="base" hangingPunct="0">
        <a:spcBef>
          <a:spcPct val="0"/>
        </a:spcBef>
        <a:spcAft>
          <a:spcPct val="0"/>
        </a:spcAft>
        <a:defRPr sz="4400">
          <a:solidFill>
            <a:srgbClr val="3F4A55"/>
          </a:solidFill>
          <a:latin typeface="Avant Garde" pitchFamily="1" charset="0"/>
        </a:defRPr>
      </a:lvl3pPr>
      <a:lvl4pPr algn="ctr" rtl="0" eaLnBrk="0" fontAlgn="base" hangingPunct="0">
        <a:spcBef>
          <a:spcPct val="0"/>
        </a:spcBef>
        <a:spcAft>
          <a:spcPct val="0"/>
        </a:spcAft>
        <a:defRPr sz="4400">
          <a:solidFill>
            <a:srgbClr val="3F4A55"/>
          </a:solidFill>
          <a:latin typeface="Avant Garde" pitchFamily="1" charset="0"/>
        </a:defRPr>
      </a:lvl4pPr>
      <a:lvl5pPr algn="ctr" rtl="0" eaLnBrk="0" fontAlgn="base" hangingPunct="0">
        <a:spcBef>
          <a:spcPct val="0"/>
        </a:spcBef>
        <a:spcAft>
          <a:spcPct val="0"/>
        </a:spcAft>
        <a:defRPr sz="4400">
          <a:solidFill>
            <a:srgbClr val="3F4A55"/>
          </a:solidFill>
          <a:latin typeface="Avant Garde" pitchFamily="1" charset="0"/>
        </a:defRPr>
      </a:lvl5pPr>
      <a:lvl6pPr marL="457200" algn="ctr" rtl="0" fontAlgn="base">
        <a:spcBef>
          <a:spcPct val="0"/>
        </a:spcBef>
        <a:spcAft>
          <a:spcPct val="0"/>
        </a:spcAft>
        <a:defRPr sz="4400">
          <a:solidFill>
            <a:srgbClr val="3F4A55"/>
          </a:solidFill>
          <a:latin typeface="Avant Garde" pitchFamily="1" charset="0"/>
        </a:defRPr>
      </a:lvl6pPr>
      <a:lvl7pPr marL="914400" algn="ctr" rtl="0" fontAlgn="base">
        <a:spcBef>
          <a:spcPct val="0"/>
        </a:spcBef>
        <a:spcAft>
          <a:spcPct val="0"/>
        </a:spcAft>
        <a:defRPr sz="4400">
          <a:solidFill>
            <a:srgbClr val="3F4A55"/>
          </a:solidFill>
          <a:latin typeface="Avant Garde" pitchFamily="1" charset="0"/>
        </a:defRPr>
      </a:lvl7pPr>
      <a:lvl8pPr marL="1371600" algn="ctr" rtl="0" fontAlgn="base">
        <a:spcBef>
          <a:spcPct val="0"/>
        </a:spcBef>
        <a:spcAft>
          <a:spcPct val="0"/>
        </a:spcAft>
        <a:defRPr sz="4400">
          <a:solidFill>
            <a:srgbClr val="3F4A55"/>
          </a:solidFill>
          <a:latin typeface="Avant Garde" pitchFamily="1" charset="0"/>
        </a:defRPr>
      </a:lvl8pPr>
      <a:lvl9pPr marL="1828800" algn="ctr" rtl="0" fontAlgn="base">
        <a:spcBef>
          <a:spcPct val="0"/>
        </a:spcBef>
        <a:spcAft>
          <a:spcPct val="0"/>
        </a:spcAft>
        <a:defRPr sz="4400">
          <a:solidFill>
            <a:srgbClr val="3F4A55"/>
          </a:solidFill>
          <a:latin typeface="Avant Garde" pitchFamily="1" charset="0"/>
        </a:defRPr>
      </a:lvl9pPr>
    </p:titleStyle>
    <p:bodyStyle>
      <a:lvl1pPr marL="342900" indent="-342900" algn="l" rtl="0" eaLnBrk="0" fontAlgn="base" hangingPunct="0">
        <a:spcBef>
          <a:spcPct val="20000"/>
        </a:spcBef>
        <a:spcAft>
          <a:spcPct val="0"/>
        </a:spcAft>
        <a:buChar char="•"/>
        <a:defRPr sz="3200">
          <a:solidFill>
            <a:srgbClr val="3F4A55"/>
          </a:solidFill>
          <a:latin typeface="+mn-lt"/>
          <a:ea typeface="+mn-ea"/>
          <a:cs typeface="+mn-cs"/>
        </a:defRPr>
      </a:lvl1pPr>
      <a:lvl2pPr marL="742950" indent="-285750" algn="l" rtl="0" eaLnBrk="0" fontAlgn="base" hangingPunct="0">
        <a:spcBef>
          <a:spcPct val="20000"/>
        </a:spcBef>
        <a:spcAft>
          <a:spcPct val="0"/>
        </a:spcAft>
        <a:buChar char="–"/>
        <a:defRPr sz="2800">
          <a:solidFill>
            <a:srgbClr val="3F4A55"/>
          </a:solidFill>
          <a:latin typeface="+mn-lt"/>
        </a:defRPr>
      </a:lvl2pPr>
      <a:lvl3pPr marL="1143000" indent="-228600" algn="l" rtl="0" eaLnBrk="0" fontAlgn="base" hangingPunct="0">
        <a:spcBef>
          <a:spcPct val="20000"/>
        </a:spcBef>
        <a:spcAft>
          <a:spcPct val="0"/>
        </a:spcAft>
        <a:buChar char="•"/>
        <a:defRPr sz="2400">
          <a:solidFill>
            <a:srgbClr val="3F4A55"/>
          </a:solidFill>
          <a:latin typeface="+mn-lt"/>
        </a:defRPr>
      </a:lvl3pPr>
      <a:lvl4pPr marL="1600200" indent="-228600" algn="l" rtl="0" eaLnBrk="0" fontAlgn="base" hangingPunct="0">
        <a:spcBef>
          <a:spcPct val="20000"/>
        </a:spcBef>
        <a:spcAft>
          <a:spcPct val="0"/>
        </a:spcAft>
        <a:buChar char="–"/>
        <a:defRPr sz="2000">
          <a:solidFill>
            <a:srgbClr val="3F4A55"/>
          </a:solidFill>
          <a:latin typeface="+mn-lt"/>
        </a:defRPr>
      </a:lvl4pPr>
      <a:lvl5pPr marL="2057400" indent="-228600" algn="l" rtl="0" eaLnBrk="0" fontAlgn="base" hangingPunct="0">
        <a:spcBef>
          <a:spcPct val="20000"/>
        </a:spcBef>
        <a:spcAft>
          <a:spcPct val="0"/>
        </a:spcAft>
        <a:buChar char="»"/>
        <a:defRPr sz="2000">
          <a:solidFill>
            <a:srgbClr val="3F4A55"/>
          </a:solidFill>
          <a:latin typeface="+mn-lt"/>
        </a:defRPr>
      </a:lvl5pPr>
      <a:lvl6pPr marL="2514600" indent="-228600" algn="l" rtl="0" fontAlgn="base">
        <a:spcBef>
          <a:spcPct val="20000"/>
        </a:spcBef>
        <a:spcAft>
          <a:spcPct val="0"/>
        </a:spcAft>
        <a:buChar char="»"/>
        <a:defRPr sz="2000">
          <a:solidFill>
            <a:srgbClr val="3F4A55"/>
          </a:solidFill>
          <a:latin typeface="+mn-lt"/>
        </a:defRPr>
      </a:lvl6pPr>
      <a:lvl7pPr marL="2971800" indent="-228600" algn="l" rtl="0" fontAlgn="base">
        <a:spcBef>
          <a:spcPct val="20000"/>
        </a:spcBef>
        <a:spcAft>
          <a:spcPct val="0"/>
        </a:spcAft>
        <a:buChar char="»"/>
        <a:defRPr sz="2000">
          <a:solidFill>
            <a:srgbClr val="3F4A55"/>
          </a:solidFill>
          <a:latin typeface="+mn-lt"/>
        </a:defRPr>
      </a:lvl7pPr>
      <a:lvl8pPr marL="3429000" indent="-228600" algn="l" rtl="0" fontAlgn="base">
        <a:spcBef>
          <a:spcPct val="20000"/>
        </a:spcBef>
        <a:spcAft>
          <a:spcPct val="0"/>
        </a:spcAft>
        <a:buChar char="»"/>
        <a:defRPr sz="2000">
          <a:solidFill>
            <a:srgbClr val="3F4A55"/>
          </a:solidFill>
          <a:latin typeface="+mn-lt"/>
        </a:defRPr>
      </a:lvl8pPr>
      <a:lvl9pPr marL="3886200" indent="-228600" algn="l" rtl="0" fontAlgn="base">
        <a:spcBef>
          <a:spcPct val="20000"/>
        </a:spcBef>
        <a:spcAft>
          <a:spcPct val="0"/>
        </a:spcAft>
        <a:buChar char="»"/>
        <a:defRPr sz="2000">
          <a:solidFill>
            <a:srgbClr val="3F4A55"/>
          </a:solidFill>
          <a:latin typeface="+mn-lt"/>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6.png"/><Relationship Id="rId7"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1.png"/><Relationship Id="rId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74" name="Picture 26" descr="rt-grau"/>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51875" y="6324600"/>
            <a:ext cx="292100"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5" name="Textfeld 3"/>
          <p:cNvSpPr txBox="1">
            <a:spLocks noChangeArrowheads="1"/>
          </p:cNvSpPr>
          <p:nvPr/>
        </p:nvSpPr>
        <p:spPr bwMode="auto">
          <a:xfrm>
            <a:off x="323850" y="188913"/>
            <a:ext cx="731996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Futura Lt BT" pitchFamily="34" charset="0"/>
              </a:defRPr>
            </a:lvl1pPr>
            <a:lvl2pPr marL="742950" indent="-285750" eaLnBrk="0" hangingPunct="0">
              <a:defRPr sz="2000">
                <a:solidFill>
                  <a:schemeClr val="tx1"/>
                </a:solidFill>
                <a:latin typeface="Futura Lt BT" pitchFamily="34" charset="0"/>
              </a:defRPr>
            </a:lvl2pPr>
            <a:lvl3pPr marL="1143000" indent="-228600" eaLnBrk="0" hangingPunct="0">
              <a:defRPr sz="2000">
                <a:solidFill>
                  <a:schemeClr val="tx1"/>
                </a:solidFill>
                <a:latin typeface="Futura Lt BT" pitchFamily="34" charset="0"/>
              </a:defRPr>
            </a:lvl3pPr>
            <a:lvl4pPr marL="1600200" indent="-228600" eaLnBrk="0" hangingPunct="0">
              <a:defRPr sz="2000">
                <a:solidFill>
                  <a:schemeClr val="tx1"/>
                </a:solidFill>
                <a:latin typeface="Futura Lt BT" pitchFamily="34" charset="0"/>
              </a:defRPr>
            </a:lvl4pPr>
            <a:lvl5pPr marL="2057400" indent="-228600" eaLnBrk="0" hangingPunct="0">
              <a:defRPr sz="2000">
                <a:solidFill>
                  <a:schemeClr val="tx1"/>
                </a:solidFill>
                <a:latin typeface="Futura Lt BT" pitchFamily="34" charset="0"/>
              </a:defRPr>
            </a:lvl5pPr>
            <a:lvl6pPr marL="2514600" indent="-228600" eaLnBrk="0" fontAlgn="base" hangingPunct="0">
              <a:spcBef>
                <a:spcPct val="0"/>
              </a:spcBef>
              <a:spcAft>
                <a:spcPct val="0"/>
              </a:spcAft>
              <a:defRPr sz="2000">
                <a:solidFill>
                  <a:schemeClr val="tx1"/>
                </a:solidFill>
                <a:latin typeface="Futura Lt BT" pitchFamily="34" charset="0"/>
              </a:defRPr>
            </a:lvl6pPr>
            <a:lvl7pPr marL="2971800" indent="-228600" eaLnBrk="0" fontAlgn="base" hangingPunct="0">
              <a:spcBef>
                <a:spcPct val="0"/>
              </a:spcBef>
              <a:spcAft>
                <a:spcPct val="0"/>
              </a:spcAft>
              <a:defRPr sz="2000">
                <a:solidFill>
                  <a:schemeClr val="tx1"/>
                </a:solidFill>
                <a:latin typeface="Futura Lt BT" pitchFamily="34" charset="0"/>
              </a:defRPr>
            </a:lvl7pPr>
            <a:lvl8pPr marL="3429000" indent="-228600" eaLnBrk="0" fontAlgn="base" hangingPunct="0">
              <a:spcBef>
                <a:spcPct val="0"/>
              </a:spcBef>
              <a:spcAft>
                <a:spcPct val="0"/>
              </a:spcAft>
              <a:defRPr sz="2000">
                <a:solidFill>
                  <a:schemeClr val="tx1"/>
                </a:solidFill>
                <a:latin typeface="Futura Lt BT" pitchFamily="34" charset="0"/>
              </a:defRPr>
            </a:lvl8pPr>
            <a:lvl9pPr marL="3886200" indent="-228600" eaLnBrk="0" fontAlgn="base" hangingPunct="0">
              <a:spcBef>
                <a:spcPct val="0"/>
              </a:spcBef>
              <a:spcAft>
                <a:spcPct val="0"/>
              </a:spcAft>
              <a:defRPr sz="2000">
                <a:solidFill>
                  <a:schemeClr val="tx1"/>
                </a:solidFill>
                <a:latin typeface="Futura Lt BT" pitchFamily="34" charset="0"/>
              </a:defRPr>
            </a:lvl9pPr>
          </a:lstStyle>
          <a:p>
            <a:pPr eaLnBrk="1" hangingPunct="1"/>
            <a:r>
              <a:rPr lang="de-DE" altLang="de-DE" sz="2800" b="1" dirty="0" err="1">
                <a:solidFill>
                  <a:srgbClr val="FF0000"/>
                </a:solidFill>
              </a:rPr>
              <a:t>Spanning</a:t>
            </a:r>
            <a:r>
              <a:rPr lang="de-DE" altLang="de-DE" sz="2800" b="1" dirty="0">
                <a:solidFill>
                  <a:srgbClr val="FF0000"/>
                </a:solidFill>
              </a:rPr>
              <a:t> </a:t>
            </a:r>
            <a:r>
              <a:rPr lang="de-DE" altLang="de-DE" sz="2800" b="1" dirty="0" err="1">
                <a:solidFill>
                  <a:srgbClr val="FF0000"/>
                </a:solidFill>
              </a:rPr>
              <a:t>Tree</a:t>
            </a:r>
            <a:r>
              <a:rPr lang="de-DE" altLang="de-DE" sz="2800" b="1" dirty="0">
                <a:solidFill>
                  <a:srgbClr val="FF0000"/>
                </a:solidFill>
              </a:rPr>
              <a:t> Protocol</a:t>
            </a:r>
            <a:endParaRPr lang="de-DE" altLang="de-DE" sz="1600" b="1" dirty="0"/>
          </a:p>
        </p:txBody>
      </p:sp>
      <p:sp>
        <p:nvSpPr>
          <p:cNvPr id="6" name="Rechteck 5"/>
          <p:cNvSpPr/>
          <p:nvPr/>
        </p:nvSpPr>
        <p:spPr>
          <a:xfrm>
            <a:off x="3276600" y="3500438"/>
            <a:ext cx="647700" cy="2889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de-DE"/>
          </a:p>
        </p:txBody>
      </p:sp>
      <p:sp>
        <p:nvSpPr>
          <p:cNvPr id="7" name="Rechteck 6"/>
          <p:cNvSpPr/>
          <p:nvPr/>
        </p:nvSpPr>
        <p:spPr>
          <a:xfrm>
            <a:off x="3708400" y="6453188"/>
            <a:ext cx="576263" cy="2159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de-DE"/>
          </a:p>
        </p:txBody>
      </p:sp>
      <p:pic>
        <p:nvPicPr>
          <p:cNvPr id="3080" name="Picture 8" descr="http://upload.wikimedia.org/wikipedia/commons/2/2e/Spanning_tree_topology.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09300" y="1008315"/>
            <a:ext cx="5149062" cy="531628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2000"/>
                                  </p:stCondLst>
                                  <p:childTnLst>
                                    <p:set>
                                      <p:cBhvr>
                                        <p:cTn id="6" dur="1" fill="hold">
                                          <p:stCondLst>
                                            <p:cond delay="499"/>
                                          </p:stCondLst>
                                        </p:cTn>
                                        <p:tgtEl>
                                          <p:spTgt spid="20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74" name="Picture 26" descr="rt-grau"/>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51875" y="6324600"/>
            <a:ext cx="292100"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5" name="Textfeld 3"/>
          <p:cNvSpPr txBox="1">
            <a:spLocks noChangeArrowheads="1"/>
          </p:cNvSpPr>
          <p:nvPr/>
        </p:nvSpPr>
        <p:spPr bwMode="auto">
          <a:xfrm>
            <a:off x="323850" y="188913"/>
            <a:ext cx="731996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Futura Lt BT" pitchFamily="34" charset="0"/>
              </a:defRPr>
            </a:lvl1pPr>
            <a:lvl2pPr marL="742950" indent="-285750" eaLnBrk="0" hangingPunct="0">
              <a:defRPr sz="2000">
                <a:solidFill>
                  <a:schemeClr val="tx1"/>
                </a:solidFill>
                <a:latin typeface="Futura Lt BT" pitchFamily="34" charset="0"/>
              </a:defRPr>
            </a:lvl2pPr>
            <a:lvl3pPr marL="1143000" indent="-228600" eaLnBrk="0" hangingPunct="0">
              <a:defRPr sz="2000">
                <a:solidFill>
                  <a:schemeClr val="tx1"/>
                </a:solidFill>
                <a:latin typeface="Futura Lt BT" pitchFamily="34" charset="0"/>
              </a:defRPr>
            </a:lvl3pPr>
            <a:lvl4pPr marL="1600200" indent="-228600" eaLnBrk="0" hangingPunct="0">
              <a:defRPr sz="2000">
                <a:solidFill>
                  <a:schemeClr val="tx1"/>
                </a:solidFill>
                <a:latin typeface="Futura Lt BT" pitchFamily="34" charset="0"/>
              </a:defRPr>
            </a:lvl4pPr>
            <a:lvl5pPr marL="2057400" indent="-228600" eaLnBrk="0" hangingPunct="0">
              <a:defRPr sz="2000">
                <a:solidFill>
                  <a:schemeClr val="tx1"/>
                </a:solidFill>
                <a:latin typeface="Futura Lt BT" pitchFamily="34" charset="0"/>
              </a:defRPr>
            </a:lvl5pPr>
            <a:lvl6pPr marL="2514600" indent="-228600" eaLnBrk="0" fontAlgn="base" hangingPunct="0">
              <a:spcBef>
                <a:spcPct val="0"/>
              </a:spcBef>
              <a:spcAft>
                <a:spcPct val="0"/>
              </a:spcAft>
              <a:defRPr sz="2000">
                <a:solidFill>
                  <a:schemeClr val="tx1"/>
                </a:solidFill>
                <a:latin typeface="Futura Lt BT" pitchFamily="34" charset="0"/>
              </a:defRPr>
            </a:lvl6pPr>
            <a:lvl7pPr marL="2971800" indent="-228600" eaLnBrk="0" fontAlgn="base" hangingPunct="0">
              <a:spcBef>
                <a:spcPct val="0"/>
              </a:spcBef>
              <a:spcAft>
                <a:spcPct val="0"/>
              </a:spcAft>
              <a:defRPr sz="2000">
                <a:solidFill>
                  <a:schemeClr val="tx1"/>
                </a:solidFill>
                <a:latin typeface="Futura Lt BT" pitchFamily="34" charset="0"/>
              </a:defRPr>
            </a:lvl7pPr>
            <a:lvl8pPr marL="3429000" indent="-228600" eaLnBrk="0" fontAlgn="base" hangingPunct="0">
              <a:spcBef>
                <a:spcPct val="0"/>
              </a:spcBef>
              <a:spcAft>
                <a:spcPct val="0"/>
              </a:spcAft>
              <a:defRPr sz="2000">
                <a:solidFill>
                  <a:schemeClr val="tx1"/>
                </a:solidFill>
                <a:latin typeface="Futura Lt BT" pitchFamily="34" charset="0"/>
              </a:defRPr>
            </a:lvl8pPr>
            <a:lvl9pPr marL="3886200" indent="-228600" eaLnBrk="0" fontAlgn="base" hangingPunct="0">
              <a:spcBef>
                <a:spcPct val="0"/>
              </a:spcBef>
              <a:spcAft>
                <a:spcPct val="0"/>
              </a:spcAft>
              <a:defRPr sz="2000">
                <a:solidFill>
                  <a:schemeClr val="tx1"/>
                </a:solidFill>
                <a:latin typeface="Futura Lt BT" pitchFamily="34" charset="0"/>
              </a:defRPr>
            </a:lvl9pPr>
          </a:lstStyle>
          <a:p>
            <a:pPr eaLnBrk="1" hangingPunct="1"/>
            <a:r>
              <a:rPr lang="de-DE" altLang="de-DE" sz="2800" b="1" dirty="0" err="1">
                <a:solidFill>
                  <a:srgbClr val="FF0000"/>
                </a:solidFill>
              </a:rPr>
              <a:t>Spanning</a:t>
            </a:r>
            <a:r>
              <a:rPr lang="de-DE" altLang="de-DE" sz="2800" b="1" dirty="0">
                <a:solidFill>
                  <a:srgbClr val="FF0000"/>
                </a:solidFill>
              </a:rPr>
              <a:t> </a:t>
            </a:r>
            <a:r>
              <a:rPr lang="de-DE" altLang="de-DE" sz="2800" b="1" dirty="0" err="1">
                <a:solidFill>
                  <a:srgbClr val="FF0000"/>
                </a:solidFill>
              </a:rPr>
              <a:t>Tree</a:t>
            </a:r>
            <a:r>
              <a:rPr lang="de-DE" altLang="de-DE" sz="2800" b="1" dirty="0">
                <a:solidFill>
                  <a:srgbClr val="FF0000"/>
                </a:solidFill>
              </a:rPr>
              <a:t> Protocol</a:t>
            </a:r>
            <a:endParaRPr lang="de-DE" altLang="de-DE" sz="1600" b="1" dirty="0"/>
          </a:p>
        </p:txBody>
      </p:sp>
      <p:sp>
        <p:nvSpPr>
          <p:cNvPr id="6" name="Rechteck 5"/>
          <p:cNvSpPr/>
          <p:nvPr/>
        </p:nvSpPr>
        <p:spPr>
          <a:xfrm>
            <a:off x="3276600" y="3500438"/>
            <a:ext cx="647700" cy="2889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de-DE"/>
          </a:p>
        </p:txBody>
      </p:sp>
      <p:sp>
        <p:nvSpPr>
          <p:cNvPr id="7" name="Rechteck 6"/>
          <p:cNvSpPr/>
          <p:nvPr/>
        </p:nvSpPr>
        <p:spPr>
          <a:xfrm>
            <a:off x="3708400" y="6453188"/>
            <a:ext cx="576263" cy="2159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de-DE"/>
          </a:p>
        </p:txBody>
      </p:sp>
      <p:pic>
        <p:nvPicPr>
          <p:cNvPr id="3080" name="Picture 8" descr="http://upload.wikimedia.org/wikipedia/commons/2/2e/Spanning_tree_topology.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00450" y="702965"/>
            <a:ext cx="3743672" cy="3865253"/>
          </a:xfrm>
          <a:prstGeom prst="rect">
            <a:avLst/>
          </a:prstGeom>
          <a:noFill/>
          <a:extLst>
            <a:ext uri="{909E8E84-426E-40DD-AFC4-6F175D3DCCD1}">
              <a14:hiddenFill xmlns:a14="http://schemas.microsoft.com/office/drawing/2010/main">
                <a:solidFill>
                  <a:srgbClr val="FFFFFF"/>
                </a:solidFill>
              </a14:hiddenFill>
            </a:ext>
          </a:extLst>
        </p:spPr>
      </p:pic>
      <p:sp>
        <p:nvSpPr>
          <p:cNvPr id="2" name="Textfeld 1"/>
          <p:cNvSpPr txBox="1"/>
          <p:nvPr/>
        </p:nvSpPr>
        <p:spPr>
          <a:xfrm>
            <a:off x="327638" y="4869160"/>
            <a:ext cx="7128470" cy="1323439"/>
          </a:xfrm>
          <a:prstGeom prst="rect">
            <a:avLst/>
          </a:prstGeom>
          <a:noFill/>
        </p:spPr>
        <p:txBody>
          <a:bodyPr wrap="square" rtlCol="0">
            <a:spAutoFit/>
          </a:bodyPr>
          <a:lstStyle/>
          <a:p>
            <a:r>
              <a:rPr lang="de-DE" sz="1600" b="1" dirty="0"/>
              <a:t>Das </a:t>
            </a:r>
            <a:r>
              <a:rPr lang="de-DE" sz="1600" b="1" dirty="0" err="1"/>
              <a:t>Spanning</a:t>
            </a:r>
            <a:r>
              <a:rPr lang="de-DE" sz="1600" b="1" dirty="0"/>
              <a:t>-</a:t>
            </a:r>
            <a:r>
              <a:rPr lang="de-DE" sz="1600" b="1" dirty="0" err="1"/>
              <a:t>Tree</a:t>
            </a:r>
            <a:r>
              <a:rPr lang="de-DE" sz="1600" b="1" dirty="0"/>
              <a:t>-Protokoll (STP) ist ein Redundanzverfahren zur Schleifenunterdrückung und damit zur Pfadoptimierung in Netzwerken. </a:t>
            </a:r>
          </a:p>
          <a:p>
            <a:r>
              <a:rPr lang="de-DE" sz="1600" b="1" dirty="0"/>
              <a:t>Diese Maßnahme reduziert die aktiven Verbindungswege einer beliebig </a:t>
            </a:r>
            <a:r>
              <a:rPr lang="de-DE" sz="1600" b="1" dirty="0" err="1"/>
              <a:t>vermaschten</a:t>
            </a:r>
            <a:r>
              <a:rPr lang="de-DE" sz="1600" b="1" dirty="0"/>
              <a:t> Netzwerkstruktur und führt sie in eine Baumtopologie, daher die Bezeichnung </a:t>
            </a:r>
            <a:r>
              <a:rPr lang="de-DE" sz="1600" b="1" dirty="0" err="1"/>
              <a:t>Spanning</a:t>
            </a:r>
            <a:r>
              <a:rPr lang="de-DE" sz="1600" b="1" dirty="0"/>
              <a:t> </a:t>
            </a:r>
            <a:r>
              <a:rPr lang="de-DE" sz="1600" b="1" dirty="0" err="1"/>
              <a:t>Tree</a:t>
            </a:r>
            <a:r>
              <a:rPr lang="de-DE" sz="1600" b="1" dirty="0"/>
              <a:t>.</a:t>
            </a:r>
            <a:endParaRPr lang="de-DE" sz="1600" dirty="0"/>
          </a:p>
        </p:txBody>
      </p:sp>
    </p:spTree>
    <p:extLst>
      <p:ext uri="{BB962C8B-B14F-4D97-AF65-F5344CB8AC3E}">
        <p14:creationId xmlns:p14="http://schemas.microsoft.com/office/powerpoint/2010/main" val="260827340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2000"/>
                                  </p:stCondLst>
                                  <p:childTnLst>
                                    <p:set>
                                      <p:cBhvr>
                                        <p:cTn id="6" dur="1" fill="hold">
                                          <p:stCondLst>
                                            <p:cond delay="499"/>
                                          </p:stCondLst>
                                        </p:cTn>
                                        <p:tgtEl>
                                          <p:spTgt spid="20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74" name="Picture 26" descr="rt-grau"/>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51875" y="6324600"/>
            <a:ext cx="292100"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5" name="Textfeld 3"/>
          <p:cNvSpPr txBox="1">
            <a:spLocks noChangeArrowheads="1"/>
          </p:cNvSpPr>
          <p:nvPr/>
        </p:nvSpPr>
        <p:spPr bwMode="auto">
          <a:xfrm>
            <a:off x="323850" y="188913"/>
            <a:ext cx="731996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Futura Lt BT" pitchFamily="34" charset="0"/>
              </a:defRPr>
            </a:lvl1pPr>
            <a:lvl2pPr marL="742950" indent="-285750" eaLnBrk="0" hangingPunct="0">
              <a:defRPr sz="2000">
                <a:solidFill>
                  <a:schemeClr val="tx1"/>
                </a:solidFill>
                <a:latin typeface="Futura Lt BT" pitchFamily="34" charset="0"/>
              </a:defRPr>
            </a:lvl2pPr>
            <a:lvl3pPr marL="1143000" indent="-228600" eaLnBrk="0" hangingPunct="0">
              <a:defRPr sz="2000">
                <a:solidFill>
                  <a:schemeClr val="tx1"/>
                </a:solidFill>
                <a:latin typeface="Futura Lt BT" pitchFamily="34" charset="0"/>
              </a:defRPr>
            </a:lvl3pPr>
            <a:lvl4pPr marL="1600200" indent="-228600" eaLnBrk="0" hangingPunct="0">
              <a:defRPr sz="2000">
                <a:solidFill>
                  <a:schemeClr val="tx1"/>
                </a:solidFill>
                <a:latin typeface="Futura Lt BT" pitchFamily="34" charset="0"/>
              </a:defRPr>
            </a:lvl4pPr>
            <a:lvl5pPr marL="2057400" indent="-228600" eaLnBrk="0" hangingPunct="0">
              <a:defRPr sz="2000">
                <a:solidFill>
                  <a:schemeClr val="tx1"/>
                </a:solidFill>
                <a:latin typeface="Futura Lt BT" pitchFamily="34" charset="0"/>
              </a:defRPr>
            </a:lvl5pPr>
            <a:lvl6pPr marL="2514600" indent="-228600" eaLnBrk="0" fontAlgn="base" hangingPunct="0">
              <a:spcBef>
                <a:spcPct val="0"/>
              </a:spcBef>
              <a:spcAft>
                <a:spcPct val="0"/>
              </a:spcAft>
              <a:defRPr sz="2000">
                <a:solidFill>
                  <a:schemeClr val="tx1"/>
                </a:solidFill>
                <a:latin typeface="Futura Lt BT" pitchFamily="34" charset="0"/>
              </a:defRPr>
            </a:lvl6pPr>
            <a:lvl7pPr marL="2971800" indent="-228600" eaLnBrk="0" fontAlgn="base" hangingPunct="0">
              <a:spcBef>
                <a:spcPct val="0"/>
              </a:spcBef>
              <a:spcAft>
                <a:spcPct val="0"/>
              </a:spcAft>
              <a:defRPr sz="2000">
                <a:solidFill>
                  <a:schemeClr val="tx1"/>
                </a:solidFill>
                <a:latin typeface="Futura Lt BT" pitchFamily="34" charset="0"/>
              </a:defRPr>
            </a:lvl7pPr>
            <a:lvl8pPr marL="3429000" indent="-228600" eaLnBrk="0" fontAlgn="base" hangingPunct="0">
              <a:spcBef>
                <a:spcPct val="0"/>
              </a:spcBef>
              <a:spcAft>
                <a:spcPct val="0"/>
              </a:spcAft>
              <a:defRPr sz="2000">
                <a:solidFill>
                  <a:schemeClr val="tx1"/>
                </a:solidFill>
                <a:latin typeface="Futura Lt BT" pitchFamily="34" charset="0"/>
              </a:defRPr>
            </a:lvl8pPr>
            <a:lvl9pPr marL="3886200" indent="-228600" eaLnBrk="0" fontAlgn="base" hangingPunct="0">
              <a:spcBef>
                <a:spcPct val="0"/>
              </a:spcBef>
              <a:spcAft>
                <a:spcPct val="0"/>
              </a:spcAft>
              <a:defRPr sz="2000">
                <a:solidFill>
                  <a:schemeClr val="tx1"/>
                </a:solidFill>
                <a:latin typeface="Futura Lt BT" pitchFamily="34" charset="0"/>
              </a:defRPr>
            </a:lvl9pPr>
          </a:lstStyle>
          <a:p>
            <a:pPr eaLnBrk="1" hangingPunct="1"/>
            <a:r>
              <a:rPr lang="de-DE" altLang="de-DE" sz="2800" b="1" dirty="0" err="1">
                <a:solidFill>
                  <a:srgbClr val="FF0000"/>
                </a:solidFill>
              </a:rPr>
              <a:t>Spanning</a:t>
            </a:r>
            <a:r>
              <a:rPr lang="de-DE" altLang="de-DE" sz="2800" b="1" dirty="0">
                <a:solidFill>
                  <a:srgbClr val="FF0000"/>
                </a:solidFill>
              </a:rPr>
              <a:t> </a:t>
            </a:r>
            <a:r>
              <a:rPr lang="de-DE" altLang="de-DE" sz="2800" b="1" dirty="0" err="1">
                <a:solidFill>
                  <a:srgbClr val="FF0000"/>
                </a:solidFill>
              </a:rPr>
              <a:t>Tree</a:t>
            </a:r>
            <a:r>
              <a:rPr lang="de-DE" altLang="de-DE" sz="2800" b="1" dirty="0">
                <a:solidFill>
                  <a:srgbClr val="FF0000"/>
                </a:solidFill>
              </a:rPr>
              <a:t> Protocol</a:t>
            </a:r>
            <a:endParaRPr lang="de-DE" altLang="de-DE" sz="1600" b="1" dirty="0"/>
          </a:p>
        </p:txBody>
      </p:sp>
      <p:sp>
        <p:nvSpPr>
          <p:cNvPr id="6" name="Rechteck 5"/>
          <p:cNvSpPr/>
          <p:nvPr/>
        </p:nvSpPr>
        <p:spPr>
          <a:xfrm>
            <a:off x="3276600" y="3500438"/>
            <a:ext cx="647700" cy="2889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de-DE"/>
          </a:p>
        </p:txBody>
      </p:sp>
      <p:sp>
        <p:nvSpPr>
          <p:cNvPr id="7" name="Rechteck 6"/>
          <p:cNvSpPr/>
          <p:nvPr/>
        </p:nvSpPr>
        <p:spPr>
          <a:xfrm>
            <a:off x="3708400" y="6453188"/>
            <a:ext cx="576263" cy="2159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de-DE"/>
          </a:p>
        </p:txBody>
      </p:sp>
      <p:sp>
        <p:nvSpPr>
          <p:cNvPr id="2" name="Textfeld 1"/>
          <p:cNvSpPr txBox="1"/>
          <p:nvPr/>
        </p:nvSpPr>
        <p:spPr>
          <a:xfrm>
            <a:off x="323850" y="1124744"/>
            <a:ext cx="7128470" cy="4278094"/>
          </a:xfrm>
          <a:prstGeom prst="rect">
            <a:avLst/>
          </a:prstGeom>
          <a:noFill/>
        </p:spPr>
        <p:txBody>
          <a:bodyPr wrap="square" rtlCol="0">
            <a:spAutoFit/>
          </a:bodyPr>
          <a:lstStyle/>
          <a:p>
            <a:r>
              <a:rPr lang="de-DE" sz="1600" dirty="0"/>
              <a:t>Erst wenn der bevorzugte Verbindungsweg unterbrochen ist, wird das Netzwerk neu organisiert und die optionalen Verbindungsstrecken aktiviert. Zur Überprüfung der Verbindungsstrecken kommunizieren die Switches oder Bridges regelmäßig mit Konfigurations-Datenpaketen, den Bridge Protocol Data Units (BPDU). Fällt eine Strecke aus kommen die BPDU-Datenpakete nicht mehr an und das SPA-Protokoll sorgt für eine Reorganisation.</a:t>
            </a:r>
          </a:p>
          <a:p>
            <a:endParaRPr lang="de-DE" sz="1600" dirty="0"/>
          </a:p>
          <a:p>
            <a:r>
              <a:rPr lang="de-DE" sz="1600" dirty="0"/>
              <a:t>Beim Aufbau des </a:t>
            </a:r>
            <a:r>
              <a:rPr lang="de-DE" sz="1600" dirty="0" err="1"/>
              <a:t>Spanning</a:t>
            </a:r>
            <a:r>
              <a:rPr lang="de-DE" sz="1600" dirty="0"/>
              <a:t> </a:t>
            </a:r>
            <a:r>
              <a:rPr lang="de-DE" sz="1600" dirty="0" err="1"/>
              <a:t>Tree</a:t>
            </a:r>
            <a:r>
              <a:rPr lang="de-DE" sz="1600" dirty="0"/>
              <a:t> vergleichen die Switches zunächst ihre Bridge ID (Brückenkennung) untereinander. Die Bridge ID setzt sich aus der Bridge-Priorität und der MAC-Adresse (Media Access Control) des Switches zusammen. Je kleiner die Bridge-Priorität, umso höher die Chance, Root Bridge zu werden. Bei gleicher Bridge-Priorität entscheidet die MAC-Adresse, die kleinere gewinnt. Liegt die Root Bridge fest, ermitteln die anderen Switches ihren günstigsten Weg zur Root Bridge und aktivieren den zugehörigen Anschluss, der jetzt Root Port wird. Die Root Bridge selbst hat keinen Root Port.</a:t>
            </a:r>
          </a:p>
        </p:txBody>
      </p:sp>
    </p:spTree>
    <p:extLst>
      <p:ext uri="{BB962C8B-B14F-4D97-AF65-F5344CB8AC3E}">
        <p14:creationId xmlns:p14="http://schemas.microsoft.com/office/powerpoint/2010/main" val="128509837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2000"/>
                                  </p:stCondLst>
                                  <p:childTnLst>
                                    <p:set>
                                      <p:cBhvr>
                                        <p:cTn id="6" dur="1" fill="hold">
                                          <p:stCondLst>
                                            <p:cond delay="499"/>
                                          </p:stCondLst>
                                        </p:cTn>
                                        <p:tgtEl>
                                          <p:spTgt spid="20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74" name="Picture 26" descr="rt-grau"/>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51875" y="6324600"/>
            <a:ext cx="292100"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5" name="Textfeld 3"/>
          <p:cNvSpPr txBox="1">
            <a:spLocks noChangeArrowheads="1"/>
          </p:cNvSpPr>
          <p:nvPr/>
        </p:nvSpPr>
        <p:spPr bwMode="auto">
          <a:xfrm>
            <a:off x="323850" y="188913"/>
            <a:ext cx="731996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Futura Lt BT" pitchFamily="34" charset="0"/>
              </a:defRPr>
            </a:lvl1pPr>
            <a:lvl2pPr marL="742950" indent="-285750" eaLnBrk="0" hangingPunct="0">
              <a:defRPr sz="2000">
                <a:solidFill>
                  <a:schemeClr val="tx1"/>
                </a:solidFill>
                <a:latin typeface="Futura Lt BT" pitchFamily="34" charset="0"/>
              </a:defRPr>
            </a:lvl2pPr>
            <a:lvl3pPr marL="1143000" indent="-228600" eaLnBrk="0" hangingPunct="0">
              <a:defRPr sz="2000">
                <a:solidFill>
                  <a:schemeClr val="tx1"/>
                </a:solidFill>
                <a:latin typeface="Futura Lt BT" pitchFamily="34" charset="0"/>
              </a:defRPr>
            </a:lvl3pPr>
            <a:lvl4pPr marL="1600200" indent="-228600" eaLnBrk="0" hangingPunct="0">
              <a:defRPr sz="2000">
                <a:solidFill>
                  <a:schemeClr val="tx1"/>
                </a:solidFill>
                <a:latin typeface="Futura Lt BT" pitchFamily="34" charset="0"/>
              </a:defRPr>
            </a:lvl4pPr>
            <a:lvl5pPr marL="2057400" indent="-228600" eaLnBrk="0" hangingPunct="0">
              <a:defRPr sz="2000">
                <a:solidFill>
                  <a:schemeClr val="tx1"/>
                </a:solidFill>
                <a:latin typeface="Futura Lt BT" pitchFamily="34" charset="0"/>
              </a:defRPr>
            </a:lvl5pPr>
            <a:lvl6pPr marL="2514600" indent="-228600" eaLnBrk="0" fontAlgn="base" hangingPunct="0">
              <a:spcBef>
                <a:spcPct val="0"/>
              </a:spcBef>
              <a:spcAft>
                <a:spcPct val="0"/>
              </a:spcAft>
              <a:defRPr sz="2000">
                <a:solidFill>
                  <a:schemeClr val="tx1"/>
                </a:solidFill>
                <a:latin typeface="Futura Lt BT" pitchFamily="34" charset="0"/>
              </a:defRPr>
            </a:lvl6pPr>
            <a:lvl7pPr marL="2971800" indent="-228600" eaLnBrk="0" fontAlgn="base" hangingPunct="0">
              <a:spcBef>
                <a:spcPct val="0"/>
              </a:spcBef>
              <a:spcAft>
                <a:spcPct val="0"/>
              </a:spcAft>
              <a:defRPr sz="2000">
                <a:solidFill>
                  <a:schemeClr val="tx1"/>
                </a:solidFill>
                <a:latin typeface="Futura Lt BT" pitchFamily="34" charset="0"/>
              </a:defRPr>
            </a:lvl7pPr>
            <a:lvl8pPr marL="3429000" indent="-228600" eaLnBrk="0" fontAlgn="base" hangingPunct="0">
              <a:spcBef>
                <a:spcPct val="0"/>
              </a:spcBef>
              <a:spcAft>
                <a:spcPct val="0"/>
              </a:spcAft>
              <a:defRPr sz="2000">
                <a:solidFill>
                  <a:schemeClr val="tx1"/>
                </a:solidFill>
                <a:latin typeface="Futura Lt BT" pitchFamily="34" charset="0"/>
              </a:defRPr>
            </a:lvl8pPr>
            <a:lvl9pPr marL="3886200" indent="-228600" eaLnBrk="0" fontAlgn="base" hangingPunct="0">
              <a:spcBef>
                <a:spcPct val="0"/>
              </a:spcBef>
              <a:spcAft>
                <a:spcPct val="0"/>
              </a:spcAft>
              <a:defRPr sz="2000">
                <a:solidFill>
                  <a:schemeClr val="tx1"/>
                </a:solidFill>
                <a:latin typeface="Futura Lt BT" pitchFamily="34" charset="0"/>
              </a:defRPr>
            </a:lvl9pPr>
          </a:lstStyle>
          <a:p>
            <a:pPr eaLnBrk="1" hangingPunct="1"/>
            <a:r>
              <a:rPr lang="de-DE" altLang="de-DE" sz="2800" b="1" dirty="0">
                <a:solidFill>
                  <a:srgbClr val="FF0000"/>
                </a:solidFill>
              </a:rPr>
              <a:t>Rapid </a:t>
            </a:r>
            <a:r>
              <a:rPr lang="de-DE" altLang="de-DE" sz="2800" b="1" dirty="0" err="1">
                <a:solidFill>
                  <a:srgbClr val="FF0000"/>
                </a:solidFill>
              </a:rPr>
              <a:t>Spanning</a:t>
            </a:r>
            <a:r>
              <a:rPr lang="de-DE" altLang="de-DE" sz="2800" b="1" dirty="0">
                <a:solidFill>
                  <a:srgbClr val="FF0000"/>
                </a:solidFill>
              </a:rPr>
              <a:t> </a:t>
            </a:r>
            <a:r>
              <a:rPr lang="de-DE" altLang="de-DE" sz="2800" b="1" dirty="0" err="1">
                <a:solidFill>
                  <a:srgbClr val="FF0000"/>
                </a:solidFill>
              </a:rPr>
              <a:t>Tree</a:t>
            </a:r>
            <a:r>
              <a:rPr lang="de-DE" altLang="de-DE" sz="2800" b="1" dirty="0">
                <a:solidFill>
                  <a:srgbClr val="FF0000"/>
                </a:solidFill>
              </a:rPr>
              <a:t> Protocol</a:t>
            </a:r>
            <a:endParaRPr lang="de-DE" altLang="de-DE" sz="1600" b="1" dirty="0"/>
          </a:p>
        </p:txBody>
      </p:sp>
      <p:sp>
        <p:nvSpPr>
          <p:cNvPr id="6" name="Rechteck 5"/>
          <p:cNvSpPr/>
          <p:nvPr/>
        </p:nvSpPr>
        <p:spPr>
          <a:xfrm>
            <a:off x="3276600" y="3500438"/>
            <a:ext cx="647700" cy="2889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de-DE"/>
          </a:p>
        </p:txBody>
      </p:sp>
      <p:sp>
        <p:nvSpPr>
          <p:cNvPr id="7" name="Rechteck 6"/>
          <p:cNvSpPr/>
          <p:nvPr/>
        </p:nvSpPr>
        <p:spPr>
          <a:xfrm>
            <a:off x="3708400" y="6453188"/>
            <a:ext cx="576263" cy="2159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de-DE"/>
          </a:p>
        </p:txBody>
      </p:sp>
      <p:sp>
        <p:nvSpPr>
          <p:cNvPr id="2" name="Textfeld 1"/>
          <p:cNvSpPr txBox="1"/>
          <p:nvPr/>
        </p:nvSpPr>
        <p:spPr>
          <a:xfrm>
            <a:off x="323850" y="1124744"/>
            <a:ext cx="7128470" cy="3046988"/>
          </a:xfrm>
          <a:prstGeom prst="rect">
            <a:avLst/>
          </a:prstGeom>
          <a:noFill/>
        </p:spPr>
        <p:txBody>
          <a:bodyPr wrap="square" rtlCol="0">
            <a:spAutoFit/>
          </a:bodyPr>
          <a:lstStyle/>
          <a:p>
            <a:r>
              <a:rPr lang="de-DE" sz="1600" dirty="0"/>
              <a:t>Bei STP können vom Ausfall eines Weges bis zur Wiederherstellung des Netzwerks 30 Sekunden vergehen. Währenddessen ist das Netz nicht verfügbar. Zudem kann man über gefälschte Pakete leicht </a:t>
            </a:r>
            <a:r>
              <a:rPr lang="de-DE" sz="1600" dirty="0" err="1"/>
              <a:t>Topologieänderungen</a:t>
            </a:r>
            <a:r>
              <a:rPr lang="de-DE" sz="1600" dirty="0"/>
              <a:t> verursachen und so einen </a:t>
            </a:r>
            <a:r>
              <a:rPr lang="de-DE" sz="1600" dirty="0" err="1"/>
              <a:t>Denial</a:t>
            </a:r>
            <a:r>
              <a:rPr lang="de-DE" sz="1600" dirty="0"/>
              <a:t>-</a:t>
            </a:r>
            <a:r>
              <a:rPr lang="de-DE" sz="1600" dirty="0" err="1"/>
              <a:t>of</a:t>
            </a:r>
            <a:r>
              <a:rPr lang="de-DE" sz="1600" dirty="0"/>
              <a:t>-Service bewirken. Deshalb waren schnell Verbesserungen gefragt, der Nachfolger Rapid </a:t>
            </a:r>
            <a:r>
              <a:rPr lang="de-DE" sz="1600" dirty="0" err="1"/>
              <a:t>Spanning</a:t>
            </a:r>
            <a:r>
              <a:rPr lang="de-DE" sz="1600" dirty="0"/>
              <a:t> </a:t>
            </a:r>
            <a:r>
              <a:rPr lang="de-DE" sz="1600" dirty="0" err="1"/>
              <a:t>Tree</a:t>
            </a:r>
            <a:r>
              <a:rPr lang="de-DE" sz="1600" dirty="0"/>
              <a:t> Protocol entstand .</a:t>
            </a:r>
          </a:p>
          <a:p>
            <a:endParaRPr lang="de-DE" sz="1600" dirty="0"/>
          </a:p>
          <a:p>
            <a:r>
              <a:rPr lang="de-DE" sz="1600" dirty="0"/>
              <a:t>RSTP baut nach Unterbrechungen das Netz wesentlich schneller wieder auf als STP, typischerweise in einigen hundert Millisekunden. Den Zeitvorteil erreicht RSTP durch verbesserte Portbehandlung: Es löst sich von Portstatus und -rolle und reduziert die möglichen Port-Zustände von drei (</a:t>
            </a:r>
            <a:r>
              <a:rPr lang="de-DE" sz="1600" dirty="0" err="1"/>
              <a:t>disabled</a:t>
            </a:r>
            <a:r>
              <a:rPr lang="de-DE" sz="1600" dirty="0"/>
              <a:t>, </a:t>
            </a:r>
            <a:r>
              <a:rPr lang="de-DE" sz="1600" dirty="0" err="1"/>
              <a:t>blocking</a:t>
            </a:r>
            <a:r>
              <a:rPr lang="de-DE" sz="1600" dirty="0"/>
              <a:t>, </a:t>
            </a:r>
            <a:r>
              <a:rPr lang="de-DE" sz="1600" dirty="0" err="1"/>
              <a:t>listening</a:t>
            </a:r>
            <a:r>
              <a:rPr lang="de-DE" sz="1600" dirty="0"/>
              <a:t>) auf einen (</a:t>
            </a:r>
            <a:r>
              <a:rPr lang="de-DE" sz="1600" dirty="0" err="1"/>
              <a:t>discarding</a:t>
            </a:r>
            <a:r>
              <a:rPr lang="de-DE" sz="1600" dirty="0"/>
              <a:t>).</a:t>
            </a:r>
          </a:p>
        </p:txBody>
      </p:sp>
    </p:spTree>
    <p:extLst>
      <p:ext uri="{BB962C8B-B14F-4D97-AF65-F5344CB8AC3E}">
        <p14:creationId xmlns:p14="http://schemas.microsoft.com/office/powerpoint/2010/main" val="318741646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2000"/>
                                  </p:stCondLst>
                                  <p:childTnLst>
                                    <p:set>
                                      <p:cBhvr>
                                        <p:cTn id="6" dur="1" fill="hold">
                                          <p:stCondLst>
                                            <p:cond delay="499"/>
                                          </p:stCondLst>
                                        </p:cTn>
                                        <p:tgtEl>
                                          <p:spTgt spid="20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74" name="Picture 26" descr="rt-grau"/>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51875" y="6324600"/>
            <a:ext cx="292100"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5" name="Textfeld 3"/>
          <p:cNvSpPr txBox="1">
            <a:spLocks noChangeArrowheads="1"/>
          </p:cNvSpPr>
          <p:nvPr/>
        </p:nvSpPr>
        <p:spPr bwMode="auto">
          <a:xfrm>
            <a:off x="323850" y="188913"/>
            <a:ext cx="731996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Futura Lt BT" pitchFamily="34" charset="0"/>
              </a:defRPr>
            </a:lvl1pPr>
            <a:lvl2pPr marL="742950" indent="-285750" eaLnBrk="0" hangingPunct="0">
              <a:defRPr sz="2000">
                <a:solidFill>
                  <a:schemeClr val="tx1"/>
                </a:solidFill>
                <a:latin typeface="Futura Lt BT" pitchFamily="34" charset="0"/>
              </a:defRPr>
            </a:lvl2pPr>
            <a:lvl3pPr marL="1143000" indent="-228600" eaLnBrk="0" hangingPunct="0">
              <a:defRPr sz="2000">
                <a:solidFill>
                  <a:schemeClr val="tx1"/>
                </a:solidFill>
                <a:latin typeface="Futura Lt BT" pitchFamily="34" charset="0"/>
              </a:defRPr>
            </a:lvl3pPr>
            <a:lvl4pPr marL="1600200" indent="-228600" eaLnBrk="0" hangingPunct="0">
              <a:defRPr sz="2000">
                <a:solidFill>
                  <a:schemeClr val="tx1"/>
                </a:solidFill>
                <a:latin typeface="Futura Lt BT" pitchFamily="34" charset="0"/>
              </a:defRPr>
            </a:lvl4pPr>
            <a:lvl5pPr marL="2057400" indent="-228600" eaLnBrk="0" hangingPunct="0">
              <a:defRPr sz="2000">
                <a:solidFill>
                  <a:schemeClr val="tx1"/>
                </a:solidFill>
                <a:latin typeface="Futura Lt BT" pitchFamily="34" charset="0"/>
              </a:defRPr>
            </a:lvl5pPr>
            <a:lvl6pPr marL="2514600" indent="-228600" eaLnBrk="0" fontAlgn="base" hangingPunct="0">
              <a:spcBef>
                <a:spcPct val="0"/>
              </a:spcBef>
              <a:spcAft>
                <a:spcPct val="0"/>
              </a:spcAft>
              <a:defRPr sz="2000">
                <a:solidFill>
                  <a:schemeClr val="tx1"/>
                </a:solidFill>
                <a:latin typeface="Futura Lt BT" pitchFamily="34" charset="0"/>
              </a:defRPr>
            </a:lvl6pPr>
            <a:lvl7pPr marL="2971800" indent="-228600" eaLnBrk="0" fontAlgn="base" hangingPunct="0">
              <a:spcBef>
                <a:spcPct val="0"/>
              </a:spcBef>
              <a:spcAft>
                <a:spcPct val="0"/>
              </a:spcAft>
              <a:defRPr sz="2000">
                <a:solidFill>
                  <a:schemeClr val="tx1"/>
                </a:solidFill>
                <a:latin typeface="Futura Lt BT" pitchFamily="34" charset="0"/>
              </a:defRPr>
            </a:lvl7pPr>
            <a:lvl8pPr marL="3429000" indent="-228600" eaLnBrk="0" fontAlgn="base" hangingPunct="0">
              <a:spcBef>
                <a:spcPct val="0"/>
              </a:spcBef>
              <a:spcAft>
                <a:spcPct val="0"/>
              </a:spcAft>
              <a:defRPr sz="2000">
                <a:solidFill>
                  <a:schemeClr val="tx1"/>
                </a:solidFill>
                <a:latin typeface="Futura Lt BT" pitchFamily="34" charset="0"/>
              </a:defRPr>
            </a:lvl8pPr>
            <a:lvl9pPr marL="3886200" indent="-228600" eaLnBrk="0" fontAlgn="base" hangingPunct="0">
              <a:spcBef>
                <a:spcPct val="0"/>
              </a:spcBef>
              <a:spcAft>
                <a:spcPct val="0"/>
              </a:spcAft>
              <a:defRPr sz="2000">
                <a:solidFill>
                  <a:schemeClr val="tx1"/>
                </a:solidFill>
                <a:latin typeface="Futura Lt BT" pitchFamily="34" charset="0"/>
              </a:defRPr>
            </a:lvl9pPr>
          </a:lstStyle>
          <a:p>
            <a:pPr eaLnBrk="1" hangingPunct="1"/>
            <a:r>
              <a:rPr lang="de-DE" altLang="de-DE" sz="2800" b="1" dirty="0" err="1">
                <a:solidFill>
                  <a:srgbClr val="FF0000"/>
                </a:solidFill>
              </a:rPr>
              <a:t>Spanning</a:t>
            </a:r>
            <a:r>
              <a:rPr lang="de-DE" altLang="de-DE" sz="2800" b="1" dirty="0">
                <a:solidFill>
                  <a:srgbClr val="FF0000"/>
                </a:solidFill>
              </a:rPr>
              <a:t> </a:t>
            </a:r>
            <a:r>
              <a:rPr lang="de-DE" altLang="de-DE" sz="2800" b="1" dirty="0" err="1">
                <a:solidFill>
                  <a:srgbClr val="FF0000"/>
                </a:solidFill>
              </a:rPr>
              <a:t>Tree</a:t>
            </a:r>
            <a:r>
              <a:rPr lang="de-DE" altLang="de-DE" sz="2800" b="1" dirty="0">
                <a:solidFill>
                  <a:srgbClr val="FF0000"/>
                </a:solidFill>
              </a:rPr>
              <a:t> Protocol - Aufgaben</a:t>
            </a:r>
            <a:endParaRPr lang="de-DE" altLang="de-DE" sz="1600" b="1" dirty="0"/>
          </a:p>
        </p:txBody>
      </p:sp>
      <p:sp>
        <p:nvSpPr>
          <p:cNvPr id="6" name="Rechteck 5"/>
          <p:cNvSpPr/>
          <p:nvPr/>
        </p:nvSpPr>
        <p:spPr>
          <a:xfrm>
            <a:off x="3276600" y="3500438"/>
            <a:ext cx="647700" cy="2889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de-DE"/>
          </a:p>
        </p:txBody>
      </p:sp>
      <p:sp>
        <p:nvSpPr>
          <p:cNvPr id="7" name="Rechteck 6"/>
          <p:cNvSpPr/>
          <p:nvPr/>
        </p:nvSpPr>
        <p:spPr>
          <a:xfrm>
            <a:off x="3708400" y="6453188"/>
            <a:ext cx="576263" cy="2159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de-DE"/>
          </a:p>
        </p:txBody>
      </p:sp>
      <p:pic>
        <p:nvPicPr>
          <p:cNvPr id="8397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3368" y="844550"/>
            <a:ext cx="7400925" cy="56007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26254610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2000"/>
                                  </p:stCondLst>
                                  <p:childTnLst>
                                    <p:set>
                                      <p:cBhvr>
                                        <p:cTn id="6" dur="1" fill="hold">
                                          <p:stCondLst>
                                            <p:cond delay="499"/>
                                          </p:stCondLst>
                                        </p:cTn>
                                        <p:tgtEl>
                                          <p:spTgt spid="20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74" name="Picture 26" descr="rt-grau"/>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51875" y="6324600"/>
            <a:ext cx="292100"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5" name="Textfeld 3"/>
          <p:cNvSpPr txBox="1">
            <a:spLocks noChangeArrowheads="1"/>
          </p:cNvSpPr>
          <p:nvPr/>
        </p:nvSpPr>
        <p:spPr bwMode="auto">
          <a:xfrm>
            <a:off x="323850" y="188913"/>
            <a:ext cx="731996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Futura Lt BT" pitchFamily="34" charset="0"/>
              </a:defRPr>
            </a:lvl1pPr>
            <a:lvl2pPr marL="742950" indent="-285750" eaLnBrk="0" hangingPunct="0">
              <a:defRPr sz="2000">
                <a:solidFill>
                  <a:schemeClr val="tx1"/>
                </a:solidFill>
                <a:latin typeface="Futura Lt BT" pitchFamily="34" charset="0"/>
              </a:defRPr>
            </a:lvl2pPr>
            <a:lvl3pPr marL="1143000" indent="-228600" eaLnBrk="0" hangingPunct="0">
              <a:defRPr sz="2000">
                <a:solidFill>
                  <a:schemeClr val="tx1"/>
                </a:solidFill>
                <a:latin typeface="Futura Lt BT" pitchFamily="34" charset="0"/>
              </a:defRPr>
            </a:lvl3pPr>
            <a:lvl4pPr marL="1600200" indent="-228600" eaLnBrk="0" hangingPunct="0">
              <a:defRPr sz="2000">
                <a:solidFill>
                  <a:schemeClr val="tx1"/>
                </a:solidFill>
                <a:latin typeface="Futura Lt BT" pitchFamily="34" charset="0"/>
              </a:defRPr>
            </a:lvl4pPr>
            <a:lvl5pPr marL="2057400" indent="-228600" eaLnBrk="0" hangingPunct="0">
              <a:defRPr sz="2000">
                <a:solidFill>
                  <a:schemeClr val="tx1"/>
                </a:solidFill>
                <a:latin typeface="Futura Lt BT" pitchFamily="34" charset="0"/>
              </a:defRPr>
            </a:lvl5pPr>
            <a:lvl6pPr marL="2514600" indent="-228600" eaLnBrk="0" fontAlgn="base" hangingPunct="0">
              <a:spcBef>
                <a:spcPct val="0"/>
              </a:spcBef>
              <a:spcAft>
                <a:spcPct val="0"/>
              </a:spcAft>
              <a:defRPr sz="2000">
                <a:solidFill>
                  <a:schemeClr val="tx1"/>
                </a:solidFill>
                <a:latin typeface="Futura Lt BT" pitchFamily="34" charset="0"/>
              </a:defRPr>
            </a:lvl6pPr>
            <a:lvl7pPr marL="2971800" indent="-228600" eaLnBrk="0" fontAlgn="base" hangingPunct="0">
              <a:spcBef>
                <a:spcPct val="0"/>
              </a:spcBef>
              <a:spcAft>
                <a:spcPct val="0"/>
              </a:spcAft>
              <a:defRPr sz="2000">
                <a:solidFill>
                  <a:schemeClr val="tx1"/>
                </a:solidFill>
                <a:latin typeface="Futura Lt BT" pitchFamily="34" charset="0"/>
              </a:defRPr>
            </a:lvl7pPr>
            <a:lvl8pPr marL="3429000" indent="-228600" eaLnBrk="0" fontAlgn="base" hangingPunct="0">
              <a:spcBef>
                <a:spcPct val="0"/>
              </a:spcBef>
              <a:spcAft>
                <a:spcPct val="0"/>
              </a:spcAft>
              <a:defRPr sz="2000">
                <a:solidFill>
                  <a:schemeClr val="tx1"/>
                </a:solidFill>
                <a:latin typeface="Futura Lt BT" pitchFamily="34" charset="0"/>
              </a:defRPr>
            </a:lvl8pPr>
            <a:lvl9pPr marL="3886200" indent="-228600" eaLnBrk="0" fontAlgn="base" hangingPunct="0">
              <a:spcBef>
                <a:spcPct val="0"/>
              </a:spcBef>
              <a:spcAft>
                <a:spcPct val="0"/>
              </a:spcAft>
              <a:defRPr sz="2000">
                <a:solidFill>
                  <a:schemeClr val="tx1"/>
                </a:solidFill>
                <a:latin typeface="Futura Lt BT" pitchFamily="34" charset="0"/>
              </a:defRPr>
            </a:lvl9pPr>
          </a:lstStyle>
          <a:p>
            <a:pPr eaLnBrk="1" hangingPunct="1"/>
            <a:r>
              <a:rPr lang="de-DE" altLang="de-DE" sz="2800" b="1" dirty="0" err="1">
                <a:solidFill>
                  <a:srgbClr val="FF0000"/>
                </a:solidFill>
              </a:rPr>
              <a:t>Spanning</a:t>
            </a:r>
            <a:r>
              <a:rPr lang="de-DE" altLang="de-DE" sz="2800" b="1" dirty="0">
                <a:solidFill>
                  <a:srgbClr val="FF0000"/>
                </a:solidFill>
              </a:rPr>
              <a:t> </a:t>
            </a:r>
            <a:r>
              <a:rPr lang="de-DE" altLang="de-DE" sz="2800" b="1" dirty="0" err="1">
                <a:solidFill>
                  <a:srgbClr val="FF0000"/>
                </a:solidFill>
              </a:rPr>
              <a:t>Tree</a:t>
            </a:r>
            <a:r>
              <a:rPr lang="de-DE" altLang="de-DE" sz="2800" b="1" dirty="0">
                <a:solidFill>
                  <a:srgbClr val="FF0000"/>
                </a:solidFill>
              </a:rPr>
              <a:t> Protocol - Aufgaben</a:t>
            </a:r>
            <a:endParaRPr lang="de-DE" altLang="de-DE" sz="1600" b="1" dirty="0"/>
          </a:p>
        </p:txBody>
      </p:sp>
      <p:sp>
        <p:nvSpPr>
          <p:cNvPr id="6" name="Rechteck 5"/>
          <p:cNvSpPr/>
          <p:nvPr/>
        </p:nvSpPr>
        <p:spPr>
          <a:xfrm>
            <a:off x="3276600" y="3500438"/>
            <a:ext cx="647700" cy="2889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de-DE"/>
          </a:p>
        </p:txBody>
      </p:sp>
      <p:sp>
        <p:nvSpPr>
          <p:cNvPr id="7" name="Rechteck 6"/>
          <p:cNvSpPr/>
          <p:nvPr/>
        </p:nvSpPr>
        <p:spPr>
          <a:xfrm>
            <a:off x="3708400" y="6453188"/>
            <a:ext cx="576263" cy="2159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de-DE"/>
          </a:p>
        </p:txBody>
      </p:sp>
      <p:pic>
        <p:nvPicPr>
          <p:cNvPr id="8601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8762" y="836712"/>
            <a:ext cx="7331075" cy="11954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66833253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2000"/>
                                  </p:stCondLst>
                                  <p:childTnLst>
                                    <p:set>
                                      <p:cBhvr>
                                        <p:cTn id="6" dur="1" fill="hold">
                                          <p:stCondLst>
                                            <p:cond delay="499"/>
                                          </p:stCondLst>
                                        </p:cTn>
                                        <p:tgtEl>
                                          <p:spTgt spid="20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74" name="Picture 26" descr="rt-grau"/>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51875" y="6324600"/>
            <a:ext cx="292100"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5" name="Textfeld 3"/>
          <p:cNvSpPr txBox="1">
            <a:spLocks noChangeArrowheads="1"/>
          </p:cNvSpPr>
          <p:nvPr/>
        </p:nvSpPr>
        <p:spPr bwMode="auto">
          <a:xfrm>
            <a:off x="323850" y="188913"/>
            <a:ext cx="731996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Futura Lt BT" pitchFamily="34" charset="0"/>
              </a:defRPr>
            </a:lvl1pPr>
            <a:lvl2pPr marL="742950" indent="-285750" eaLnBrk="0" hangingPunct="0">
              <a:defRPr sz="2000">
                <a:solidFill>
                  <a:schemeClr val="tx1"/>
                </a:solidFill>
                <a:latin typeface="Futura Lt BT" pitchFamily="34" charset="0"/>
              </a:defRPr>
            </a:lvl2pPr>
            <a:lvl3pPr marL="1143000" indent="-228600" eaLnBrk="0" hangingPunct="0">
              <a:defRPr sz="2000">
                <a:solidFill>
                  <a:schemeClr val="tx1"/>
                </a:solidFill>
                <a:latin typeface="Futura Lt BT" pitchFamily="34" charset="0"/>
              </a:defRPr>
            </a:lvl3pPr>
            <a:lvl4pPr marL="1600200" indent="-228600" eaLnBrk="0" hangingPunct="0">
              <a:defRPr sz="2000">
                <a:solidFill>
                  <a:schemeClr val="tx1"/>
                </a:solidFill>
                <a:latin typeface="Futura Lt BT" pitchFamily="34" charset="0"/>
              </a:defRPr>
            </a:lvl4pPr>
            <a:lvl5pPr marL="2057400" indent="-228600" eaLnBrk="0" hangingPunct="0">
              <a:defRPr sz="2000">
                <a:solidFill>
                  <a:schemeClr val="tx1"/>
                </a:solidFill>
                <a:latin typeface="Futura Lt BT" pitchFamily="34" charset="0"/>
              </a:defRPr>
            </a:lvl5pPr>
            <a:lvl6pPr marL="2514600" indent="-228600" eaLnBrk="0" fontAlgn="base" hangingPunct="0">
              <a:spcBef>
                <a:spcPct val="0"/>
              </a:spcBef>
              <a:spcAft>
                <a:spcPct val="0"/>
              </a:spcAft>
              <a:defRPr sz="2000">
                <a:solidFill>
                  <a:schemeClr val="tx1"/>
                </a:solidFill>
                <a:latin typeface="Futura Lt BT" pitchFamily="34" charset="0"/>
              </a:defRPr>
            </a:lvl6pPr>
            <a:lvl7pPr marL="2971800" indent="-228600" eaLnBrk="0" fontAlgn="base" hangingPunct="0">
              <a:spcBef>
                <a:spcPct val="0"/>
              </a:spcBef>
              <a:spcAft>
                <a:spcPct val="0"/>
              </a:spcAft>
              <a:defRPr sz="2000">
                <a:solidFill>
                  <a:schemeClr val="tx1"/>
                </a:solidFill>
                <a:latin typeface="Futura Lt BT" pitchFamily="34" charset="0"/>
              </a:defRPr>
            </a:lvl7pPr>
            <a:lvl8pPr marL="3429000" indent="-228600" eaLnBrk="0" fontAlgn="base" hangingPunct="0">
              <a:spcBef>
                <a:spcPct val="0"/>
              </a:spcBef>
              <a:spcAft>
                <a:spcPct val="0"/>
              </a:spcAft>
              <a:defRPr sz="2000">
                <a:solidFill>
                  <a:schemeClr val="tx1"/>
                </a:solidFill>
                <a:latin typeface="Futura Lt BT" pitchFamily="34" charset="0"/>
              </a:defRPr>
            </a:lvl8pPr>
            <a:lvl9pPr marL="3886200" indent="-228600" eaLnBrk="0" fontAlgn="base" hangingPunct="0">
              <a:spcBef>
                <a:spcPct val="0"/>
              </a:spcBef>
              <a:spcAft>
                <a:spcPct val="0"/>
              </a:spcAft>
              <a:defRPr sz="2000">
                <a:solidFill>
                  <a:schemeClr val="tx1"/>
                </a:solidFill>
                <a:latin typeface="Futura Lt BT" pitchFamily="34" charset="0"/>
              </a:defRPr>
            </a:lvl9pPr>
          </a:lstStyle>
          <a:p>
            <a:pPr eaLnBrk="1" hangingPunct="1"/>
            <a:r>
              <a:rPr lang="de-DE" altLang="de-DE" sz="2800" b="1" dirty="0" err="1">
                <a:solidFill>
                  <a:srgbClr val="FF0000"/>
                </a:solidFill>
              </a:rPr>
              <a:t>Spanning</a:t>
            </a:r>
            <a:r>
              <a:rPr lang="de-DE" altLang="de-DE" sz="2800" b="1" dirty="0">
                <a:solidFill>
                  <a:srgbClr val="FF0000"/>
                </a:solidFill>
              </a:rPr>
              <a:t> </a:t>
            </a:r>
            <a:r>
              <a:rPr lang="de-DE" altLang="de-DE" sz="2800" b="1" dirty="0" err="1">
                <a:solidFill>
                  <a:srgbClr val="FF0000"/>
                </a:solidFill>
              </a:rPr>
              <a:t>Tree</a:t>
            </a:r>
            <a:r>
              <a:rPr lang="de-DE" altLang="de-DE" sz="2800" b="1" dirty="0">
                <a:solidFill>
                  <a:srgbClr val="FF0000"/>
                </a:solidFill>
              </a:rPr>
              <a:t> Protocol - Aufgaben</a:t>
            </a:r>
            <a:endParaRPr lang="de-DE" altLang="de-DE" sz="1600" b="1" dirty="0"/>
          </a:p>
        </p:txBody>
      </p:sp>
      <p:sp>
        <p:nvSpPr>
          <p:cNvPr id="6" name="Rechteck 5"/>
          <p:cNvSpPr/>
          <p:nvPr/>
        </p:nvSpPr>
        <p:spPr>
          <a:xfrm>
            <a:off x="3276600" y="3500438"/>
            <a:ext cx="647700" cy="2889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de-DE"/>
          </a:p>
        </p:txBody>
      </p:sp>
      <p:sp>
        <p:nvSpPr>
          <p:cNvPr id="7" name="Rechteck 6"/>
          <p:cNvSpPr/>
          <p:nvPr/>
        </p:nvSpPr>
        <p:spPr>
          <a:xfrm>
            <a:off x="3708400" y="6453188"/>
            <a:ext cx="576263" cy="2159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de-DE"/>
          </a:p>
        </p:txBody>
      </p:sp>
      <p:pic>
        <p:nvPicPr>
          <p:cNvPr id="8397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3850" y="908720"/>
            <a:ext cx="7086600" cy="35623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71800" y="3178662"/>
            <a:ext cx="4877730" cy="35283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00846074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2000"/>
                                  </p:stCondLst>
                                  <p:childTnLst>
                                    <p:set>
                                      <p:cBhvr>
                                        <p:cTn id="6" dur="1" fill="hold">
                                          <p:stCondLst>
                                            <p:cond delay="499"/>
                                          </p:stCondLst>
                                        </p:cTn>
                                        <p:tgtEl>
                                          <p:spTgt spid="20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74" name="Picture 26" descr="rt-grau"/>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51875" y="6324600"/>
            <a:ext cx="292100"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5" name="Textfeld 3"/>
          <p:cNvSpPr txBox="1">
            <a:spLocks noChangeArrowheads="1"/>
          </p:cNvSpPr>
          <p:nvPr/>
        </p:nvSpPr>
        <p:spPr bwMode="auto">
          <a:xfrm>
            <a:off x="323850" y="188913"/>
            <a:ext cx="731996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Futura Lt BT" pitchFamily="34" charset="0"/>
              </a:defRPr>
            </a:lvl1pPr>
            <a:lvl2pPr marL="742950" indent="-285750" eaLnBrk="0" hangingPunct="0">
              <a:defRPr sz="2000">
                <a:solidFill>
                  <a:schemeClr val="tx1"/>
                </a:solidFill>
                <a:latin typeface="Futura Lt BT" pitchFamily="34" charset="0"/>
              </a:defRPr>
            </a:lvl2pPr>
            <a:lvl3pPr marL="1143000" indent="-228600" eaLnBrk="0" hangingPunct="0">
              <a:defRPr sz="2000">
                <a:solidFill>
                  <a:schemeClr val="tx1"/>
                </a:solidFill>
                <a:latin typeface="Futura Lt BT" pitchFamily="34" charset="0"/>
              </a:defRPr>
            </a:lvl3pPr>
            <a:lvl4pPr marL="1600200" indent="-228600" eaLnBrk="0" hangingPunct="0">
              <a:defRPr sz="2000">
                <a:solidFill>
                  <a:schemeClr val="tx1"/>
                </a:solidFill>
                <a:latin typeface="Futura Lt BT" pitchFamily="34" charset="0"/>
              </a:defRPr>
            </a:lvl4pPr>
            <a:lvl5pPr marL="2057400" indent="-228600" eaLnBrk="0" hangingPunct="0">
              <a:defRPr sz="2000">
                <a:solidFill>
                  <a:schemeClr val="tx1"/>
                </a:solidFill>
                <a:latin typeface="Futura Lt BT" pitchFamily="34" charset="0"/>
              </a:defRPr>
            </a:lvl5pPr>
            <a:lvl6pPr marL="2514600" indent="-228600" eaLnBrk="0" fontAlgn="base" hangingPunct="0">
              <a:spcBef>
                <a:spcPct val="0"/>
              </a:spcBef>
              <a:spcAft>
                <a:spcPct val="0"/>
              </a:spcAft>
              <a:defRPr sz="2000">
                <a:solidFill>
                  <a:schemeClr val="tx1"/>
                </a:solidFill>
                <a:latin typeface="Futura Lt BT" pitchFamily="34" charset="0"/>
              </a:defRPr>
            </a:lvl6pPr>
            <a:lvl7pPr marL="2971800" indent="-228600" eaLnBrk="0" fontAlgn="base" hangingPunct="0">
              <a:spcBef>
                <a:spcPct val="0"/>
              </a:spcBef>
              <a:spcAft>
                <a:spcPct val="0"/>
              </a:spcAft>
              <a:defRPr sz="2000">
                <a:solidFill>
                  <a:schemeClr val="tx1"/>
                </a:solidFill>
                <a:latin typeface="Futura Lt BT" pitchFamily="34" charset="0"/>
              </a:defRPr>
            </a:lvl7pPr>
            <a:lvl8pPr marL="3429000" indent="-228600" eaLnBrk="0" fontAlgn="base" hangingPunct="0">
              <a:spcBef>
                <a:spcPct val="0"/>
              </a:spcBef>
              <a:spcAft>
                <a:spcPct val="0"/>
              </a:spcAft>
              <a:defRPr sz="2000">
                <a:solidFill>
                  <a:schemeClr val="tx1"/>
                </a:solidFill>
                <a:latin typeface="Futura Lt BT" pitchFamily="34" charset="0"/>
              </a:defRPr>
            </a:lvl8pPr>
            <a:lvl9pPr marL="3886200" indent="-228600" eaLnBrk="0" fontAlgn="base" hangingPunct="0">
              <a:spcBef>
                <a:spcPct val="0"/>
              </a:spcBef>
              <a:spcAft>
                <a:spcPct val="0"/>
              </a:spcAft>
              <a:defRPr sz="2000">
                <a:solidFill>
                  <a:schemeClr val="tx1"/>
                </a:solidFill>
                <a:latin typeface="Futura Lt BT" pitchFamily="34" charset="0"/>
              </a:defRPr>
            </a:lvl9pPr>
          </a:lstStyle>
          <a:p>
            <a:pPr eaLnBrk="1" hangingPunct="1"/>
            <a:r>
              <a:rPr lang="de-DE" altLang="de-DE" sz="2800" b="1" dirty="0" err="1">
                <a:solidFill>
                  <a:srgbClr val="FF0000"/>
                </a:solidFill>
              </a:rPr>
              <a:t>Spanning</a:t>
            </a:r>
            <a:r>
              <a:rPr lang="de-DE" altLang="de-DE" sz="2800" b="1" dirty="0">
                <a:solidFill>
                  <a:srgbClr val="FF0000"/>
                </a:solidFill>
              </a:rPr>
              <a:t> </a:t>
            </a:r>
            <a:r>
              <a:rPr lang="de-DE" altLang="de-DE" sz="2800" b="1" dirty="0" err="1">
                <a:solidFill>
                  <a:srgbClr val="FF0000"/>
                </a:solidFill>
              </a:rPr>
              <a:t>Tree</a:t>
            </a:r>
            <a:r>
              <a:rPr lang="de-DE" altLang="de-DE" sz="2800" b="1" dirty="0">
                <a:solidFill>
                  <a:srgbClr val="FF0000"/>
                </a:solidFill>
              </a:rPr>
              <a:t> Protocol - Aufgaben</a:t>
            </a:r>
            <a:endParaRPr lang="de-DE" altLang="de-DE" sz="1600" b="1" dirty="0"/>
          </a:p>
        </p:txBody>
      </p:sp>
      <p:sp>
        <p:nvSpPr>
          <p:cNvPr id="6" name="Rechteck 5"/>
          <p:cNvSpPr/>
          <p:nvPr/>
        </p:nvSpPr>
        <p:spPr>
          <a:xfrm>
            <a:off x="3276600" y="3500438"/>
            <a:ext cx="647700" cy="2889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de-DE"/>
          </a:p>
        </p:txBody>
      </p:sp>
      <p:sp>
        <p:nvSpPr>
          <p:cNvPr id="7" name="Rechteck 6"/>
          <p:cNvSpPr/>
          <p:nvPr/>
        </p:nvSpPr>
        <p:spPr>
          <a:xfrm>
            <a:off x="3708400" y="6453188"/>
            <a:ext cx="576263" cy="2159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de-DE"/>
          </a:p>
        </p:txBody>
      </p:sp>
      <p:pic>
        <p:nvPicPr>
          <p:cNvPr id="8397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3850" y="908720"/>
            <a:ext cx="7086600" cy="35623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7042"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74296" y="2127920"/>
            <a:ext cx="4962525" cy="2343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31953095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2000"/>
                                  </p:stCondLst>
                                  <p:childTnLst>
                                    <p:set>
                                      <p:cBhvr>
                                        <p:cTn id="6" dur="1" fill="hold">
                                          <p:stCondLst>
                                            <p:cond delay="499"/>
                                          </p:stCondLst>
                                        </p:cTn>
                                        <p:tgtEl>
                                          <p:spTgt spid="20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74" name="Picture 26" descr="rt-grau"/>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51875" y="6324600"/>
            <a:ext cx="292100"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5" name="Textfeld 3"/>
          <p:cNvSpPr txBox="1">
            <a:spLocks noChangeArrowheads="1"/>
          </p:cNvSpPr>
          <p:nvPr/>
        </p:nvSpPr>
        <p:spPr bwMode="auto">
          <a:xfrm>
            <a:off x="323850" y="188913"/>
            <a:ext cx="731996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Futura Lt BT" pitchFamily="34" charset="0"/>
              </a:defRPr>
            </a:lvl1pPr>
            <a:lvl2pPr marL="742950" indent="-285750" eaLnBrk="0" hangingPunct="0">
              <a:defRPr sz="2000">
                <a:solidFill>
                  <a:schemeClr val="tx1"/>
                </a:solidFill>
                <a:latin typeface="Futura Lt BT" pitchFamily="34" charset="0"/>
              </a:defRPr>
            </a:lvl2pPr>
            <a:lvl3pPr marL="1143000" indent="-228600" eaLnBrk="0" hangingPunct="0">
              <a:defRPr sz="2000">
                <a:solidFill>
                  <a:schemeClr val="tx1"/>
                </a:solidFill>
                <a:latin typeface="Futura Lt BT" pitchFamily="34" charset="0"/>
              </a:defRPr>
            </a:lvl3pPr>
            <a:lvl4pPr marL="1600200" indent="-228600" eaLnBrk="0" hangingPunct="0">
              <a:defRPr sz="2000">
                <a:solidFill>
                  <a:schemeClr val="tx1"/>
                </a:solidFill>
                <a:latin typeface="Futura Lt BT" pitchFamily="34" charset="0"/>
              </a:defRPr>
            </a:lvl4pPr>
            <a:lvl5pPr marL="2057400" indent="-228600" eaLnBrk="0" hangingPunct="0">
              <a:defRPr sz="2000">
                <a:solidFill>
                  <a:schemeClr val="tx1"/>
                </a:solidFill>
                <a:latin typeface="Futura Lt BT" pitchFamily="34" charset="0"/>
              </a:defRPr>
            </a:lvl5pPr>
            <a:lvl6pPr marL="2514600" indent="-228600" eaLnBrk="0" fontAlgn="base" hangingPunct="0">
              <a:spcBef>
                <a:spcPct val="0"/>
              </a:spcBef>
              <a:spcAft>
                <a:spcPct val="0"/>
              </a:spcAft>
              <a:defRPr sz="2000">
                <a:solidFill>
                  <a:schemeClr val="tx1"/>
                </a:solidFill>
                <a:latin typeface="Futura Lt BT" pitchFamily="34" charset="0"/>
              </a:defRPr>
            </a:lvl6pPr>
            <a:lvl7pPr marL="2971800" indent="-228600" eaLnBrk="0" fontAlgn="base" hangingPunct="0">
              <a:spcBef>
                <a:spcPct val="0"/>
              </a:spcBef>
              <a:spcAft>
                <a:spcPct val="0"/>
              </a:spcAft>
              <a:defRPr sz="2000">
                <a:solidFill>
                  <a:schemeClr val="tx1"/>
                </a:solidFill>
                <a:latin typeface="Futura Lt BT" pitchFamily="34" charset="0"/>
              </a:defRPr>
            </a:lvl7pPr>
            <a:lvl8pPr marL="3429000" indent="-228600" eaLnBrk="0" fontAlgn="base" hangingPunct="0">
              <a:spcBef>
                <a:spcPct val="0"/>
              </a:spcBef>
              <a:spcAft>
                <a:spcPct val="0"/>
              </a:spcAft>
              <a:defRPr sz="2000">
                <a:solidFill>
                  <a:schemeClr val="tx1"/>
                </a:solidFill>
                <a:latin typeface="Futura Lt BT" pitchFamily="34" charset="0"/>
              </a:defRPr>
            </a:lvl8pPr>
            <a:lvl9pPr marL="3886200" indent="-228600" eaLnBrk="0" fontAlgn="base" hangingPunct="0">
              <a:spcBef>
                <a:spcPct val="0"/>
              </a:spcBef>
              <a:spcAft>
                <a:spcPct val="0"/>
              </a:spcAft>
              <a:defRPr sz="2000">
                <a:solidFill>
                  <a:schemeClr val="tx1"/>
                </a:solidFill>
                <a:latin typeface="Futura Lt BT" pitchFamily="34" charset="0"/>
              </a:defRPr>
            </a:lvl9pPr>
          </a:lstStyle>
          <a:p>
            <a:pPr eaLnBrk="1" hangingPunct="1"/>
            <a:r>
              <a:rPr lang="de-DE" altLang="de-DE" sz="2800" b="1" dirty="0" err="1">
                <a:solidFill>
                  <a:srgbClr val="FF0000"/>
                </a:solidFill>
              </a:rPr>
              <a:t>Spanning</a:t>
            </a:r>
            <a:r>
              <a:rPr lang="de-DE" altLang="de-DE" sz="2800" b="1" dirty="0">
                <a:solidFill>
                  <a:srgbClr val="FF0000"/>
                </a:solidFill>
              </a:rPr>
              <a:t> </a:t>
            </a:r>
            <a:r>
              <a:rPr lang="de-DE" altLang="de-DE" sz="2800" b="1" dirty="0" err="1">
                <a:solidFill>
                  <a:srgbClr val="FF0000"/>
                </a:solidFill>
              </a:rPr>
              <a:t>Tree</a:t>
            </a:r>
            <a:r>
              <a:rPr lang="de-DE" altLang="de-DE" sz="2800" b="1" dirty="0">
                <a:solidFill>
                  <a:srgbClr val="FF0000"/>
                </a:solidFill>
              </a:rPr>
              <a:t> Protocol - Aufgaben</a:t>
            </a:r>
            <a:endParaRPr lang="de-DE" altLang="de-DE" sz="1600" b="1" dirty="0"/>
          </a:p>
        </p:txBody>
      </p:sp>
      <p:sp>
        <p:nvSpPr>
          <p:cNvPr id="6" name="Rechteck 5"/>
          <p:cNvSpPr/>
          <p:nvPr/>
        </p:nvSpPr>
        <p:spPr>
          <a:xfrm>
            <a:off x="3276600" y="3500438"/>
            <a:ext cx="647700" cy="2889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de-DE"/>
          </a:p>
        </p:txBody>
      </p:sp>
      <p:sp>
        <p:nvSpPr>
          <p:cNvPr id="7" name="Rechteck 6"/>
          <p:cNvSpPr/>
          <p:nvPr/>
        </p:nvSpPr>
        <p:spPr>
          <a:xfrm>
            <a:off x="3708400" y="6453188"/>
            <a:ext cx="576263" cy="2159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de-DE"/>
          </a:p>
        </p:txBody>
      </p:sp>
      <p:pic>
        <p:nvPicPr>
          <p:cNvPr id="8499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9538" y="980728"/>
            <a:ext cx="7534275" cy="44577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84622727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2000"/>
                                  </p:stCondLst>
                                  <p:childTnLst>
                                    <p:set>
                                      <p:cBhvr>
                                        <p:cTn id="6" dur="1" fill="hold">
                                          <p:stCondLst>
                                            <p:cond delay="499"/>
                                          </p:stCondLst>
                                        </p:cTn>
                                        <p:tgtEl>
                                          <p:spTgt spid="20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74" name="Picture 26" descr="rt-grau"/>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51875" y="6324600"/>
            <a:ext cx="292100"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5" name="Textfeld 3"/>
          <p:cNvSpPr txBox="1">
            <a:spLocks noChangeArrowheads="1"/>
          </p:cNvSpPr>
          <p:nvPr/>
        </p:nvSpPr>
        <p:spPr bwMode="auto">
          <a:xfrm>
            <a:off x="323850" y="188913"/>
            <a:ext cx="731996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Futura Lt BT" pitchFamily="34" charset="0"/>
              </a:defRPr>
            </a:lvl1pPr>
            <a:lvl2pPr marL="742950" indent="-285750" eaLnBrk="0" hangingPunct="0">
              <a:defRPr sz="2000">
                <a:solidFill>
                  <a:schemeClr val="tx1"/>
                </a:solidFill>
                <a:latin typeface="Futura Lt BT" pitchFamily="34" charset="0"/>
              </a:defRPr>
            </a:lvl2pPr>
            <a:lvl3pPr marL="1143000" indent="-228600" eaLnBrk="0" hangingPunct="0">
              <a:defRPr sz="2000">
                <a:solidFill>
                  <a:schemeClr val="tx1"/>
                </a:solidFill>
                <a:latin typeface="Futura Lt BT" pitchFamily="34" charset="0"/>
              </a:defRPr>
            </a:lvl3pPr>
            <a:lvl4pPr marL="1600200" indent="-228600" eaLnBrk="0" hangingPunct="0">
              <a:defRPr sz="2000">
                <a:solidFill>
                  <a:schemeClr val="tx1"/>
                </a:solidFill>
                <a:latin typeface="Futura Lt BT" pitchFamily="34" charset="0"/>
              </a:defRPr>
            </a:lvl4pPr>
            <a:lvl5pPr marL="2057400" indent="-228600" eaLnBrk="0" hangingPunct="0">
              <a:defRPr sz="2000">
                <a:solidFill>
                  <a:schemeClr val="tx1"/>
                </a:solidFill>
                <a:latin typeface="Futura Lt BT" pitchFamily="34" charset="0"/>
              </a:defRPr>
            </a:lvl5pPr>
            <a:lvl6pPr marL="2514600" indent="-228600" eaLnBrk="0" fontAlgn="base" hangingPunct="0">
              <a:spcBef>
                <a:spcPct val="0"/>
              </a:spcBef>
              <a:spcAft>
                <a:spcPct val="0"/>
              </a:spcAft>
              <a:defRPr sz="2000">
                <a:solidFill>
                  <a:schemeClr val="tx1"/>
                </a:solidFill>
                <a:latin typeface="Futura Lt BT" pitchFamily="34" charset="0"/>
              </a:defRPr>
            </a:lvl6pPr>
            <a:lvl7pPr marL="2971800" indent="-228600" eaLnBrk="0" fontAlgn="base" hangingPunct="0">
              <a:spcBef>
                <a:spcPct val="0"/>
              </a:spcBef>
              <a:spcAft>
                <a:spcPct val="0"/>
              </a:spcAft>
              <a:defRPr sz="2000">
                <a:solidFill>
                  <a:schemeClr val="tx1"/>
                </a:solidFill>
                <a:latin typeface="Futura Lt BT" pitchFamily="34" charset="0"/>
              </a:defRPr>
            </a:lvl7pPr>
            <a:lvl8pPr marL="3429000" indent="-228600" eaLnBrk="0" fontAlgn="base" hangingPunct="0">
              <a:spcBef>
                <a:spcPct val="0"/>
              </a:spcBef>
              <a:spcAft>
                <a:spcPct val="0"/>
              </a:spcAft>
              <a:defRPr sz="2000">
                <a:solidFill>
                  <a:schemeClr val="tx1"/>
                </a:solidFill>
                <a:latin typeface="Futura Lt BT" pitchFamily="34" charset="0"/>
              </a:defRPr>
            </a:lvl8pPr>
            <a:lvl9pPr marL="3886200" indent="-228600" eaLnBrk="0" fontAlgn="base" hangingPunct="0">
              <a:spcBef>
                <a:spcPct val="0"/>
              </a:spcBef>
              <a:spcAft>
                <a:spcPct val="0"/>
              </a:spcAft>
              <a:defRPr sz="2000">
                <a:solidFill>
                  <a:schemeClr val="tx1"/>
                </a:solidFill>
                <a:latin typeface="Futura Lt BT" pitchFamily="34" charset="0"/>
              </a:defRPr>
            </a:lvl9pPr>
          </a:lstStyle>
          <a:p>
            <a:pPr eaLnBrk="1" hangingPunct="1"/>
            <a:r>
              <a:rPr lang="de-DE" altLang="de-DE" sz="2800" b="1" dirty="0" err="1">
                <a:solidFill>
                  <a:srgbClr val="FF0000"/>
                </a:solidFill>
              </a:rPr>
              <a:t>Spanning</a:t>
            </a:r>
            <a:r>
              <a:rPr lang="de-DE" altLang="de-DE" sz="2800" b="1" dirty="0">
                <a:solidFill>
                  <a:srgbClr val="FF0000"/>
                </a:solidFill>
              </a:rPr>
              <a:t> </a:t>
            </a:r>
            <a:r>
              <a:rPr lang="de-DE" altLang="de-DE" sz="2800" b="1" dirty="0" err="1">
                <a:solidFill>
                  <a:srgbClr val="FF0000"/>
                </a:solidFill>
              </a:rPr>
              <a:t>Tree</a:t>
            </a:r>
            <a:r>
              <a:rPr lang="de-DE" altLang="de-DE" sz="2800" b="1" dirty="0">
                <a:solidFill>
                  <a:srgbClr val="FF0000"/>
                </a:solidFill>
              </a:rPr>
              <a:t> Protocol - Aufgaben</a:t>
            </a:r>
            <a:endParaRPr lang="de-DE" altLang="de-DE" sz="1600" b="1" dirty="0"/>
          </a:p>
        </p:txBody>
      </p:sp>
      <p:sp>
        <p:nvSpPr>
          <p:cNvPr id="6" name="Rechteck 5"/>
          <p:cNvSpPr/>
          <p:nvPr/>
        </p:nvSpPr>
        <p:spPr>
          <a:xfrm>
            <a:off x="3276600" y="3500438"/>
            <a:ext cx="647700" cy="2889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de-DE"/>
          </a:p>
        </p:txBody>
      </p:sp>
      <p:sp>
        <p:nvSpPr>
          <p:cNvPr id="7" name="Rechteck 6"/>
          <p:cNvSpPr/>
          <p:nvPr/>
        </p:nvSpPr>
        <p:spPr>
          <a:xfrm>
            <a:off x="3708400" y="6453188"/>
            <a:ext cx="576263" cy="2159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de-DE"/>
          </a:p>
        </p:txBody>
      </p:sp>
      <p:pic>
        <p:nvPicPr>
          <p:cNvPr id="8499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9539" y="980728"/>
            <a:ext cx="6046638" cy="357753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07906" y="975660"/>
            <a:ext cx="4036093" cy="291957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8066"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93086" y="1264644"/>
            <a:ext cx="432048" cy="58017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8067" name="Picture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93086" y="2435449"/>
            <a:ext cx="2278714" cy="52056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8068" name="Picture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61937" y="3670524"/>
            <a:ext cx="7324725" cy="476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24099134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2000"/>
                                  </p:stCondLst>
                                  <p:childTnLst>
                                    <p:set>
                                      <p:cBhvr>
                                        <p:cTn id="6" dur="1" fill="hold">
                                          <p:stCondLst>
                                            <p:cond delay="499"/>
                                          </p:stCondLst>
                                        </p:cTn>
                                        <p:tgtEl>
                                          <p:spTgt spid="20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Standarddesign">
  <a:themeElements>
    <a:clrScheme name="Standard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Standarddesign">
      <a:majorFont>
        <a:latin typeface="Avant Garde"/>
        <a:ea typeface=""/>
        <a:cs typeface=""/>
      </a:majorFont>
      <a:minorFont>
        <a:latin typeface="Avant Garde"/>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raClrScheme>
      <a:clrScheme name="Standard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Standard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Standard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Standard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Standard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Standard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Standard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Standard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Standard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Standard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Standard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Standard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Larissa-Design">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Larissa-Design">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A955DCE652C8AD4696A873B53CCA776C" ma:contentTypeVersion="9" ma:contentTypeDescription="Ein neues Dokument erstellen." ma:contentTypeScope="" ma:versionID="a75b0d271db8e156752fd3af9960f3e7">
  <xsd:schema xmlns:xsd="http://www.w3.org/2001/XMLSchema" xmlns:xs="http://www.w3.org/2001/XMLSchema" xmlns:p="http://schemas.microsoft.com/office/2006/metadata/properties" xmlns:ns2="b2bcf77a-db99-4c6d-8596-ee1fc4b01288" xmlns:ns3="ce9d32c5-4bd0-492d-a196-e5e973bfded0" targetNamespace="http://schemas.microsoft.com/office/2006/metadata/properties" ma:root="true" ma:fieldsID="0cebbb3c6120016de2a0a64c84ca3718" ns2:_="" ns3:_="">
    <xsd:import namespace="b2bcf77a-db99-4c6d-8596-ee1fc4b01288"/>
    <xsd:import namespace="ce9d32c5-4bd0-492d-a196-e5e973bfded0"/>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2bcf77a-db99-4c6d-8596-ee1fc4b0128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Bildmarkierungen" ma:readOnly="false" ma:fieldId="{5cf76f15-5ced-4ddc-b409-7134ff3c332f}" ma:taxonomyMulti="true" ma:sspId="8af48a06-ed4b-42ab-a976-5013053131ad" ma:termSetId="09814cd3-568e-fe90-9814-8d621ff8fb84" ma:anchorId="fba54fb3-c3e1-fe81-a776-ca4b69148c4d" ma:open="true" ma:isKeyword="false">
      <xsd:complexType>
        <xsd:sequence>
          <xsd:element ref="pc:Terms" minOccurs="0" maxOccurs="1"/>
        </xsd:sequence>
      </xsd:complex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ce9d32c5-4bd0-492d-a196-e5e973bfded0"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26403cb9-dd32-4e21-bcc3-676a3ed5dd23}" ma:internalName="TaxCatchAll" ma:showField="CatchAllData" ma:web="ce9d32c5-4bd0-492d-a196-e5e973bfded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ce9d32c5-4bd0-492d-a196-e5e973bfded0" xsi:nil="true"/>
    <lcf76f155ced4ddcb4097134ff3c332f xmlns="b2bcf77a-db99-4c6d-8596-ee1fc4b01288">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BD8859F2-884D-4744-8DB8-BF3A4D97DAAA}"/>
</file>

<file path=customXml/itemProps2.xml><?xml version="1.0" encoding="utf-8"?>
<ds:datastoreItem xmlns:ds="http://schemas.openxmlformats.org/officeDocument/2006/customXml" ds:itemID="{58AFE6C2-99C6-4CA5-AB2B-3A1769A5D655}"/>
</file>

<file path=customXml/itemProps3.xml><?xml version="1.0" encoding="utf-8"?>
<ds:datastoreItem xmlns:ds="http://schemas.openxmlformats.org/officeDocument/2006/customXml" ds:itemID="{F1C55EF6-58C2-4C2E-A616-C16E4ECC928C}"/>
</file>

<file path=docProps/app.xml><?xml version="1.0" encoding="utf-8"?>
<Properties xmlns="http://schemas.openxmlformats.org/officeDocument/2006/extended-properties" xmlns:vt="http://schemas.openxmlformats.org/officeDocument/2006/docPropsVTypes">
  <Template/>
  <TotalTime>0</TotalTime>
  <Words>357</Words>
  <Application>Microsoft Office PowerPoint</Application>
  <PresentationFormat>Bildschirmpräsentation (4:3)</PresentationFormat>
  <Paragraphs>28</Paragraphs>
  <Slides>10</Slides>
  <Notes>10</Notes>
  <HiddenSlides>0</HiddenSlides>
  <MMClips>0</MMClips>
  <ScaleCrop>false</ScaleCrop>
  <HeadingPairs>
    <vt:vector size="6" baseType="variant">
      <vt:variant>
        <vt:lpstr>Verwendete Schriftarten</vt:lpstr>
      </vt:variant>
      <vt:variant>
        <vt:i4>3</vt:i4>
      </vt:variant>
      <vt:variant>
        <vt:lpstr>Design</vt:lpstr>
      </vt:variant>
      <vt:variant>
        <vt:i4>1</vt:i4>
      </vt:variant>
      <vt:variant>
        <vt:lpstr>Folientitel</vt:lpstr>
      </vt:variant>
      <vt:variant>
        <vt:i4>10</vt:i4>
      </vt:variant>
    </vt:vector>
  </HeadingPairs>
  <TitlesOfParts>
    <vt:vector size="14" baseType="lpstr">
      <vt:lpstr>Arial</vt:lpstr>
      <vt:lpstr>Avant Garde</vt:lpstr>
      <vt:lpstr>Futura Lt BT</vt:lpstr>
      <vt:lpstr>Standarddesign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Company>IBB</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Bits und Bytes</dc:title>
  <dc:subject>Computer intern</dc:subject>
  <dc:creator>Roland Toll</dc:creator>
  <cp:lastModifiedBy>Specht, Sven</cp:lastModifiedBy>
  <cp:revision>359</cp:revision>
  <cp:lastPrinted>2009-04-06T20:41:57Z</cp:lastPrinted>
  <dcterms:created xsi:type="dcterms:W3CDTF">2006-06-02T12:44:24Z</dcterms:created>
  <dcterms:modified xsi:type="dcterms:W3CDTF">2024-10-21T11:27:40Z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0x010100A955DCE652C8AD4696A873B53CCA776C</vt:lpwstr>
  </property>
</Properties>
</file>