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</p:sldIdLst>
  <p:sldSz cx="9144000" cy="6858000" type="screen4x3"/>
  <p:notesSz cx="9144000" cy="6858000"/>
  <p:embeddedFontLst>
    <p:embeddedFont>
      <p:font typeface="ATFDDV+Arial" panose="020B0604020202020204" charset="0"/>
      <p:regular r:id="rId14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öffelbein, Katharina" userId="aba94c25-feb6-44e0-b21d-7550891d6061" providerId="ADAL" clId="{422C0213-18BD-40BA-AC8A-89C12374F908}"/>
    <pc:docChg chg="delSld">
      <pc:chgData name="Löffelbein, Katharina" userId="aba94c25-feb6-44e0-b21d-7550891d6061" providerId="ADAL" clId="{422C0213-18BD-40BA-AC8A-89C12374F908}" dt="2026-09-11T09:35:50.123" v="81" actId="47"/>
      <pc:docMkLst>
        <pc:docMk/>
      </pc:docMkLst>
      <pc:sldChg chg="del">
        <pc:chgData name="Löffelbein, Katharina" userId="aba94c25-feb6-44e0-b21d-7550891d6061" providerId="ADAL" clId="{422C0213-18BD-40BA-AC8A-89C12374F908}" dt="2026-09-11T09:35:23.617" v="0" actId="47"/>
        <pc:sldMkLst>
          <pc:docMk/>
          <pc:sldMk cId="0" sldId="257"/>
        </pc:sldMkLst>
      </pc:sldChg>
      <pc:sldChg chg="del">
        <pc:chgData name="Löffelbein, Katharina" userId="aba94c25-feb6-44e0-b21d-7550891d6061" providerId="ADAL" clId="{422C0213-18BD-40BA-AC8A-89C12374F908}" dt="2026-09-11T09:35:24.935" v="1" actId="47"/>
        <pc:sldMkLst>
          <pc:docMk/>
          <pc:sldMk cId="0" sldId="258"/>
        </pc:sldMkLst>
      </pc:sldChg>
      <pc:sldChg chg="del">
        <pc:chgData name="Löffelbein, Katharina" userId="aba94c25-feb6-44e0-b21d-7550891d6061" providerId="ADAL" clId="{422C0213-18BD-40BA-AC8A-89C12374F908}" dt="2026-09-11T09:35:27.050" v="2" actId="47"/>
        <pc:sldMkLst>
          <pc:docMk/>
          <pc:sldMk cId="0" sldId="259"/>
        </pc:sldMkLst>
      </pc:sldChg>
      <pc:sldChg chg="del">
        <pc:chgData name="Löffelbein, Katharina" userId="aba94c25-feb6-44e0-b21d-7550891d6061" providerId="ADAL" clId="{422C0213-18BD-40BA-AC8A-89C12374F908}" dt="2026-09-11T09:35:27.608" v="3" actId="47"/>
        <pc:sldMkLst>
          <pc:docMk/>
          <pc:sldMk cId="0" sldId="260"/>
        </pc:sldMkLst>
      </pc:sldChg>
      <pc:sldChg chg="del">
        <pc:chgData name="Löffelbein, Katharina" userId="aba94c25-feb6-44e0-b21d-7550891d6061" providerId="ADAL" clId="{422C0213-18BD-40BA-AC8A-89C12374F908}" dt="2026-09-11T09:35:28.087" v="4" actId="47"/>
        <pc:sldMkLst>
          <pc:docMk/>
          <pc:sldMk cId="0" sldId="261"/>
        </pc:sldMkLst>
      </pc:sldChg>
      <pc:sldChg chg="del">
        <pc:chgData name="Löffelbein, Katharina" userId="aba94c25-feb6-44e0-b21d-7550891d6061" providerId="ADAL" clId="{422C0213-18BD-40BA-AC8A-89C12374F908}" dt="2026-09-11T09:35:28.483" v="5" actId="47"/>
        <pc:sldMkLst>
          <pc:docMk/>
          <pc:sldMk cId="0" sldId="262"/>
        </pc:sldMkLst>
      </pc:sldChg>
      <pc:sldChg chg="del">
        <pc:chgData name="Löffelbein, Katharina" userId="aba94c25-feb6-44e0-b21d-7550891d6061" providerId="ADAL" clId="{422C0213-18BD-40BA-AC8A-89C12374F908}" dt="2026-09-11T09:35:28.692" v="6" actId="47"/>
        <pc:sldMkLst>
          <pc:docMk/>
          <pc:sldMk cId="0" sldId="263"/>
        </pc:sldMkLst>
      </pc:sldChg>
      <pc:sldChg chg="del">
        <pc:chgData name="Löffelbein, Katharina" userId="aba94c25-feb6-44e0-b21d-7550891d6061" providerId="ADAL" clId="{422C0213-18BD-40BA-AC8A-89C12374F908}" dt="2026-09-11T09:35:28.820" v="7" actId="47"/>
        <pc:sldMkLst>
          <pc:docMk/>
          <pc:sldMk cId="0" sldId="264"/>
        </pc:sldMkLst>
      </pc:sldChg>
      <pc:sldChg chg="del">
        <pc:chgData name="Löffelbein, Katharina" userId="aba94c25-feb6-44e0-b21d-7550891d6061" providerId="ADAL" clId="{422C0213-18BD-40BA-AC8A-89C12374F908}" dt="2026-09-11T09:35:28.999" v="8" actId="47"/>
        <pc:sldMkLst>
          <pc:docMk/>
          <pc:sldMk cId="0" sldId="265"/>
        </pc:sldMkLst>
      </pc:sldChg>
      <pc:sldChg chg="del">
        <pc:chgData name="Löffelbein, Katharina" userId="aba94c25-feb6-44e0-b21d-7550891d6061" providerId="ADAL" clId="{422C0213-18BD-40BA-AC8A-89C12374F908}" dt="2026-09-11T09:35:29.147" v="9" actId="47"/>
        <pc:sldMkLst>
          <pc:docMk/>
          <pc:sldMk cId="0" sldId="266"/>
        </pc:sldMkLst>
      </pc:sldChg>
      <pc:sldChg chg="del">
        <pc:chgData name="Löffelbein, Katharina" userId="aba94c25-feb6-44e0-b21d-7550891d6061" providerId="ADAL" clId="{422C0213-18BD-40BA-AC8A-89C12374F908}" dt="2026-09-11T09:35:29.311" v="10" actId="47"/>
        <pc:sldMkLst>
          <pc:docMk/>
          <pc:sldMk cId="0" sldId="267"/>
        </pc:sldMkLst>
      </pc:sldChg>
      <pc:sldChg chg="del">
        <pc:chgData name="Löffelbein, Katharina" userId="aba94c25-feb6-44e0-b21d-7550891d6061" providerId="ADAL" clId="{422C0213-18BD-40BA-AC8A-89C12374F908}" dt="2026-09-11T09:35:29.444" v="11" actId="47"/>
        <pc:sldMkLst>
          <pc:docMk/>
          <pc:sldMk cId="0" sldId="268"/>
        </pc:sldMkLst>
      </pc:sldChg>
      <pc:sldChg chg="del">
        <pc:chgData name="Löffelbein, Katharina" userId="aba94c25-feb6-44e0-b21d-7550891d6061" providerId="ADAL" clId="{422C0213-18BD-40BA-AC8A-89C12374F908}" dt="2026-09-11T09:35:29.576" v="12" actId="47"/>
        <pc:sldMkLst>
          <pc:docMk/>
          <pc:sldMk cId="0" sldId="269"/>
        </pc:sldMkLst>
      </pc:sldChg>
      <pc:sldChg chg="del">
        <pc:chgData name="Löffelbein, Katharina" userId="aba94c25-feb6-44e0-b21d-7550891d6061" providerId="ADAL" clId="{422C0213-18BD-40BA-AC8A-89C12374F908}" dt="2026-09-11T09:35:29.737" v="13" actId="47"/>
        <pc:sldMkLst>
          <pc:docMk/>
          <pc:sldMk cId="0" sldId="270"/>
        </pc:sldMkLst>
      </pc:sldChg>
      <pc:sldChg chg="del">
        <pc:chgData name="Löffelbein, Katharina" userId="aba94c25-feb6-44e0-b21d-7550891d6061" providerId="ADAL" clId="{422C0213-18BD-40BA-AC8A-89C12374F908}" dt="2026-09-11T09:35:30.118" v="14" actId="47"/>
        <pc:sldMkLst>
          <pc:docMk/>
          <pc:sldMk cId="0" sldId="271"/>
        </pc:sldMkLst>
      </pc:sldChg>
      <pc:sldChg chg="del">
        <pc:chgData name="Löffelbein, Katharina" userId="aba94c25-feb6-44e0-b21d-7550891d6061" providerId="ADAL" clId="{422C0213-18BD-40BA-AC8A-89C12374F908}" dt="2026-09-11T09:35:30.343" v="15" actId="47"/>
        <pc:sldMkLst>
          <pc:docMk/>
          <pc:sldMk cId="0" sldId="272"/>
        </pc:sldMkLst>
      </pc:sldChg>
      <pc:sldChg chg="del">
        <pc:chgData name="Löffelbein, Katharina" userId="aba94c25-feb6-44e0-b21d-7550891d6061" providerId="ADAL" clId="{422C0213-18BD-40BA-AC8A-89C12374F908}" dt="2026-09-11T09:35:30.542" v="16" actId="47"/>
        <pc:sldMkLst>
          <pc:docMk/>
          <pc:sldMk cId="0" sldId="273"/>
        </pc:sldMkLst>
      </pc:sldChg>
      <pc:sldChg chg="del">
        <pc:chgData name="Löffelbein, Katharina" userId="aba94c25-feb6-44e0-b21d-7550891d6061" providerId="ADAL" clId="{422C0213-18BD-40BA-AC8A-89C12374F908}" dt="2026-09-11T09:35:30.776" v="17" actId="47"/>
        <pc:sldMkLst>
          <pc:docMk/>
          <pc:sldMk cId="0" sldId="274"/>
        </pc:sldMkLst>
      </pc:sldChg>
      <pc:sldChg chg="del">
        <pc:chgData name="Löffelbein, Katharina" userId="aba94c25-feb6-44e0-b21d-7550891d6061" providerId="ADAL" clId="{422C0213-18BD-40BA-AC8A-89C12374F908}" dt="2026-09-11T09:35:31.041" v="18" actId="47"/>
        <pc:sldMkLst>
          <pc:docMk/>
          <pc:sldMk cId="0" sldId="275"/>
        </pc:sldMkLst>
      </pc:sldChg>
      <pc:sldChg chg="del">
        <pc:chgData name="Löffelbein, Katharina" userId="aba94c25-feb6-44e0-b21d-7550891d6061" providerId="ADAL" clId="{422C0213-18BD-40BA-AC8A-89C12374F908}" dt="2026-09-11T09:35:31.480" v="19" actId="47"/>
        <pc:sldMkLst>
          <pc:docMk/>
          <pc:sldMk cId="0" sldId="276"/>
        </pc:sldMkLst>
      </pc:sldChg>
      <pc:sldChg chg="del">
        <pc:chgData name="Löffelbein, Katharina" userId="aba94c25-feb6-44e0-b21d-7550891d6061" providerId="ADAL" clId="{422C0213-18BD-40BA-AC8A-89C12374F908}" dt="2026-09-11T09:35:31.740" v="20" actId="47"/>
        <pc:sldMkLst>
          <pc:docMk/>
          <pc:sldMk cId="0" sldId="277"/>
        </pc:sldMkLst>
      </pc:sldChg>
      <pc:sldChg chg="del">
        <pc:chgData name="Löffelbein, Katharina" userId="aba94c25-feb6-44e0-b21d-7550891d6061" providerId="ADAL" clId="{422C0213-18BD-40BA-AC8A-89C12374F908}" dt="2026-09-11T09:35:32.014" v="21" actId="47"/>
        <pc:sldMkLst>
          <pc:docMk/>
          <pc:sldMk cId="0" sldId="278"/>
        </pc:sldMkLst>
      </pc:sldChg>
      <pc:sldChg chg="del">
        <pc:chgData name="Löffelbein, Katharina" userId="aba94c25-feb6-44e0-b21d-7550891d6061" providerId="ADAL" clId="{422C0213-18BD-40BA-AC8A-89C12374F908}" dt="2026-09-11T09:35:32.375" v="22" actId="47"/>
        <pc:sldMkLst>
          <pc:docMk/>
          <pc:sldMk cId="0" sldId="279"/>
        </pc:sldMkLst>
      </pc:sldChg>
      <pc:sldChg chg="del">
        <pc:chgData name="Löffelbein, Katharina" userId="aba94c25-feb6-44e0-b21d-7550891d6061" providerId="ADAL" clId="{422C0213-18BD-40BA-AC8A-89C12374F908}" dt="2026-09-11T09:35:32.649" v="23" actId="47"/>
        <pc:sldMkLst>
          <pc:docMk/>
          <pc:sldMk cId="0" sldId="280"/>
        </pc:sldMkLst>
      </pc:sldChg>
      <pc:sldChg chg="del">
        <pc:chgData name="Löffelbein, Katharina" userId="aba94c25-feb6-44e0-b21d-7550891d6061" providerId="ADAL" clId="{422C0213-18BD-40BA-AC8A-89C12374F908}" dt="2026-09-11T09:35:33.018" v="24" actId="47"/>
        <pc:sldMkLst>
          <pc:docMk/>
          <pc:sldMk cId="0" sldId="281"/>
        </pc:sldMkLst>
      </pc:sldChg>
      <pc:sldChg chg="del">
        <pc:chgData name="Löffelbein, Katharina" userId="aba94c25-feb6-44e0-b21d-7550891d6061" providerId="ADAL" clId="{422C0213-18BD-40BA-AC8A-89C12374F908}" dt="2026-09-11T09:35:33.316" v="25" actId="47"/>
        <pc:sldMkLst>
          <pc:docMk/>
          <pc:sldMk cId="0" sldId="282"/>
        </pc:sldMkLst>
      </pc:sldChg>
      <pc:sldChg chg="del">
        <pc:chgData name="Löffelbein, Katharina" userId="aba94c25-feb6-44e0-b21d-7550891d6061" providerId="ADAL" clId="{422C0213-18BD-40BA-AC8A-89C12374F908}" dt="2026-09-11T09:35:33.743" v="26" actId="47"/>
        <pc:sldMkLst>
          <pc:docMk/>
          <pc:sldMk cId="0" sldId="283"/>
        </pc:sldMkLst>
      </pc:sldChg>
      <pc:sldChg chg="del">
        <pc:chgData name="Löffelbein, Katharina" userId="aba94c25-feb6-44e0-b21d-7550891d6061" providerId="ADAL" clId="{422C0213-18BD-40BA-AC8A-89C12374F908}" dt="2026-09-11T09:35:34.034" v="27" actId="47"/>
        <pc:sldMkLst>
          <pc:docMk/>
          <pc:sldMk cId="0" sldId="284"/>
        </pc:sldMkLst>
      </pc:sldChg>
      <pc:sldChg chg="del">
        <pc:chgData name="Löffelbein, Katharina" userId="aba94c25-feb6-44e0-b21d-7550891d6061" providerId="ADAL" clId="{422C0213-18BD-40BA-AC8A-89C12374F908}" dt="2026-09-11T09:35:34.332" v="28" actId="47"/>
        <pc:sldMkLst>
          <pc:docMk/>
          <pc:sldMk cId="0" sldId="285"/>
        </pc:sldMkLst>
      </pc:sldChg>
      <pc:sldChg chg="del">
        <pc:chgData name="Löffelbein, Katharina" userId="aba94c25-feb6-44e0-b21d-7550891d6061" providerId="ADAL" clId="{422C0213-18BD-40BA-AC8A-89C12374F908}" dt="2026-09-11T09:35:34.593" v="29" actId="47"/>
        <pc:sldMkLst>
          <pc:docMk/>
          <pc:sldMk cId="0" sldId="286"/>
        </pc:sldMkLst>
      </pc:sldChg>
      <pc:sldChg chg="del">
        <pc:chgData name="Löffelbein, Katharina" userId="aba94c25-feb6-44e0-b21d-7550891d6061" providerId="ADAL" clId="{422C0213-18BD-40BA-AC8A-89C12374F908}" dt="2026-09-11T09:35:34.830" v="30" actId="47"/>
        <pc:sldMkLst>
          <pc:docMk/>
          <pc:sldMk cId="0" sldId="287"/>
        </pc:sldMkLst>
      </pc:sldChg>
      <pc:sldChg chg="del">
        <pc:chgData name="Löffelbein, Katharina" userId="aba94c25-feb6-44e0-b21d-7550891d6061" providerId="ADAL" clId="{422C0213-18BD-40BA-AC8A-89C12374F908}" dt="2026-09-11T09:35:35.060" v="31" actId="47"/>
        <pc:sldMkLst>
          <pc:docMk/>
          <pc:sldMk cId="0" sldId="288"/>
        </pc:sldMkLst>
      </pc:sldChg>
      <pc:sldChg chg="del">
        <pc:chgData name="Löffelbein, Katharina" userId="aba94c25-feb6-44e0-b21d-7550891d6061" providerId="ADAL" clId="{422C0213-18BD-40BA-AC8A-89C12374F908}" dt="2026-09-11T09:35:35.237" v="32" actId="47"/>
        <pc:sldMkLst>
          <pc:docMk/>
          <pc:sldMk cId="0" sldId="289"/>
        </pc:sldMkLst>
      </pc:sldChg>
      <pc:sldChg chg="del">
        <pc:chgData name="Löffelbein, Katharina" userId="aba94c25-feb6-44e0-b21d-7550891d6061" providerId="ADAL" clId="{422C0213-18BD-40BA-AC8A-89C12374F908}" dt="2026-09-11T09:35:35.427" v="33" actId="47"/>
        <pc:sldMkLst>
          <pc:docMk/>
          <pc:sldMk cId="0" sldId="290"/>
        </pc:sldMkLst>
      </pc:sldChg>
      <pc:sldChg chg="del">
        <pc:chgData name="Löffelbein, Katharina" userId="aba94c25-feb6-44e0-b21d-7550891d6061" providerId="ADAL" clId="{422C0213-18BD-40BA-AC8A-89C12374F908}" dt="2026-09-11T09:35:35.811" v="34" actId="47"/>
        <pc:sldMkLst>
          <pc:docMk/>
          <pc:sldMk cId="0" sldId="291"/>
        </pc:sldMkLst>
      </pc:sldChg>
      <pc:sldChg chg="del">
        <pc:chgData name="Löffelbein, Katharina" userId="aba94c25-feb6-44e0-b21d-7550891d6061" providerId="ADAL" clId="{422C0213-18BD-40BA-AC8A-89C12374F908}" dt="2026-09-11T09:35:36.071" v="35" actId="47"/>
        <pc:sldMkLst>
          <pc:docMk/>
          <pc:sldMk cId="0" sldId="292"/>
        </pc:sldMkLst>
      </pc:sldChg>
      <pc:sldChg chg="del">
        <pc:chgData name="Löffelbein, Katharina" userId="aba94c25-feb6-44e0-b21d-7550891d6061" providerId="ADAL" clId="{422C0213-18BD-40BA-AC8A-89C12374F908}" dt="2026-09-11T09:35:36.317" v="36" actId="47"/>
        <pc:sldMkLst>
          <pc:docMk/>
          <pc:sldMk cId="0" sldId="293"/>
        </pc:sldMkLst>
      </pc:sldChg>
      <pc:sldChg chg="del">
        <pc:chgData name="Löffelbein, Katharina" userId="aba94c25-feb6-44e0-b21d-7550891d6061" providerId="ADAL" clId="{422C0213-18BD-40BA-AC8A-89C12374F908}" dt="2026-09-11T09:35:36.548" v="37" actId="47"/>
        <pc:sldMkLst>
          <pc:docMk/>
          <pc:sldMk cId="0" sldId="294"/>
        </pc:sldMkLst>
      </pc:sldChg>
      <pc:sldChg chg="del">
        <pc:chgData name="Löffelbein, Katharina" userId="aba94c25-feb6-44e0-b21d-7550891d6061" providerId="ADAL" clId="{422C0213-18BD-40BA-AC8A-89C12374F908}" dt="2026-09-11T09:35:36.806" v="38" actId="47"/>
        <pc:sldMkLst>
          <pc:docMk/>
          <pc:sldMk cId="0" sldId="295"/>
        </pc:sldMkLst>
      </pc:sldChg>
      <pc:sldChg chg="del">
        <pc:chgData name="Löffelbein, Katharina" userId="aba94c25-feb6-44e0-b21d-7550891d6061" providerId="ADAL" clId="{422C0213-18BD-40BA-AC8A-89C12374F908}" dt="2026-09-11T09:35:37.027" v="39" actId="47"/>
        <pc:sldMkLst>
          <pc:docMk/>
          <pc:sldMk cId="0" sldId="296"/>
        </pc:sldMkLst>
      </pc:sldChg>
      <pc:sldChg chg="del">
        <pc:chgData name="Löffelbein, Katharina" userId="aba94c25-feb6-44e0-b21d-7550891d6061" providerId="ADAL" clId="{422C0213-18BD-40BA-AC8A-89C12374F908}" dt="2026-09-11T09:35:37.258" v="40" actId="47"/>
        <pc:sldMkLst>
          <pc:docMk/>
          <pc:sldMk cId="0" sldId="297"/>
        </pc:sldMkLst>
      </pc:sldChg>
      <pc:sldChg chg="del">
        <pc:chgData name="Löffelbein, Katharina" userId="aba94c25-feb6-44e0-b21d-7550891d6061" providerId="ADAL" clId="{422C0213-18BD-40BA-AC8A-89C12374F908}" dt="2026-09-11T09:35:37.511" v="41" actId="47"/>
        <pc:sldMkLst>
          <pc:docMk/>
          <pc:sldMk cId="0" sldId="298"/>
        </pc:sldMkLst>
      </pc:sldChg>
      <pc:sldChg chg="del">
        <pc:chgData name="Löffelbein, Katharina" userId="aba94c25-feb6-44e0-b21d-7550891d6061" providerId="ADAL" clId="{422C0213-18BD-40BA-AC8A-89C12374F908}" dt="2026-09-11T09:35:37.776" v="42" actId="47"/>
        <pc:sldMkLst>
          <pc:docMk/>
          <pc:sldMk cId="0" sldId="299"/>
        </pc:sldMkLst>
      </pc:sldChg>
      <pc:sldChg chg="del">
        <pc:chgData name="Löffelbein, Katharina" userId="aba94c25-feb6-44e0-b21d-7550891d6061" providerId="ADAL" clId="{422C0213-18BD-40BA-AC8A-89C12374F908}" dt="2026-09-11T09:35:38.033" v="43" actId="47"/>
        <pc:sldMkLst>
          <pc:docMk/>
          <pc:sldMk cId="0" sldId="300"/>
        </pc:sldMkLst>
      </pc:sldChg>
      <pc:sldChg chg="del">
        <pc:chgData name="Löffelbein, Katharina" userId="aba94c25-feb6-44e0-b21d-7550891d6061" providerId="ADAL" clId="{422C0213-18BD-40BA-AC8A-89C12374F908}" dt="2026-09-11T09:35:38.260" v="44" actId="47"/>
        <pc:sldMkLst>
          <pc:docMk/>
          <pc:sldMk cId="0" sldId="301"/>
        </pc:sldMkLst>
      </pc:sldChg>
      <pc:sldChg chg="del">
        <pc:chgData name="Löffelbein, Katharina" userId="aba94c25-feb6-44e0-b21d-7550891d6061" providerId="ADAL" clId="{422C0213-18BD-40BA-AC8A-89C12374F908}" dt="2026-09-11T09:35:38.873" v="46" actId="47"/>
        <pc:sldMkLst>
          <pc:docMk/>
          <pc:sldMk cId="0" sldId="303"/>
        </pc:sldMkLst>
      </pc:sldChg>
      <pc:sldChg chg="del">
        <pc:chgData name="Löffelbein, Katharina" userId="aba94c25-feb6-44e0-b21d-7550891d6061" providerId="ADAL" clId="{422C0213-18BD-40BA-AC8A-89C12374F908}" dt="2026-09-11T09:35:39.382" v="48" actId="47"/>
        <pc:sldMkLst>
          <pc:docMk/>
          <pc:sldMk cId="0" sldId="305"/>
        </pc:sldMkLst>
      </pc:sldChg>
      <pc:sldChg chg="del">
        <pc:chgData name="Löffelbein, Katharina" userId="aba94c25-feb6-44e0-b21d-7550891d6061" providerId="ADAL" clId="{422C0213-18BD-40BA-AC8A-89C12374F908}" dt="2026-09-11T09:35:39.892" v="50" actId="47"/>
        <pc:sldMkLst>
          <pc:docMk/>
          <pc:sldMk cId="0" sldId="306"/>
        </pc:sldMkLst>
      </pc:sldChg>
      <pc:sldChg chg="del">
        <pc:chgData name="Löffelbein, Katharina" userId="aba94c25-feb6-44e0-b21d-7550891d6061" providerId="ADAL" clId="{422C0213-18BD-40BA-AC8A-89C12374F908}" dt="2026-09-11T09:35:40.134" v="51" actId="47"/>
        <pc:sldMkLst>
          <pc:docMk/>
          <pc:sldMk cId="0" sldId="307"/>
        </pc:sldMkLst>
      </pc:sldChg>
      <pc:sldChg chg="del">
        <pc:chgData name="Löffelbein, Katharina" userId="aba94c25-feb6-44e0-b21d-7550891d6061" providerId="ADAL" clId="{422C0213-18BD-40BA-AC8A-89C12374F908}" dt="2026-09-11T09:35:40.379" v="52" actId="47"/>
        <pc:sldMkLst>
          <pc:docMk/>
          <pc:sldMk cId="0" sldId="308"/>
        </pc:sldMkLst>
      </pc:sldChg>
      <pc:sldChg chg="del">
        <pc:chgData name="Löffelbein, Katharina" userId="aba94c25-feb6-44e0-b21d-7550891d6061" providerId="ADAL" clId="{422C0213-18BD-40BA-AC8A-89C12374F908}" dt="2026-09-11T09:35:40.595" v="53" actId="47"/>
        <pc:sldMkLst>
          <pc:docMk/>
          <pc:sldMk cId="0" sldId="309"/>
        </pc:sldMkLst>
      </pc:sldChg>
      <pc:sldChg chg="del">
        <pc:chgData name="Löffelbein, Katharina" userId="aba94c25-feb6-44e0-b21d-7550891d6061" providerId="ADAL" clId="{422C0213-18BD-40BA-AC8A-89C12374F908}" dt="2026-09-11T09:35:40.808" v="54" actId="47"/>
        <pc:sldMkLst>
          <pc:docMk/>
          <pc:sldMk cId="0" sldId="310"/>
        </pc:sldMkLst>
      </pc:sldChg>
      <pc:sldChg chg="del">
        <pc:chgData name="Löffelbein, Katharina" userId="aba94c25-feb6-44e0-b21d-7550891d6061" providerId="ADAL" clId="{422C0213-18BD-40BA-AC8A-89C12374F908}" dt="2026-09-11T09:35:41.541" v="57" actId="47"/>
        <pc:sldMkLst>
          <pc:docMk/>
          <pc:sldMk cId="0" sldId="311"/>
        </pc:sldMkLst>
      </pc:sldChg>
      <pc:sldChg chg="del">
        <pc:chgData name="Löffelbein, Katharina" userId="aba94c25-feb6-44e0-b21d-7550891d6061" providerId="ADAL" clId="{422C0213-18BD-40BA-AC8A-89C12374F908}" dt="2026-09-11T09:35:41.726" v="58" actId="47"/>
        <pc:sldMkLst>
          <pc:docMk/>
          <pc:sldMk cId="0" sldId="312"/>
        </pc:sldMkLst>
      </pc:sldChg>
      <pc:sldChg chg="del">
        <pc:chgData name="Löffelbein, Katharina" userId="aba94c25-feb6-44e0-b21d-7550891d6061" providerId="ADAL" clId="{422C0213-18BD-40BA-AC8A-89C12374F908}" dt="2026-09-11T09:35:42.112" v="60" actId="47"/>
        <pc:sldMkLst>
          <pc:docMk/>
          <pc:sldMk cId="0" sldId="314"/>
        </pc:sldMkLst>
      </pc:sldChg>
      <pc:sldChg chg="del">
        <pc:chgData name="Löffelbein, Katharina" userId="aba94c25-feb6-44e0-b21d-7550891d6061" providerId="ADAL" clId="{422C0213-18BD-40BA-AC8A-89C12374F908}" dt="2026-09-11T09:35:42.359" v="61" actId="47"/>
        <pc:sldMkLst>
          <pc:docMk/>
          <pc:sldMk cId="0" sldId="315"/>
        </pc:sldMkLst>
      </pc:sldChg>
      <pc:sldChg chg="del">
        <pc:chgData name="Löffelbein, Katharina" userId="aba94c25-feb6-44e0-b21d-7550891d6061" providerId="ADAL" clId="{422C0213-18BD-40BA-AC8A-89C12374F908}" dt="2026-09-11T09:35:42.527" v="62" actId="47"/>
        <pc:sldMkLst>
          <pc:docMk/>
          <pc:sldMk cId="0" sldId="316"/>
        </pc:sldMkLst>
      </pc:sldChg>
      <pc:sldChg chg="del">
        <pc:chgData name="Löffelbein, Katharina" userId="aba94c25-feb6-44e0-b21d-7550891d6061" providerId="ADAL" clId="{422C0213-18BD-40BA-AC8A-89C12374F908}" dt="2026-09-11T09:35:42.752" v="63" actId="47"/>
        <pc:sldMkLst>
          <pc:docMk/>
          <pc:sldMk cId="0" sldId="317"/>
        </pc:sldMkLst>
      </pc:sldChg>
      <pc:sldChg chg="del">
        <pc:chgData name="Löffelbein, Katharina" userId="aba94c25-feb6-44e0-b21d-7550891d6061" providerId="ADAL" clId="{422C0213-18BD-40BA-AC8A-89C12374F908}" dt="2026-09-11T09:35:43.006" v="64" actId="47"/>
        <pc:sldMkLst>
          <pc:docMk/>
          <pc:sldMk cId="0" sldId="318"/>
        </pc:sldMkLst>
      </pc:sldChg>
      <pc:sldChg chg="del">
        <pc:chgData name="Löffelbein, Katharina" userId="aba94c25-feb6-44e0-b21d-7550891d6061" providerId="ADAL" clId="{422C0213-18BD-40BA-AC8A-89C12374F908}" dt="2026-09-11T09:35:43.925" v="65" actId="47"/>
        <pc:sldMkLst>
          <pc:docMk/>
          <pc:sldMk cId="0" sldId="319"/>
        </pc:sldMkLst>
      </pc:sldChg>
      <pc:sldChg chg="del">
        <pc:chgData name="Löffelbein, Katharina" userId="aba94c25-feb6-44e0-b21d-7550891d6061" providerId="ADAL" clId="{422C0213-18BD-40BA-AC8A-89C12374F908}" dt="2026-09-11T09:35:44.240" v="66" actId="47"/>
        <pc:sldMkLst>
          <pc:docMk/>
          <pc:sldMk cId="0" sldId="320"/>
        </pc:sldMkLst>
      </pc:sldChg>
      <pc:sldChg chg="del">
        <pc:chgData name="Löffelbein, Katharina" userId="aba94c25-feb6-44e0-b21d-7550891d6061" providerId="ADAL" clId="{422C0213-18BD-40BA-AC8A-89C12374F908}" dt="2026-09-11T09:35:44.593" v="67" actId="47"/>
        <pc:sldMkLst>
          <pc:docMk/>
          <pc:sldMk cId="0" sldId="321"/>
        </pc:sldMkLst>
      </pc:sldChg>
      <pc:sldChg chg="del">
        <pc:chgData name="Löffelbein, Katharina" userId="aba94c25-feb6-44e0-b21d-7550891d6061" providerId="ADAL" clId="{422C0213-18BD-40BA-AC8A-89C12374F908}" dt="2026-09-11T09:35:44.938" v="68" actId="47"/>
        <pc:sldMkLst>
          <pc:docMk/>
          <pc:sldMk cId="0" sldId="322"/>
        </pc:sldMkLst>
      </pc:sldChg>
      <pc:sldChg chg="del">
        <pc:chgData name="Löffelbein, Katharina" userId="aba94c25-feb6-44e0-b21d-7550891d6061" providerId="ADAL" clId="{422C0213-18BD-40BA-AC8A-89C12374F908}" dt="2026-09-11T09:35:45.421" v="69" actId="47"/>
        <pc:sldMkLst>
          <pc:docMk/>
          <pc:sldMk cId="0" sldId="324"/>
        </pc:sldMkLst>
      </pc:sldChg>
      <pc:sldChg chg="del">
        <pc:chgData name="Löffelbein, Katharina" userId="aba94c25-feb6-44e0-b21d-7550891d6061" providerId="ADAL" clId="{422C0213-18BD-40BA-AC8A-89C12374F908}" dt="2026-09-11T09:35:45.964" v="70" actId="47"/>
        <pc:sldMkLst>
          <pc:docMk/>
          <pc:sldMk cId="0" sldId="325"/>
        </pc:sldMkLst>
      </pc:sldChg>
      <pc:sldChg chg="del">
        <pc:chgData name="Löffelbein, Katharina" userId="aba94c25-feb6-44e0-b21d-7550891d6061" providerId="ADAL" clId="{422C0213-18BD-40BA-AC8A-89C12374F908}" dt="2026-09-11T09:35:46.447" v="71" actId="47"/>
        <pc:sldMkLst>
          <pc:docMk/>
          <pc:sldMk cId="0" sldId="326"/>
        </pc:sldMkLst>
      </pc:sldChg>
      <pc:sldChg chg="del">
        <pc:chgData name="Löffelbein, Katharina" userId="aba94c25-feb6-44e0-b21d-7550891d6061" providerId="ADAL" clId="{422C0213-18BD-40BA-AC8A-89C12374F908}" dt="2026-09-11T09:35:46.798" v="72" actId="47"/>
        <pc:sldMkLst>
          <pc:docMk/>
          <pc:sldMk cId="0" sldId="327"/>
        </pc:sldMkLst>
      </pc:sldChg>
      <pc:sldChg chg="del">
        <pc:chgData name="Löffelbein, Katharina" userId="aba94c25-feb6-44e0-b21d-7550891d6061" providerId="ADAL" clId="{422C0213-18BD-40BA-AC8A-89C12374F908}" dt="2026-09-11T09:35:47.138" v="73" actId="47"/>
        <pc:sldMkLst>
          <pc:docMk/>
          <pc:sldMk cId="0" sldId="328"/>
        </pc:sldMkLst>
      </pc:sldChg>
      <pc:sldChg chg="del">
        <pc:chgData name="Löffelbein, Katharina" userId="aba94c25-feb6-44e0-b21d-7550891d6061" providerId="ADAL" clId="{422C0213-18BD-40BA-AC8A-89C12374F908}" dt="2026-09-11T09:35:47.479" v="74" actId="47"/>
        <pc:sldMkLst>
          <pc:docMk/>
          <pc:sldMk cId="0" sldId="329"/>
        </pc:sldMkLst>
      </pc:sldChg>
      <pc:sldChg chg="del">
        <pc:chgData name="Löffelbein, Katharina" userId="aba94c25-feb6-44e0-b21d-7550891d6061" providerId="ADAL" clId="{422C0213-18BD-40BA-AC8A-89C12374F908}" dt="2026-09-11T09:35:47.873" v="75" actId="47"/>
        <pc:sldMkLst>
          <pc:docMk/>
          <pc:sldMk cId="0" sldId="330"/>
        </pc:sldMkLst>
      </pc:sldChg>
      <pc:sldChg chg="del">
        <pc:chgData name="Löffelbein, Katharina" userId="aba94c25-feb6-44e0-b21d-7550891d6061" providerId="ADAL" clId="{422C0213-18BD-40BA-AC8A-89C12374F908}" dt="2026-09-11T09:35:48.227" v="76" actId="47"/>
        <pc:sldMkLst>
          <pc:docMk/>
          <pc:sldMk cId="0" sldId="331"/>
        </pc:sldMkLst>
      </pc:sldChg>
      <pc:sldChg chg="del">
        <pc:chgData name="Löffelbein, Katharina" userId="aba94c25-feb6-44e0-b21d-7550891d6061" providerId="ADAL" clId="{422C0213-18BD-40BA-AC8A-89C12374F908}" dt="2026-09-11T09:35:48.545" v="77" actId="47"/>
        <pc:sldMkLst>
          <pc:docMk/>
          <pc:sldMk cId="0" sldId="332"/>
        </pc:sldMkLst>
      </pc:sldChg>
      <pc:sldChg chg="del">
        <pc:chgData name="Löffelbein, Katharina" userId="aba94c25-feb6-44e0-b21d-7550891d6061" providerId="ADAL" clId="{422C0213-18BD-40BA-AC8A-89C12374F908}" dt="2026-09-11T09:35:48.866" v="78" actId="47"/>
        <pc:sldMkLst>
          <pc:docMk/>
          <pc:sldMk cId="0" sldId="333"/>
        </pc:sldMkLst>
      </pc:sldChg>
      <pc:sldChg chg="del">
        <pc:chgData name="Löffelbein, Katharina" userId="aba94c25-feb6-44e0-b21d-7550891d6061" providerId="ADAL" clId="{422C0213-18BD-40BA-AC8A-89C12374F908}" dt="2026-09-11T09:35:49.146" v="79" actId="47"/>
        <pc:sldMkLst>
          <pc:docMk/>
          <pc:sldMk cId="0" sldId="334"/>
        </pc:sldMkLst>
      </pc:sldChg>
      <pc:sldChg chg="del">
        <pc:chgData name="Löffelbein, Katharina" userId="aba94c25-feb6-44e0-b21d-7550891d6061" providerId="ADAL" clId="{422C0213-18BD-40BA-AC8A-89C12374F908}" dt="2026-09-11T09:35:49.524" v="80" actId="47"/>
        <pc:sldMkLst>
          <pc:docMk/>
          <pc:sldMk cId="0" sldId="335"/>
        </pc:sldMkLst>
      </pc:sldChg>
      <pc:sldChg chg="del">
        <pc:chgData name="Löffelbein, Katharina" userId="aba94c25-feb6-44e0-b21d-7550891d6061" providerId="ADAL" clId="{422C0213-18BD-40BA-AC8A-89C12374F908}" dt="2026-09-11T09:35:50.123" v="81" actId="47"/>
        <pc:sldMkLst>
          <pc:docMk/>
          <pc:sldMk cId="0" sldId="336"/>
        </pc:sldMkLst>
      </pc:sldChg>
      <pc:sldChg chg="del">
        <pc:chgData name="Löffelbein, Katharina" userId="aba94c25-feb6-44e0-b21d-7550891d6061" providerId="ADAL" clId="{422C0213-18BD-40BA-AC8A-89C12374F908}" dt="2026-09-11T09:35:38.504" v="45" actId="47"/>
        <pc:sldMkLst>
          <pc:docMk/>
          <pc:sldMk cId="3114705409" sldId="348"/>
        </pc:sldMkLst>
      </pc:sldChg>
      <pc:sldChg chg="del">
        <pc:chgData name="Löffelbein, Katharina" userId="aba94c25-feb6-44e0-b21d-7550891d6061" providerId="ADAL" clId="{422C0213-18BD-40BA-AC8A-89C12374F908}" dt="2026-09-11T09:35:39.111" v="47" actId="47"/>
        <pc:sldMkLst>
          <pc:docMk/>
          <pc:sldMk cId="3271237497" sldId="349"/>
        </pc:sldMkLst>
      </pc:sldChg>
      <pc:sldChg chg="del">
        <pc:chgData name="Löffelbein, Katharina" userId="aba94c25-feb6-44e0-b21d-7550891d6061" providerId="ADAL" clId="{422C0213-18BD-40BA-AC8A-89C12374F908}" dt="2026-09-11T09:35:41.090" v="55" actId="47"/>
        <pc:sldMkLst>
          <pc:docMk/>
          <pc:sldMk cId="1912297913" sldId="350"/>
        </pc:sldMkLst>
      </pc:sldChg>
      <pc:sldChg chg="del">
        <pc:chgData name="Löffelbein, Katharina" userId="aba94c25-feb6-44e0-b21d-7550891d6061" providerId="ADAL" clId="{422C0213-18BD-40BA-AC8A-89C12374F908}" dt="2026-09-11T09:35:41.333" v="56" actId="47"/>
        <pc:sldMkLst>
          <pc:docMk/>
          <pc:sldMk cId="2255283842" sldId="351"/>
        </pc:sldMkLst>
      </pc:sldChg>
      <pc:sldChg chg="del">
        <pc:chgData name="Löffelbein, Katharina" userId="aba94c25-feb6-44e0-b21d-7550891d6061" providerId="ADAL" clId="{422C0213-18BD-40BA-AC8A-89C12374F908}" dt="2026-09-11T09:35:41.939" v="59" actId="47"/>
        <pc:sldMkLst>
          <pc:docMk/>
          <pc:sldMk cId="2713922920" sldId="352"/>
        </pc:sldMkLst>
      </pc:sldChg>
      <pc:sldChg chg="del">
        <pc:chgData name="Löffelbein, Katharina" userId="aba94c25-feb6-44e0-b21d-7550891d6061" providerId="ADAL" clId="{422C0213-18BD-40BA-AC8A-89C12374F908}" dt="2026-09-11T09:35:39.607" v="49" actId="47"/>
        <pc:sldMkLst>
          <pc:docMk/>
          <pc:sldMk cId="190074168" sldId="35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42693" y="2527025"/>
            <a:ext cx="4816683" cy="748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93"/>
              </a:lnSpc>
              <a:spcBef>
                <a:spcPts val="0"/>
              </a:spcBef>
              <a:spcAft>
                <a:spcPts val="0"/>
              </a:spcAft>
            </a:pPr>
            <a:r>
              <a:rPr sz="5000" dirty="0">
                <a:solidFill>
                  <a:srgbClr val="C00000"/>
                </a:solidFill>
                <a:latin typeface="ATFDDV+Arial"/>
                <a:cs typeface="ATFDDV+Arial"/>
              </a:rPr>
              <a:t>Netzwerktechnik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2106" y="3957301"/>
            <a:ext cx="2010650" cy="434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898989"/>
                </a:solidFill>
                <a:latin typeface="ATFDDV+Arial"/>
                <a:cs typeface="ATFDDV+Arial"/>
              </a:rPr>
              <a:t>Grundlagen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14546" y="603251"/>
            <a:ext cx="106732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566" y="2694727"/>
            <a:ext cx="747918" cy="43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2</a:t>
            </a:r>
            <a:r>
              <a:rPr sz="2800" spc="15" baseline="29999" dirty="0">
                <a:solidFill>
                  <a:srgbClr val="000000"/>
                </a:solidFill>
                <a:latin typeface="ATFDDV+Arial"/>
                <a:cs typeface="ATFDDV+Arial"/>
              </a:rPr>
              <a:t>128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07641" y="3207045"/>
            <a:ext cx="4880114" cy="43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(≈</a:t>
            </a:r>
            <a:r>
              <a:rPr sz="28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340 Sextillionen =</a:t>
            </a:r>
            <a:r>
              <a:rPr sz="2800" spc="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3,4·10</a:t>
            </a:r>
            <a:r>
              <a:rPr sz="2800" spc="15" baseline="29999" dirty="0">
                <a:solidFill>
                  <a:srgbClr val="000000"/>
                </a:solidFill>
                <a:latin typeface="ATFDDV+Arial"/>
                <a:cs typeface="ATFDDV+Arial"/>
              </a:rPr>
              <a:t>38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1800" y="332656"/>
            <a:ext cx="409033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21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Adressbereich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9792" y="332656"/>
            <a:ext cx="409033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21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Adressbereich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9792" y="260648"/>
            <a:ext cx="4473473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Binär</a:t>
            </a:r>
            <a:r>
              <a:rPr sz="3600" spc="-22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in Hexadezimal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27784" y="332656"/>
            <a:ext cx="436876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Darstellung</a:t>
            </a:r>
            <a:r>
              <a:rPr sz="3600" spc="-30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von IPv6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03881" y="603251"/>
            <a:ext cx="40894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Aufteilung</a:t>
            </a:r>
            <a:r>
              <a:rPr sz="3600" spc="-19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von IPv6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31840" y="260648"/>
            <a:ext cx="375794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Globale</a:t>
            </a:r>
            <a:r>
              <a:rPr sz="3600" spc="-23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1800" y="260648"/>
            <a:ext cx="4265441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Link-Local</a:t>
            </a:r>
            <a:r>
              <a:rPr sz="3600" spc="-238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11760" y="260648"/>
            <a:ext cx="485019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Unique</a:t>
            </a:r>
            <a:r>
              <a:rPr sz="3600" spc="-3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Local</a:t>
            </a:r>
            <a:r>
              <a:rPr sz="3600" spc="-20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27581" y="603251"/>
            <a:ext cx="5843621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Autokonfiguration</a:t>
            </a:r>
            <a:r>
              <a:rPr sz="3600" spc="-30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vs. DHCP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91880" y="260648"/>
            <a:ext cx="2615405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15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Präfixe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</Words>
  <Application>Microsoft Office PowerPoint</Application>
  <PresentationFormat>Bildschirmpräsentation (4:3)</PresentationFormat>
  <Paragraphs>15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ATFDDV+Arial</vt:lpstr>
      <vt:lpstr>Arial</vt:lpstr>
      <vt:lpstr>Calibri</vt:lpstr>
      <vt:lpstr>Times New Roman</vt:lpstr>
      <vt:lpstr>Theme 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Löffelbein, Katharina</cp:lastModifiedBy>
  <cp:revision>11</cp:revision>
  <dcterms:modified xsi:type="dcterms:W3CDTF">2026-09-11T09:35:50Z</dcterms:modified>
</cp:coreProperties>
</file>