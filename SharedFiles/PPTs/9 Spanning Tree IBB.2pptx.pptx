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8" r:id="rId1"/>
  </p:sldMasterIdLst>
  <p:notesMasterIdLst>
    <p:notesMasterId r:id="rId12"/>
  </p:notesMasterIdLst>
  <p:handoutMasterIdLst>
    <p:handoutMasterId r:id="rId13"/>
  </p:handoutMasterIdLst>
  <p:sldIdLst>
    <p:sldId id="318" r:id="rId2"/>
    <p:sldId id="319" r:id="rId3"/>
    <p:sldId id="320" r:id="rId4"/>
    <p:sldId id="321" r:id="rId5"/>
    <p:sldId id="323" r:id="rId6"/>
    <p:sldId id="326" r:id="rId7"/>
    <p:sldId id="324" r:id="rId8"/>
    <p:sldId id="327" r:id="rId9"/>
    <p:sldId id="325" r:id="rId10"/>
    <p:sldId id="328" r:id="rId11"/>
  </p:sldIdLst>
  <p:sldSz cx="9144000" cy="6858000" type="screen4x3"/>
  <p:notesSz cx="6858000" cy="9144000"/>
  <p:defaultTextStyle>
    <a:defPPr>
      <a:defRPr lang="de-DE"/>
    </a:defPPr>
    <a:lvl1pPr algn="l" rtl="0" fontAlgn="base">
      <a:spcBef>
        <a:spcPct val="0"/>
      </a:spcBef>
      <a:spcAft>
        <a:spcPct val="0"/>
      </a:spcAft>
      <a:defRPr sz="2000" kern="1200">
        <a:solidFill>
          <a:schemeClr val="tx1"/>
        </a:solidFill>
        <a:latin typeface="Futura Lt BT" pitchFamily="34" charset="0"/>
        <a:ea typeface="+mn-ea"/>
        <a:cs typeface="+mn-cs"/>
      </a:defRPr>
    </a:lvl1pPr>
    <a:lvl2pPr marL="457200" algn="l" rtl="0" fontAlgn="base">
      <a:spcBef>
        <a:spcPct val="0"/>
      </a:spcBef>
      <a:spcAft>
        <a:spcPct val="0"/>
      </a:spcAft>
      <a:defRPr sz="2000" kern="1200">
        <a:solidFill>
          <a:schemeClr val="tx1"/>
        </a:solidFill>
        <a:latin typeface="Futura Lt BT" pitchFamily="34" charset="0"/>
        <a:ea typeface="+mn-ea"/>
        <a:cs typeface="+mn-cs"/>
      </a:defRPr>
    </a:lvl2pPr>
    <a:lvl3pPr marL="914400" algn="l" rtl="0" fontAlgn="base">
      <a:spcBef>
        <a:spcPct val="0"/>
      </a:spcBef>
      <a:spcAft>
        <a:spcPct val="0"/>
      </a:spcAft>
      <a:defRPr sz="2000" kern="1200">
        <a:solidFill>
          <a:schemeClr val="tx1"/>
        </a:solidFill>
        <a:latin typeface="Futura Lt BT" pitchFamily="34" charset="0"/>
        <a:ea typeface="+mn-ea"/>
        <a:cs typeface="+mn-cs"/>
      </a:defRPr>
    </a:lvl3pPr>
    <a:lvl4pPr marL="1371600" algn="l" rtl="0" fontAlgn="base">
      <a:spcBef>
        <a:spcPct val="0"/>
      </a:spcBef>
      <a:spcAft>
        <a:spcPct val="0"/>
      </a:spcAft>
      <a:defRPr sz="2000" kern="1200">
        <a:solidFill>
          <a:schemeClr val="tx1"/>
        </a:solidFill>
        <a:latin typeface="Futura Lt BT" pitchFamily="34" charset="0"/>
        <a:ea typeface="+mn-ea"/>
        <a:cs typeface="+mn-cs"/>
      </a:defRPr>
    </a:lvl4pPr>
    <a:lvl5pPr marL="1828800" algn="l" rtl="0" fontAlgn="base">
      <a:spcBef>
        <a:spcPct val="0"/>
      </a:spcBef>
      <a:spcAft>
        <a:spcPct val="0"/>
      </a:spcAft>
      <a:defRPr sz="2000" kern="1200">
        <a:solidFill>
          <a:schemeClr val="tx1"/>
        </a:solidFill>
        <a:latin typeface="Futura Lt BT" pitchFamily="34" charset="0"/>
        <a:ea typeface="+mn-ea"/>
        <a:cs typeface="+mn-cs"/>
      </a:defRPr>
    </a:lvl5pPr>
    <a:lvl6pPr marL="2286000" algn="l" defTabSz="914400" rtl="0" eaLnBrk="1" latinLnBrk="0" hangingPunct="1">
      <a:defRPr sz="2000" kern="1200">
        <a:solidFill>
          <a:schemeClr val="tx1"/>
        </a:solidFill>
        <a:latin typeface="Futura Lt BT" pitchFamily="34" charset="0"/>
        <a:ea typeface="+mn-ea"/>
        <a:cs typeface="+mn-cs"/>
      </a:defRPr>
    </a:lvl6pPr>
    <a:lvl7pPr marL="2743200" algn="l" defTabSz="914400" rtl="0" eaLnBrk="1" latinLnBrk="0" hangingPunct="1">
      <a:defRPr sz="2000" kern="1200">
        <a:solidFill>
          <a:schemeClr val="tx1"/>
        </a:solidFill>
        <a:latin typeface="Futura Lt BT" pitchFamily="34" charset="0"/>
        <a:ea typeface="+mn-ea"/>
        <a:cs typeface="+mn-cs"/>
      </a:defRPr>
    </a:lvl7pPr>
    <a:lvl8pPr marL="3200400" algn="l" defTabSz="914400" rtl="0" eaLnBrk="1" latinLnBrk="0" hangingPunct="1">
      <a:defRPr sz="2000" kern="1200">
        <a:solidFill>
          <a:schemeClr val="tx1"/>
        </a:solidFill>
        <a:latin typeface="Futura Lt BT" pitchFamily="34" charset="0"/>
        <a:ea typeface="+mn-ea"/>
        <a:cs typeface="+mn-cs"/>
      </a:defRPr>
    </a:lvl8pPr>
    <a:lvl9pPr marL="3657600" algn="l" defTabSz="914400" rtl="0" eaLnBrk="1" latinLnBrk="0" hangingPunct="1">
      <a:defRPr sz="2000" kern="1200">
        <a:solidFill>
          <a:schemeClr val="tx1"/>
        </a:solidFill>
        <a:latin typeface="Futura Lt BT"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3A5"/>
    <a:srgbClr val="D9DEE2"/>
    <a:srgbClr val="F7CE00"/>
    <a:srgbClr val="DE3131"/>
    <a:srgbClr val="31A5DE"/>
    <a:srgbClr val="969696"/>
    <a:srgbClr val="B2B2B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80" autoAdjust="0"/>
    <p:restoredTop sz="94737" autoAdjust="0"/>
  </p:normalViewPr>
  <p:slideViewPr>
    <p:cSldViewPr>
      <p:cViewPr varScale="1">
        <p:scale>
          <a:sx n="90" d="100"/>
          <a:sy n="90" d="100"/>
        </p:scale>
        <p:origin x="102" y="28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de-DE"/>
          </a:p>
        </p:txBody>
      </p:sp>
      <p:sp>
        <p:nvSpPr>
          <p:cNvPr id="1054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de-DE"/>
          </a:p>
        </p:txBody>
      </p:sp>
      <p:sp>
        <p:nvSpPr>
          <p:cNvPr id="1054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de-DE"/>
          </a:p>
        </p:txBody>
      </p:sp>
      <p:sp>
        <p:nvSpPr>
          <p:cNvPr id="1054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FC2B7A6B-673F-42C2-90F6-E6A639A26483}" type="slidenum">
              <a:rPr lang="de-DE"/>
              <a:pPr>
                <a:defRPr/>
              </a:pPr>
              <a:t>‹Nr.›</a:t>
            </a:fld>
            <a:endParaRPr lang="de-DE"/>
          </a:p>
        </p:txBody>
      </p:sp>
    </p:spTree>
    <p:extLst>
      <p:ext uri="{BB962C8B-B14F-4D97-AF65-F5344CB8AC3E}">
        <p14:creationId xmlns:p14="http://schemas.microsoft.com/office/powerpoint/2010/main" val="1499030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de-DE"/>
          </a:p>
        </p:txBody>
      </p:sp>
      <p:sp>
        <p:nvSpPr>
          <p:cNvPr id="1075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de-DE"/>
          </a:p>
        </p:txBody>
      </p:sp>
      <p:sp>
        <p:nvSpPr>
          <p:cNvPr id="307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075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de-DE"/>
          </a:p>
        </p:txBody>
      </p:sp>
      <p:sp>
        <p:nvSpPr>
          <p:cNvPr id="1075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D25DC1DA-53E7-4718-8CFC-4BC343103D2F}" type="slidenum">
              <a:rPr lang="de-DE"/>
              <a:pPr>
                <a:defRPr/>
              </a:pPr>
              <a:t>‹Nr.›</a:t>
            </a:fld>
            <a:endParaRPr lang="de-DE"/>
          </a:p>
        </p:txBody>
      </p:sp>
    </p:spTree>
    <p:extLst>
      <p:ext uri="{BB962C8B-B14F-4D97-AF65-F5344CB8AC3E}">
        <p14:creationId xmlns:p14="http://schemas.microsoft.com/office/powerpoint/2010/main" val="41291888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0</a:t>
            </a:fld>
            <a:endParaRPr lang="de-DE" altLang="de-DE" sz="120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1</a:t>
            </a:fld>
            <a:endParaRPr lang="de-DE" altLang="de-DE" sz="120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2</a:t>
            </a:fld>
            <a:endParaRPr lang="de-DE" altLang="de-DE" sz="120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3</a:t>
            </a:fld>
            <a:endParaRPr lang="de-DE" altLang="de-DE" sz="12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4</a:t>
            </a:fld>
            <a:endParaRPr lang="de-DE" altLang="de-DE" sz="120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5</a:t>
            </a:fld>
            <a:endParaRPr lang="de-DE" altLang="de-DE" sz="120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6</a:t>
            </a:fld>
            <a:endParaRPr lang="de-DE" altLang="de-DE" sz="120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7</a:t>
            </a:fld>
            <a:endParaRPr lang="de-DE" altLang="de-DE" sz="120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8</a:t>
            </a:fld>
            <a:endParaRPr lang="de-DE" altLang="de-DE" sz="120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9</a:t>
            </a:fld>
            <a:endParaRPr lang="de-DE" altLang="de-DE" sz="120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2" name="Picture 35" descr="streif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6" descr="windros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24725" y="5038725"/>
            <a:ext cx="181927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9"/>
          <p:cNvSpPr txBox="1">
            <a:spLocks noChangeArrowheads="1"/>
          </p:cNvSpPr>
          <p:nvPr userDrawn="1"/>
        </p:nvSpPr>
        <p:spPr bwMode="auto">
          <a:xfrm>
            <a:off x="457200" y="1600200"/>
            <a:ext cx="822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spcBef>
                <a:spcPct val="50000"/>
              </a:spcBef>
              <a:defRPr/>
            </a:pPr>
            <a:endParaRPr lang="de-DE"/>
          </a:p>
        </p:txBody>
      </p:sp>
      <p:pic>
        <p:nvPicPr>
          <p:cNvPr id="5" name="Picture 56" descr="IBB-4pkt"/>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40200" y="3500438"/>
            <a:ext cx="2809875"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7"/>
          <p:cNvSpPr txBox="1">
            <a:spLocks noChangeArrowheads="1"/>
          </p:cNvSpPr>
          <p:nvPr userDrawn="1"/>
        </p:nvSpPr>
        <p:spPr bwMode="auto">
          <a:xfrm>
            <a:off x="898525" y="5995988"/>
            <a:ext cx="604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algn="r" eaLnBrk="1" hangingPunct="1">
              <a:spcBef>
                <a:spcPct val="50000"/>
              </a:spcBef>
              <a:defRPr/>
            </a:pPr>
            <a:r>
              <a:rPr lang="de-DE" sz="2400" b="1">
                <a:latin typeface="Arial" charset="0"/>
              </a:rPr>
              <a:t>Institut für Berufliche Bildung AG</a:t>
            </a:r>
          </a:p>
        </p:txBody>
      </p:sp>
      <p:sp>
        <p:nvSpPr>
          <p:cNvPr id="7" name="Rectangle 55"/>
          <p:cNvSpPr>
            <a:spLocks noGrp="1" noChangeArrowheads="1"/>
          </p:cNvSpPr>
          <p:nvPr>
            <p:ph type="dt" sz="quarter" idx="10"/>
          </p:nvPr>
        </p:nvSpPr>
        <p:spPr>
          <a:xfrm>
            <a:off x="5105400" y="6477000"/>
            <a:ext cx="1905000" cy="228600"/>
          </a:xfrm>
        </p:spPr>
        <p:txBody>
          <a:bodyPr/>
          <a:lstStyle>
            <a:lvl1pPr>
              <a:defRPr>
                <a:latin typeface="Futura Lt BT" pitchFamily="34" charset="0"/>
              </a:defRPr>
            </a:lvl1pPr>
          </a:lstStyle>
          <a:p>
            <a:pPr>
              <a:defRPr/>
            </a:pPr>
            <a:endParaRPr lang="de-DE"/>
          </a:p>
        </p:txBody>
      </p:sp>
    </p:spTree>
    <p:extLst>
      <p:ext uri="{BB962C8B-B14F-4D97-AF65-F5344CB8AC3E}">
        <p14:creationId xmlns:p14="http://schemas.microsoft.com/office/powerpoint/2010/main" val="388948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DAF1F755-E086-4D0C-BB94-6E4F12C42EF3}" type="slidenum">
              <a:rPr lang="de-DE"/>
              <a:pPr>
                <a:defRPr/>
              </a:pPr>
              <a:t>‹Nr.›</a:t>
            </a:fld>
            <a:endParaRPr lang="de-DE"/>
          </a:p>
        </p:txBody>
      </p:sp>
    </p:spTree>
    <p:extLst>
      <p:ext uri="{BB962C8B-B14F-4D97-AF65-F5344CB8AC3E}">
        <p14:creationId xmlns:p14="http://schemas.microsoft.com/office/powerpoint/2010/main" val="183666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A70CDDBD-F196-4F50-84F5-1103C75073F3}" type="slidenum">
              <a:rPr lang="de-DE"/>
              <a:pPr>
                <a:defRPr/>
              </a:pPr>
              <a:t>‹Nr.›</a:t>
            </a:fld>
            <a:endParaRPr lang="de-DE"/>
          </a:p>
        </p:txBody>
      </p:sp>
    </p:spTree>
    <p:extLst>
      <p:ext uri="{BB962C8B-B14F-4D97-AF65-F5344CB8AC3E}">
        <p14:creationId xmlns:p14="http://schemas.microsoft.com/office/powerpoint/2010/main" val="326250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600200"/>
            <a:ext cx="3492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102100" y="1600200"/>
            <a:ext cx="34940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p:cNvSpPr>
            <a:spLocks noGrp="1" noChangeArrowheads="1"/>
          </p:cNvSpPr>
          <p:nvPr>
            <p:ph type="dt" sz="half" idx="10"/>
          </p:nvPr>
        </p:nvSpPr>
        <p:spPr>
          <a:ln/>
        </p:spPr>
        <p:txBody>
          <a:bodyPr/>
          <a:lstStyle>
            <a:lvl1pPr>
              <a:defRPr/>
            </a:lvl1pPr>
          </a:lstStyle>
          <a:p>
            <a:pPr>
              <a:defRPr/>
            </a:pPr>
            <a:endParaRPr lang="de-DE"/>
          </a:p>
        </p:txBody>
      </p:sp>
      <p:sp>
        <p:nvSpPr>
          <p:cNvPr id="6" name="Rectangle 5"/>
          <p:cNvSpPr>
            <a:spLocks noGrp="1" noChangeArrowheads="1"/>
          </p:cNvSpPr>
          <p:nvPr>
            <p:ph type="ftr" sz="quarter" idx="11"/>
          </p:nvPr>
        </p:nvSpPr>
        <p:spPr>
          <a:ln/>
        </p:spPr>
        <p:txBody>
          <a:bodyPr/>
          <a:lstStyle>
            <a:lvl1pPr>
              <a:defRPr/>
            </a:lvl1pPr>
          </a:lstStyle>
          <a:p>
            <a:pPr>
              <a:defRPr/>
            </a:pPr>
            <a:endParaRPr lang="de-DE"/>
          </a:p>
        </p:txBody>
      </p:sp>
      <p:sp>
        <p:nvSpPr>
          <p:cNvPr id="7" name="Rectangle 6"/>
          <p:cNvSpPr>
            <a:spLocks noGrp="1" noChangeArrowheads="1"/>
          </p:cNvSpPr>
          <p:nvPr>
            <p:ph type="sldNum" sz="quarter" idx="12"/>
          </p:nvPr>
        </p:nvSpPr>
        <p:spPr>
          <a:ln/>
        </p:spPr>
        <p:txBody>
          <a:bodyPr/>
          <a:lstStyle>
            <a:lvl1pPr>
              <a:defRPr/>
            </a:lvl1pPr>
          </a:lstStyle>
          <a:p>
            <a:pPr>
              <a:defRPr/>
            </a:pPr>
            <a:fld id="{DEA7E131-4F08-415A-8BCE-4A40565F6834}" type="slidenum">
              <a:rPr lang="de-DE"/>
              <a:pPr>
                <a:defRPr/>
              </a:pPr>
              <a:t>‹Nr.›</a:t>
            </a:fld>
            <a:endParaRPr lang="de-DE"/>
          </a:p>
        </p:txBody>
      </p:sp>
    </p:spTree>
    <p:extLst>
      <p:ext uri="{BB962C8B-B14F-4D97-AF65-F5344CB8AC3E}">
        <p14:creationId xmlns:p14="http://schemas.microsoft.com/office/powerpoint/2010/main" val="139476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p:cNvSpPr>
            <a:spLocks noGrp="1" noChangeArrowheads="1"/>
          </p:cNvSpPr>
          <p:nvPr>
            <p:ph type="dt" sz="half" idx="10"/>
          </p:nvPr>
        </p:nvSpPr>
        <p:spPr>
          <a:ln/>
        </p:spPr>
        <p:txBody>
          <a:bodyPr/>
          <a:lstStyle>
            <a:lvl1pPr>
              <a:defRPr/>
            </a:lvl1pPr>
          </a:lstStyle>
          <a:p>
            <a:pPr>
              <a:defRPr/>
            </a:pPr>
            <a:endParaRPr lang="de-DE"/>
          </a:p>
        </p:txBody>
      </p:sp>
      <p:sp>
        <p:nvSpPr>
          <p:cNvPr id="8" name="Rectangle 5"/>
          <p:cNvSpPr>
            <a:spLocks noGrp="1" noChangeArrowheads="1"/>
          </p:cNvSpPr>
          <p:nvPr>
            <p:ph type="ftr" sz="quarter" idx="11"/>
          </p:nvPr>
        </p:nvSpPr>
        <p:spPr>
          <a:ln/>
        </p:spPr>
        <p:txBody>
          <a:bodyPr/>
          <a:lstStyle>
            <a:lvl1pPr>
              <a:defRPr/>
            </a:lvl1pPr>
          </a:lstStyle>
          <a:p>
            <a:pPr>
              <a:defRPr/>
            </a:pPr>
            <a:endParaRPr lang="de-DE"/>
          </a:p>
        </p:txBody>
      </p:sp>
      <p:sp>
        <p:nvSpPr>
          <p:cNvPr id="9" name="Rectangle 6"/>
          <p:cNvSpPr>
            <a:spLocks noGrp="1" noChangeArrowheads="1"/>
          </p:cNvSpPr>
          <p:nvPr>
            <p:ph type="sldNum" sz="quarter" idx="12"/>
          </p:nvPr>
        </p:nvSpPr>
        <p:spPr>
          <a:ln/>
        </p:spPr>
        <p:txBody>
          <a:bodyPr/>
          <a:lstStyle>
            <a:lvl1pPr>
              <a:defRPr/>
            </a:lvl1pPr>
          </a:lstStyle>
          <a:p>
            <a:pPr>
              <a:defRPr/>
            </a:pPr>
            <a:fld id="{84A27559-B7CE-4536-8472-532D77D55B7F}" type="slidenum">
              <a:rPr lang="de-DE"/>
              <a:pPr>
                <a:defRPr/>
              </a:pPr>
              <a:t>‹Nr.›</a:t>
            </a:fld>
            <a:endParaRPr lang="de-DE"/>
          </a:p>
        </p:txBody>
      </p:sp>
    </p:spTree>
    <p:extLst>
      <p:ext uri="{BB962C8B-B14F-4D97-AF65-F5344CB8AC3E}">
        <p14:creationId xmlns:p14="http://schemas.microsoft.com/office/powerpoint/2010/main" val="235352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4"/>
          <p:cNvSpPr>
            <a:spLocks noGrp="1" noChangeArrowheads="1"/>
          </p:cNvSpPr>
          <p:nvPr>
            <p:ph type="dt" sz="half" idx="10"/>
          </p:nvPr>
        </p:nvSpPr>
        <p:spPr>
          <a:ln/>
        </p:spPr>
        <p:txBody>
          <a:bodyPr/>
          <a:lstStyle>
            <a:lvl1pPr>
              <a:defRPr/>
            </a:lvl1pPr>
          </a:lstStyle>
          <a:p>
            <a:pPr>
              <a:defRPr/>
            </a:pPr>
            <a:endParaRPr lang="de-DE"/>
          </a:p>
        </p:txBody>
      </p:sp>
      <p:sp>
        <p:nvSpPr>
          <p:cNvPr id="4" name="Rectangle 5"/>
          <p:cNvSpPr>
            <a:spLocks noGrp="1" noChangeArrowheads="1"/>
          </p:cNvSpPr>
          <p:nvPr>
            <p:ph type="ftr" sz="quarter" idx="11"/>
          </p:nvPr>
        </p:nvSpPr>
        <p:spPr>
          <a:ln/>
        </p:spPr>
        <p:txBody>
          <a:bodyPr/>
          <a:lstStyle>
            <a:lvl1pPr>
              <a:defRPr/>
            </a:lvl1pPr>
          </a:lstStyle>
          <a:p>
            <a:pPr>
              <a:defRPr/>
            </a:pPr>
            <a:endParaRPr lang="de-DE"/>
          </a:p>
        </p:txBody>
      </p:sp>
      <p:sp>
        <p:nvSpPr>
          <p:cNvPr id="5" name="Rectangle 6"/>
          <p:cNvSpPr>
            <a:spLocks noGrp="1" noChangeArrowheads="1"/>
          </p:cNvSpPr>
          <p:nvPr>
            <p:ph type="sldNum" sz="quarter" idx="12"/>
          </p:nvPr>
        </p:nvSpPr>
        <p:spPr>
          <a:ln/>
        </p:spPr>
        <p:txBody>
          <a:bodyPr/>
          <a:lstStyle>
            <a:lvl1pPr>
              <a:defRPr/>
            </a:lvl1pPr>
          </a:lstStyle>
          <a:p>
            <a:pPr>
              <a:defRPr/>
            </a:pPr>
            <a:fld id="{7D473626-256A-406D-8D5A-7A24A5F95729}" type="slidenum">
              <a:rPr lang="de-DE"/>
              <a:pPr>
                <a:defRPr/>
              </a:pPr>
              <a:t>‹Nr.›</a:t>
            </a:fld>
            <a:endParaRPr lang="de-DE"/>
          </a:p>
        </p:txBody>
      </p:sp>
    </p:spTree>
    <p:extLst>
      <p:ext uri="{BB962C8B-B14F-4D97-AF65-F5344CB8AC3E}">
        <p14:creationId xmlns:p14="http://schemas.microsoft.com/office/powerpoint/2010/main" val="203770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de-DE"/>
          </a:p>
        </p:txBody>
      </p:sp>
      <p:sp>
        <p:nvSpPr>
          <p:cNvPr id="3" name="Rectangle 5"/>
          <p:cNvSpPr>
            <a:spLocks noGrp="1" noChangeArrowheads="1"/>
          </p:cNvSpPr>
          <p:nvPr>
            <p:ph type="ftr" sz="quarter" idx="11"/>
          </p:nvPr>
        </p:nvSpPr>
        <p:spPr>
          <a:ln/>
        </p:spPr>
        <p:txBody>
          <a:bodyPr/>
          <a:lstStyle>
            <a:lvl1pPr>
              <a:defRPr/>
            </a:lvl1pPr>
          </a:lstStyle>
          <a:p>
            <a:pPr>
              <a:defRPr/>
            </a:pPr>
            <a:endParaRPr lang="de-DE"/>
          </a:p>
        </p:txBody>
      </p:sp>
      <p:sp>
        <p:nvSpPr>
          <p:cNvPr id="4" name="Rectangle 6"/>
          <p:cNvSpPr>
            <a:spLocks noGrp="1" noChangeArrowheads="1"/>
          </p:cNvSpPr>
          <p:nvPr>
            <p:ph type="sldNum" sz="quarter" idx="12"/>
          </p:nvPr>
        </p:nvSpPr>
        <p:spPr>
          <a:ln/>
        </p:spPr>
        <p:txBody>
          <a:bodyPr/>
          <a:lstStyle>
            <a:lvl1pPr>
              <a:defRPr/>
            </a:lvl1pPr>
          </a:lstStyle>
          <a:p>
            <a:pPr>
              <a:defRPr/>
            </a:pPr>
            <a:fld id="{25FA8212-8D11-483A-8286-CB80B4050A88}" type="slidenum">
              <a:rPr lang="de-DE"/>
              <a:pPr>
                <a:defRPr/>
              </a:pPr>
              <a:t>‹Nr.›</a:t>
            </a:fld>
            <a:endParaRPr lang="de-DE"/>
          </a:p>
        </p:txBody>
      </p:sp>
    </p:spTree>
    <p:extLst>
      <p:ext uri="{BB962C8B-B14F-4D97-AF65-F5344CB8AC3E}">
        <p14:creationId xmlns:p14="http://schemas.microsoft.com/office/powerpoint/2010/main" val="2740206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4"/>
          <p:cNvSpPr>
            <a:spLocks noGrp="1" noChangeArrowheads="1"/>
          </p:cNvSpPr>
          <p:nvPr>
            <p:ph type="dt" sz="half" idx="10"/>
          </p:nvPr>
        </p:nvSpPr>
        <p:spPr>
          <a:ln/>
        </p:spPr>
        <p:txBody>
          <a:bodyPr/>
          <a:lstStyle>
            <a:lvl1pPr>
              <a:defRPr/>
            </a:lvl1pPr>
          </a:lstStyle>
          <a:p>
            <a:pPr>
              <a:defRPr/>
            </a:pPr>
            <a:endParaRPr lang="de-DE"/>
          </a:p>
        </p:txBody>
      </p:sp>
      <p:sp>
        <p:nvSpPr>
          <p:cNvPr id="6" name="Rectangle 5"/>
          <p:cNvSpPr>
            <a:spLocks noGrp="1" noChangeArrowheads="1"/>
          </p:cNvSpPr>
          <p:nvPr>
            <p:ph type="ftr" sz="quarter" idx="11"/>
          </p:nvPr>
        </p:nvSpPr>
        <p:spPr>
          <a:ln/>
        </p:spPr>
        <p:txBody>
          <a:bodyPr/>
          <a:lstStyle>
            <a:lvl1pPr>
              <a:defRPr/>
            </a:lvl1pPr>
          </a:lstStyle>
          <a:p>
            <a:pPr>
              <a:defRPr/>
            </a:pPr>
            <a:endParaRPr lang="de-DE"/>
          </a:p>
        </p:txBody>
      </p:sp>
      <p:sp>
        <p:nvSpPr>
          <p:cNvPr id="7" name="Rectangle 6"/>
          <p:cNvSpPr>
            <a:spLocks noGrp="1" noChangeArrowheads="1"/>
          </p:cNvSpPr>
          <p:nvPr>
            <p:ph type="sldNum" sz="quarter" idx="12"/>
          </p:nvPr>
        </p:nvSpPr>
        <p:spPr>
          <a:ln/>
        </p:spPr>
        <p:txBody>
          <a:bodyPr/>
          <a:lstStyle>
            <a:lvl1pPr>
              <a:defRPr/>
            </a:lvl1pPr>
          </a:lstStyle>
          <a:p>
            <a:pPr>
              <a:defRPr/>
            </a:pPr>
            <a:fld id="{EB5A5695-A326-435D-8D90-18DF95D2EBD9}" type="slidenum">
              <a:rPr lang="de-DE"/>
              <a:pPr>
                <a:defRPr/>
              </a:pPr>
              <a:t>‹Nr.›</a:t>
            </a:fld>
            <a:endParaRPr lang="de-DE"/>
          </a:p>
        </p:txBody>
      </p:sp>
    </p:spTree>
    <p:extLst>
      <p:ext uri="{BB962C8B-B14F-4D97-AF65-F5344CB8AC3E}">
        <p14:creationId xmlns:p14="http://schemas.microsoft.com/office/powerpoint/2010/main" val="1041731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4"/>
          <p:cNvSpPr>
            <a:spLocks noGrp="1" noChangeArrowheads="1"/>
          </p:cNvSpPr>
          <p:nvPr>
            <p:ph type="dt" sz="half" idx="10"/>
          </p:nvPr>
        </p:nvSpPr>
        <p:spPr>
          <a:ln/>
        </p:spPr>
        <p:txBody>
          <a:bodyPr/>
          <a:lstStyle>
            <a:lvl1pPr>
              <a:defRPr/>
            </a:lvl1pPr>
          </a:lstStyle>
          <a:p>
            <a:pPr>
              <a:defRPr/>
            </a:pPr>
            <a:endParaRPr lang="de-DE"/>
          </a:p>
        </p:txBody>
      </p:sp>
      <p:sp>
        <p:nvSpPr>
          <p:cNvPr id="6" name="Rectangle 5"/>
          <p:cNvSpPr>
            <a:spLocks noGrp="1" noChangeArrowheads="1"/>
          </p:cNvSpPr>
          <p:nvPr>
            <p:ph type="ftr" sz="quarter" idx="11"/>
          </p:nvPr>
        </p:nvSpPr>
        <p:spPr>
          <a:ln/>
        </p:spPr>
        <p:txBody>
          <a:bodyPr/>
          <a:lstStyle>
            <a:lvl1pPr>
              <a:defRPr/>
            </a:lvl1pPr>
          </a:lstStyle>
          <a:p>
            <a:pPr>
              <a:defRPr/>
            </a:pPr>
            <a:endParaRPr lang="de-DE"/>
          </a:p>
        </p:txBody>
      </p:sp>
      <p:sp>
        <p:nvSpPr>
          <p:cNvPr id="7" name="Rectangle 6"/>
          <p:cNvSpPr>
            <a:spLocks noGrp="1" noChangeArrowheads="1"/>
          </p:cNvSpPr>
          <p:nvPr>
            <p:ph type="sldNum" sz="quarter" idx="12"/>
          </p:nvPr>
        </p:nvSpPr>
        <p:spPr>
          <a:ln/>
        </p:spPr>
        <p:txBody>
          <a:bodyPr/>
          <a:lstStyle>
            <a:lvl1pPr>
              <a:defRPr/>
            </a:lvl1pPr>
          </a:lstStyle>
          <a:p>
            <a:pPr>
              <a:defRPr/>
            </a:pPr>
            <a:fld id="{1D037FD3-1E67-4211-BA40-7FD1C3B7C4BC}" type="slidenum">
              <a:rPr lang="de-DE"/>
              <a:pPr>
                <a:defRPr/>
              </a:pPr>
              <a:t>‹Nr.›</a:t>
            </a:fld>
            <a:endParaRPr lang="de-DE"/>
          </a:p>
        </p:txBody>
      </p:sp>
    </p:spTree>
    <p:extLst>
      <p:ext uri="{BB962C8B-B14F-4D97-AF65-F5344CB8AC3E}">
        <p14:creationId xmlns:p14="http://schemas.microsoft.com/office/powerpoint/2010/main" val="2507199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F056ED48-0421-45C5-8F73-99D76046C5D7}" type="slidenum">
              <a:rPr lang="de-DE"/>
              <a:pPr>
                <a:defRPr/>
              </a:pPr>
              <a:t>‹Nr.›</a:t>
            </a:fld>
            <a:endParaRPr lang="de-DE"/>
          </a:p>
        </p:txBody>
      </p:sp>
    </p:spTree>
    <p:extLst>
      <p:ext uri="{BB962C8B-B14F-4D97-AF65-F5344CB8AC3E}">
        <p14:creationId xmlns:p14="http://schemas.microsoft.com/office/powerpoint/2010/main" val="3909658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5811838" y="260350"/>
            <a:ext cx="1784350" cy="5865813"/>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60350"/>
            <a:ext cx="5202238" cy="5865813"/>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BDFA41DF-72CE-4779-BFF7-D0F7DFE25DC5}" type="slidenum">
              <a:rPr lang="de-DE"/>
              <a:pPr>
                <a:defRPr/>
              </a:pPr>
              <a:t>‹Nr.›</a:t>
            </a:fld>
            <a:endParaRPr lang="de-DE"/>
          </a:p>
        </p:txBody>
      </p:sp>
    </p:spTree>
    <p:extLst>
      <p:ext uri="{BB962C8B-B14F-4D97-AF65-F5344CB8AC3E}">
        <p14:creationId xmlns:p14="http://schemas.microsoft.com/office/powerpoint/2010/main" val="252405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3"/>
          <p:cNvSpPr>
            <a:spLocks noChangeArrowheads="1"/>
          </p:cNvSpPr>
          <p:nvPr userDrawn="1"/>
        </p:nvSpPr>
        <p:spPr bwMode="auto">
          <a:xfrm>
            <a:off x="8027988" y="0"/>
            <a:ext cx="1116012" cy="6858000"/>
          </a:xfrm>
          <a:prstGeom prst="rect">
            <a:avLst/>
          </a:prstGeom>
          <a:gradFill rotWithShape="1">
            <a:gsLst>
              <a:gs pos="0">
                <a:schemeClr val="bg1"/>
              </a:gs>
              <a:gs pos="100000">
                <a:srgbClr val="D9DEE2"/>
              </a:gs>
            </a:gsLst>
            <a:lin ang="0" scaled="1"/>
          </a:gradFill>
          <a:ln w="9525">
            <a:solidFill>
              <a:srgbClr val="D9DEE2"/>
            </a:solidFill>
            <a:miter lim="800000"/>
            <a:headEnd/>
            <a:tailEnd/>
          </a:ln>
        </p:spPr>
        <p:txBody>
          <a:bodyPr wrap="none" anchor="ct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endParaRPr lang="de-DE" altLang="de-DE"/>
          </a:p>
        </p:txBody>
      </p:sp>
      <p:sp>
        <p:nvSpPr>
          <p:cNvPr id="1027" name="Rectangle 2"/>
          <p:cNvSpPr>
            <a:spLocks noGrp="1" noChangeArrowheads="1"/>
          </p:cNvSpPr>
          <p:nvPr>
            <p:ph type="title"/>
          </p:nvPr>
        </p:nvSpPr>
        <p:spPr bwMode="auto">
          <a:xfrm>
            <a:off x="468313" y="260350"/>
            <a:ext cx="71278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de-DE"/>
              <a:t>Mastertitelformat bearbeiten</a:t>
            </a:r>
          </a:p>
        </p:txBody>
      </p:sp>
      <p:sp>
        <p:nvSpPr>
          <p:cNvPr id="1028" name="Rectangle 3"/>
          <p:cNvSpPr>
            <a:spLocks noGrp="1" noChangeArrowheads="1"/>
          </p:cNvSpPr>
          <p:nvPr>
            <p:ph type="body" idx="1"/>
          </p:nvPr>
        </p:nvSpPr>
        <p:spPr bwMode="auto">
          <a:xfrm>
            <a:off x="457200" y="1600200"/>
            <a:ext cx="713898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95236" name="Rectangle 4"/>
          <p:cNvSpPr>
            <a:spLocks noGrp="1" noChangeArrowheads="1"/>
          </p:cNvSpPr>
          <p:nvPr>
            <p:ph type="dt" sz="half" idx="2"/>
          </p:nvPr>
        </p:nvSpPr>
        <p:spPr bwMode="auto">
          <a:xfrm>
            <a:off x="8027988" y="2349500"/>
            <a:ext cx="1116012" cy="10795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de-DE"/>
          </a:p>
        </p:txBody>
      </p:sp>
      <p:sp>
        <p:nvSpPr>
          <p:cNvPr id="952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de-DE"/>
          </a:p>
        </p:txBody>
      </p:sp>
      <p:sp>
        <p:nvSpPr>
          <p:cNvPr id="95238" name="Rectangle 6"/>
          <p:cNvSpPr>
            <a:spLocks noGrp="1" noChangeArrowheads="1"/>
          </p:cNvSpPr>
          <p:nvPr>
            <p:ph type="sldNum" sz="quarter" idx="4"/>
          </p:nvPr>
        </p:nvSpPr>
        <p:spPr bwMode="auto">
          <a:xfrm>
            <a:off x="8101013" y="4797425"/>
            <a:ext cx="1042987" cy="647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ADA91F25-7C37-4FC0-8AAC-F439ADEAA456}" type="slidenum">
              <a:rPr lang="de-DE"/>
              <a:pPr>
                <a:defRPr/>
              </a:pPr>
              <a:t>‹Nr.›</a:t>
            </a:fld>
            <a:endParaRPr lang="de-DE"/>
          </a:p>
        </p:txBody>
      </p:sp>
      <p:pic>
        <p:nvPicPr>
          <p:cNvPr id="1032" name="Picture 10" descr="zertifikat3"/>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97788" y="0"/>
            <a:ext cx="330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2" descr="windrose"/>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027988" y="5670550"/>
            <a:ext cx="10810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24" descr="logo-ibb"/>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1013" y="115888"/>
            <a:ext cx="1042987"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17" r:id="rId1"/>
    <p:sldLayoutId id="2147484307" r:id="rId2"/>
    <p:sldLayoutId id="2147484308" r:id="rId3"/>
    <p:sldLayoutId id="2147484309" r:id="rId4"/>
    <p:sldLayoutId id="2147484310" r:id="rId5"/>
    <p:sldLayoutId id="2147484311" r:id="rId6"/>
    <p:sldLayoutId id="2147484312" r:id="rId7"/>
    <p:sldLayoutId id="2147484313" r:id="rId8"/>
    <p:sldLayoutId id="2147484314" r:id="rId9"/>
    <p:sldLayoutId id="2147484315" r:id="rId10"/>
    <p:sldLayoutId id="2147484316" r:id="rId11"/>
  </p:sldLayoutIdLst>
  <p:txStyles>
    <p:titleStyle>
      <a:lvl1pPr algn="ctr" rtl="0" eaLnBrk="0" fontAlgn="base" hangingPunct="0">
        <a:spcBef>
          <a:spcPct val="0"/>
        </a:spcBef>
        <a:spcAft>
          <a:spcPct val="0"/>
        </a:spcAft>
        <a:defRPr sz="4400">
          <a:solidFill>
            <a:srgbClr val="3F4A55"/>
          </a:solidFill>
          <a:latin typeface="+mj-lt"/>
          <a:ea typeface="+mj-ea"/>
          <a:cs typeface="+mj-cs"/>
        </a:defRPr>
      </a:lvl1pPr>
      <a:lvl2pPr algn="ctr" rtl="0" eaLnBrk="0" fontAlgn="base" hangingPunct="0">
        <a:spcBef>
          <a:spcPct val="0"/>
        </a:spcBef>
        <a:spcAft>
          <a:spcPct val="0"/>
        </a:spcAft>
        <a:defRPr sz="4400">
          <a:solidFill>
            <a:srgbClr val="3F4A55"/>
          </a:solidFill>
          <a:latin typeface="Avant Garde" pitchFamily="1" charset="0"/>
        </a:defRPr>
      </a:lvl2pPr>
      <a:lvl3pPr algn="ctr" rtl="0" eaLnBrk="0" fontAlgn="base" hangingPunct="0">
        <a:spcBef>
          <a:spcPct val="0"/>
        </a:spcBef>
        <a:spcAft>
          <a:spcPct val="0"/>
        </a:spcAft>
        <a:defRPr sz="4400">
          <a:solidFill>
            <a:srgbClr val="3F4A55"/>
          </a:solidFill>
          <a:latin typeface="Avant Garde" pitchFamily="1" charset="0"/>
        </a:defRPr>
      </a:lvl3pPr>
      <a:lvl4pPr algn="ctr" rtl="0" eaLnBrk="0" fontAlgn="base" hangingPunct="0">
        <a:spcBef>
          <a:spcPct val="0"/>
        </a:spcBef>
        <a:spcAft>
          <a:spcPct val="0"/>
        </a:spcAft>
        <a:defRPr sz="4400">
          <a:solidFill>
            <a:srgbClr val="3F4A55"/>
          </a:solidFill>
          <a:latin typeface="Avant Garde" pitchFamily="1" charset="0"/>
        </a:defRPr>
      </a:lvl4pPr>
      <a:lvl5pPr algn="ctr" rtl="0" eaLnBrk="0" fontAlgn="base" hangingPunct="0">
        <a:spcBef>
          <a:spcPct val="0"/>
        </a:spcBef>
        <a:spcAft>
          <a:spcPct val="0"/>
        </a:spcAft>
        <a:defRPr sz="4400">
          <a:solidFill>
            <a:srgbClr val="3F4A55"/>
          </a:solidFill>
          <a:latin typeface="Avant Garde" pitchFamily="1" charset="0"/>
        </a:defRPr>
      </a:lvl5pPr>
      <a:lvl6pPr marL="457200" algn="ctr" rtl="0" fontAlgn="base">
        <a:spcBef>
          <a:spcPct val="0"/>
        </a:spcBef>
        <a:spcAft>
          <a:spcPct val="0"/>
        </a:spcAft>
        <a:defRPr sz="4400">
          <a:solidFill>
            <a:srgbClr val="3F4A55"/>
          </a:solidFill>
          <a:latin typeface="Avant Garde" pitchFamily="1" charset="0"/>
        </a:defRPr>
      </a:lvl6pPr>
      <a:lvl7pPr marL="914400" algn="ctr" rtl="0" fontAlgn="base">
        <a:spcBef>
          <a:spcPct val="0"/>
        </a:spcBef>
        <a:spcAft>
          <a:spcPct val="0"/>
        </a:spcAft>
        <a:defRPr sz="4400">
          <a:solidFill>
            <a:srgbClr val="3F4A55"/>
          </a:solidFill>
          <a:latin typeface="Avant Garde" pitchFamily="1" charset="0"/>
        </a:defRPr>
      </a:lvl7pPr>
      <a:lvl8pPr marL="1371600" algn="ctr" rtl="0" fontAlgn="base">
        <a:spcBef>
          <a:spcPct val="0"/>
        </a:spcBef>
        <a:spcAft>
          <a:spcPct val="0"/>
        </a:spcAft>
        <a:defRPr sz="4400">
          <a:solidFill>
            <a:srgbClr val="3F4A55"/>
          </a:solidFill>
          <a:latin typeface="Avant Garde" pitchFamily="1" charset="0"/>
        </a:defRPr>
      </a:lvl8pPr>
      <a:lvl9pPr marL="1828800" algn="ctr" rtl="0" fontAlgn="base">
        <a:spcBef>
          <a:spcPct val="0"/>
        </a:spcBef>
        <a:spcAft>
          <a:spcPct val="0"/>
        </a:spcAft>
        <a:defRPr sz="4400">
          <a:solidFill>
            <a:srgbClr val="3F4A55"/>
          </a:solidFill>
          <a:latin typeface="Avant Garde" pitchFamily="1" charset="0"/>
        </a:defRPr>
      </a:lvl9pPr>
    </p:titleStyle>
    <p:bodyStyle>
      <a:lvl1pPr marL="342900" indent="-342900" algn="l" rtl="0" eaLnBrk="0" fontAlgn="base" hangingPunct="0">
        <a:spcBef>
          <a:spcPct val="20000"/>
        </a:spcBef>
        <a:spcAft>
          <a:spcPct val="0"/>
        </a:spcAft>
        <a:buChar char="•"/>
        <a:defRPr sz="3200">
          <a:solidFill>
            <a:srgbClr val="3F4A55"/>
          </a:solidFill>
          <a:latin typeface="+mn-lt"/>
          <a:ea typeface="+mn-ea"/>
          <a:cs typeface="+mn-cs"/>
        </a:defRPr>
      </a:lvl1pPr>
      <a:lvl2pPr marL="742950" indent="-285750" algn="l" rtl="0" eaLnBrk="0" fontAlgn="base" hangingPunct="0">
        <a:spcBef>
          <a:spcPct val="20000"/>
        </a:spcBef>
        <a:spcAft>
          <a:spcPct val="0"/>
        </a:spcAft>
        <a:buChar char="–"/>
        <a:defRPr sz="2800">
          <a:solidFill>
            <a:srgbClr val="3F4A55"/>
          </a:solidFill>
          <a:latin typeface="+mn-lt"/>
        </a:defRPr>
      </a:lvl2pPr>
      <a:lvl3pPr marL="1143000" indent="-228600" algn="l" rtl="0" eaLnBrk="0" fontAlgn="base" hangingPunct="0">
        <a:spcBef>
          <a:spcPct val="20000"/>
        </a:spcBef>
        <a:spcAft>
          <a:spcPct val="0"/>
        </a:spcAft>
        <a:buChar char="•"/>
        <a:defRPr sz="2400">
          <a:solidFill>
            <a:srgbClr val="3F4A55"/>
          </a:solidFill>
          <a:latin typeface="+mn-lt"/>
        </a:defRPr>
      </a:lvl3pPr>
      <a:lvl4pPr marL="1600200" indent="-228600" algn="l" rtl="0" eaLnBrk="0" fontAlgn="base" hangingPunct="0">
        <a:spcBef>
          <a:spcPct val="20000"/>
        </a:spcBef>
        <a:spcAft>
          <a:spcPct val="0"/>
        </a:spcAft>
        <a:buChar char="–"/>
        <a:defRPr sz="2000">
          <a:solidFill>
            <a:srgbClr val="3F4A55"/>
          </a:solidFill>
          <a:latin typeface="+mn-lt"/>
        </a:defRPr>
      </a:lvl4pPr>
      <a:lvl5pPr marL="2057400" indent="-228600" algn="l" rtl="0" eaLnBrk="0" fontAlgn="base" hangingPunct="0">
        <a:spcBef>
          <a:spcPct val="20000"/>
        </a:spcBef>
        <a:spcAft>
          <a:spcPct val="0"/>
        </a:spcAft>
        <a:buChar char="»"/>
        <a:defRPr sz="2000">
          <a:solidFill>
            <a:srgbClr val="3F4A55"/>
          </a:solidFill>
          <a:latin typeface="+mn-lt"/>
        </a:defRPr>
      </a:lvl5pPr>
      <a:lvl6pPr marL="2514600" indent="-228600" algn="l" rtl="0" fontAlgn="base">
        <a:spcBef>
          <a:spcPct val="20000"/>
        </a:spcBef>
        <a:spcAft>
          <a:spcPct val="0"/>
        </a:spcAft>
        <a:buChar char="»"/>
        <a:defRPr sz="2000">
          <a:solidFill>
            <a:srgbClr val="3F4A55"/>
          </a:solidFill>
          <a:latin typeface="+mn-lt"/>
        </a:defRPr>
      </a:lvl6pPr>
      <a:lvl7pPr marL="2971800" indent="-228600" algn="l" rtl="0" fontAlgn="base">
        <a:spcBef>
          <a:spcPct val="20000"/>
        </a:spcBef>
        <a:spcAft>
          <a:spcPct val="0"/>
        </a:spcAft>
        <a:buChar char="»"/>
        <a:defRPr sz="2000">
          <a:solidFill>
            <a:srgbClr val="3F4A55"/>
          </a:solidFill>
          <a:latin typeface="+mn-lt"/>
        </a:defRPr>
      </a:lvl7pPr>
      <a:lvl8pPr marL="3429000" indent="-228600" algn="l" rtl="0" fontAlgn="base">
        <a:spcBef>
          <a:spcPct val="20000"/>
        </a:spcBef>
        <a:spcAft>
          <a:spcPct val="0"/>
        </a:spcAft>
        <a:buChar char="»"/>
        <a:defRPr sz="2000">
          <a:solidFill>
            <a:srgbClr val="3F4A55"/>
          </a:solidFill>
          <a:latin typeface="+mn-lt"/>
        </a:defRPr>
      </a:lvl8pPr>
      <a:lvl9pPr marL="3886200" indent="-228600" algn="l" rtl="0" fontAlgn="base">
        <a:spcBef>
          <a:spcPct val="20000"/>
        </a:spcBef>
        <a:spcAft>
          <a:spcPct val="0"/>
        </a:spcAft>
        <a:buChar char="»"/>
        <a:defRPr sz="2000">
          <a:solidFill>
            <a:srgbClr val="3F4A55"/>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3080" name="Picture 8" descr="http://upload.wikimedia.org/wikipedia/commons/2/2e/Spanning_tree_topolog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300" y="1008315"/>
            <a:ext cx="5149062" cy="53162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3080" name="Picture 8" descr="http://upload.wikimedia.org/wikipedia/commons/2/2e/Spanning_tree_topolog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450" y="702965"/>
            <a:ext cx="3743672" cy="3865253"/>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327638" y="4869160"/>
            <a:ext cx="7128470" cy="1323439"/>
          </a:xfrm>
          <a:prstGeom prst="rect">
            <a:avLst/>
          </a:prstGeom>
          <a:noFill/>
        </p:spPr>
        <p:txBody>
          <a:bodyPr wrap="square" rtlCol="0">
            <a:spAutoFit/>
          </a:bodyPr>
          <a:lstStyle/>
          <a:p>
            <a:r>
              <a:rPr lang="de-DE" sz="1600" b="1" dirty="0"/>
              <a:t>Das </a:t>
            </a:r>
            <a:r>
              <a:rPr lang="de-DE" sz="1600" b="1" dirty="0" err="1"/>
              <a:t>Spanning</a:t>
            </a:r>
            <a:r>
              <a:rPr lang="de-DE" sz="1600" b="1" dirty="0"/>
              <a:t>-</a:t>
            </a:r>
            <a:r>
              <a:rPr lang="de-DE" sz="1600" b="1" dirty="0" err="1"/>
              <a:t>Tree</a:t>
            </a:r>
            <a:r>
              <a:rPr lang="de-DE" sz="1600" b="1" dirty="0"/>
              <a:t>-Protokoll (STP) ist ein Redundanzverfahren zur Schleifenunterdrückung und damit zur Pfadoptimierung in Netzwerken. </a:t>
            </a:r>
          </a:p>
          <a:p>
            <a:r>
              <a:rPr lang="de-DE" sz="1600" b="1" dirty="0"/>
              <a:t>Diese Maßnahme reduziert die aktiven Verbindungswege einer beliebig </a:t>
            </a:r>
            <a:r>
              <a:rPr lang="de-DE" sz="1600" b="1" dirty="0" err="1"/>
              <a:t>vermaschten</a:t>
            </a:r>
            <a:r>
              <a:rPr lang="de-DE" sz="1600" b="1" dirty="0"/>
              <a:t> Netzwerkstruktur und führt sie in eine Baumtopologie, daher die Bezeichnung </a:t>
            </a:r>
            <a:r>
              <a:rPr lang="de-DE" sz="1600" b="1" dirty="0" err="1"/>
              <a:t>Spanning</a:t>
            </a:r>
            <a:r>
              <a:rPr lang="de-DE" sz="1600" b="1" dirty="0"/>
              <a:t> </a:t>
            </a:r>
            <a:r>
              <a:rPr lang="de-DE" sz="1600" b="1" dirty="0" err="1"/>
              <a:t>Tree</a:t>
            </a:r>
            <a:r>
              <a:rPr lang="de-DE" sz="1600" b="1" dirty="0"/>
              <a:t>.</a:t>
            </a:r>
            <a:endParaRPr lang="de-DE" sz="1600" dirty="0"/>
          </a:p>
        </p:txBody>
      </p:sp>
    </p:spTree>
    <p:extLst>
      <p:ext uri="{BB962C8B-B14F-4D97-AF65-F5344CB8AC3E}">
        <p14:creationId xmlns:p14="http://schemas.microsoft.com/office/powerpoint/2010/main" val="26082734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2" name="Textfeld 1"/>
          <p:cNvSpPr txBox="1"/>
          <p:nvPr/>
        </p:nvSpPr>
        <p:spPr>
          <a:xfrm>
            <a:off x="323850" y="1124744"/>
            <a:ext cx="7128470" cy="4278094"/>
          </a:xfrm>
          <a:prstGeom prst="rect">
            <a:avLst/>
          </a:prstGeom>
          <a:noFill/>
        </p:spPr>
        <p:txBody>
          <a:bodyPr wrap="square" rtlCol="0">
            <a:spAutoFit/>
          </a:bodyPr>
          <a:lstStyle/>
          <a:p>
            <a:r>
              <a:rPr lang="de-DE" sz="1600" dirty="0"/>
              <a:t>Erst wenn der bevorzugte Verbindungsweg unterbrochen ist, wird das Netzwerk neu organisiert und die optionalen Verbindungsstrecken aktiviert. Zur Überprüfung der Verbindungsstrecken kommunizieren die Switches oder Bridges regelmäßig mit Konfigurations-Datenpaketen, den Bridge Protocol Data Units (BPDU). Fällt eine Strecke aus kommen die BPDU-Datenpakete nicht mehr an und das SPA-Protokoll sorgt für eine Reorganisation.</a:t>
            </a:r>
          </a:p>
          <a:p>
            <a:endParaRPr lang="de-DE" sz="1600" dirty="0"/>
          </a:p>
          <a:p>
            <a:r>
              <a:rPr lang="de-DE" sz="1600" dirty="0"/>
              <a:t>Beim Aufbau des </a:t>
            </a:r>
            <a:r>
              <a:rPr lang="de-DE" sz="1600" dirty="0" err="1"/>
              <a:t>Spanning</a:t>
            </a:r>
            <a:r>
              <a:rPr lang="de-DE" sz="1600" dirty="0"/>
              <a:t> </a:t>
            </a:r>
            <a:r>
              <a:rPr lang="de-DE" sz="1600" dirty="0" err="1"/>
              <a:t>Tree</a:t>
            </a:r>
            <a:r>
              <a:rPr lang="de-DE" sz="1600" dirty="0"/>
              <a:t> vergleichen die Switches zunächst ihre Bridge ID (Brückenkennung) untereinander. Die Bridge ID setzt sich aus der Bridge-Priorität und der MAC-Adresse (Media Access Control) des Switches zusammen. Je kleiner die Bridge-Priorität, umso höher die Chance, Root Bridge zu werden. Bei gleicher Bridge-Priorität entscheidet die MAC-Adresse, die kleinere gewinnt. Liegt die Root Bridge fest, ermitteln die anderen Switches ihren günstigsten Weg zur Root Bridge und aktivieren den zugehörigen Anschluss, der jetzt Root Port wird. Die Root Bridge selbst hat keinen Root Port.</a:t>
            </a:r>
          </a:p>
        </p:txBody>
      </p:sp>
    </p:spTree>
    <p:extLst>
      <p:ext uri="{BB962C8B-B14F-4D97-AF65-F5344CB8AC3E}">
        <p14:creationId xmlns:p14="http://schemas.microsoft.com/office/powerpoint/2010/main" val="12850983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a:solidFill>
                  <a:srgbClr val="FF0000"/>
                </a:solidFill>
              </a:rPr>
              <a:t>Rapid </a:t>
            </a:r>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2" name="Textfeld 1"/>
          <p:cNvSpPr txBox="1"/>
          <p:nvPr/>
        </p:nvSpPr>
        <p:spPr>
          <a:xfrm>
            <a:off x="323850" y="1124744"/>
            <a:ext cx="7128470" cy="3046988"/>
          </a:xfrm>
          <a:prstGeom prst="rect">
            <a:avLst/>
          </a:prstGeom>
          <a:noFill/>
        </p:spPr>
        <p:txBody>
          <a:bodyPr wrap="square" rtlCol="0">
            <a:spAutoFit/>
          </a:bodyPr>
          <a:lstStyle/>
          <a:p>
            <a:r>
              <a:rPr lang="de-DE" sz="1600" dirty="0"/>
              <a:t>Bei STP können vom Ausfall eines Weges bis zur Wiederherstellung des Netzwerks 30 Sekunden vergehen. Währenddessen ist das Netz nicht verfügbar. Zudem kann man über gefälschte Pakete leicht </a:t>
            </a:r>
            <a:r>
              <a:rPr lang="de-DE" sz="1600" dirty="0" err="1"/>
              <a:t>Topologieänderungen</a:t>
            </a:r>
            <a:r>
              <a:rPr lang="de-DE" sz="1600" dirty="0"/>
              <a:t> verursachen und so einen </a:t>
            </a:r>
            <a:r>
              <a:rPr lang="de-DE" sz="1600" dirty="0" err="1"/>
              <a:t>Denial</a:t>
            </a:r>
            <a:r>
              <a:rPr lang="de-DE" sz="1600" dirty="0"/>
              <a:t>-</a:t>
            </a:r>
            <a:r>
              <a:rPr lang="de-DE" sz="1600" dirty="0" err="1"/>
              <a:t>of</a:t>
            </a:r>
            <a:r>
              <a:rPr lang="de-DE" sz="1600" dirty="0"/>
              <a:t>-Service bewirken. Deshalb waren schnell Verbesserungen gefragt, der Nachfolger Rapid </a:t>
            </a:r>
            <a:r>
              <a:rPr lang="de-DE" sz="1600" dirty="0" err="1"/>
              <a:t>Spanning</a:t>
            </a:r>
            <a:r>
              <a:rPr lang="de-DE" sz="1600" dirty="0"/>
              <a:t> </a:t>
            </a:r>
            <a:r>
              <a:rPr lang="de-DE" sz="1600" dirty="0" err="1"/>
              <a:t>Tree</a:t>
            </a:r>
            <a:r>
              <a:rPr lang="de-DE" sz="1600" dirty="0"/>
              <a:t> Protocol entstand .</a:t>
            </a:r>
          </a:p>
          <a:p>
            <a:endParaRPr lang="de-DE" sz="1600" dirty="0"/>
          </a:p>
          <a:p>
            <a:r>
              <a:rPr lang="de-DE" sz="1600" dirty="0"/>
              <a:t>RSTP baut nach Unterbrechungen das Netz wesentlich schneller wieder auf als STP, typischerweise in einigen hundert Millisekunden. Den Zeitvorteil erreicht RSTP durch verbesserte Portbehandlung: Es löst sich von Portstatus und -rolle und reduziert die möglichen Port-Zustände von drei (</a:t>
            </a:r>
            <a:r>
              <a:rPr lang="de-DE" sz="1600" dirty="0" err="1"/>
              <a:t>disabled</a:t>
            </a:r>
            <a:r>
              <a:rPr lang="de-DE" sz="1600" dirty="0"/>
              <a:t>, </a:t>
            </a:r>
            <a:r>
              <a:rPr lang="de-DE" sz="1600" dirty="0" err="1"/>
              <a:t>blocking</a:t>
            </a:r>
            <a:r>
              <a:rPr lang="de-DE" sz="1600" dirty="0"/>
              <a:t>, </a:t>
            </a:r>
            <a:r>
              <a:rPr lang="de-DE" sz="1600" dirty="0" err="1"/>
              <a:t>listening</a:t>
            </a:r>
            <a:r>
              <a:rPr lang="de-DE" sz="1600" dirty="0"/>
              <a:t>) auf einen (</a:t>
            </a:r>
            <a:r>
              <a:rPr lang="de-DE" sz="1600" dirty="0" err="1"/>
              <a:t>discarding</a:t>
            </a:r>
            <a:r>
              <a:rPr lang="de-DE" sz="1600" dirty="0"/>
              <a:t>).</a:t>
            </a:r>
          </a:p>
        </p:txBody>
      </p:sp>
    </p:spTree>
    <p:extLst>
      <p:ext uri="{BB962C8B-B14F-4D97-AF65-F5344CB8AC3E}">
        <p14:creationId xmlns:p14="http://schemas.microsoft.com/office/powerpoint/2010/main" val="31874164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39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 y="844550"/>
            <a:ext cx="7400925" cy="560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2546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60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762" y="836712"/>
            <a:ext cx="7331075" cy="119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83325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39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08720"/>
            <a:ext cx="7086600"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800" y="3178662"/>
            <a:ext cx="4877730" cy="3528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84607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39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08720"/>
            <a:ext cx="7086600"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70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4296" y="2127920"/>
            <a:ext cx="4962525"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9530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49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8" y="980728"/>
            <a:ext cx="7534275" cy="445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62272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49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9" y="980728"/>
            <a:ext cx="6046638" cy="35775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7906" y="975660"/>
            <a:ext cx="4036093" cy="2919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086" y="1264644"/>
            <a:ext cx="432048" cy="5801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086" y="2435449"/>
            <a:ext cx="2278714" cy="520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937" y="3670524"/>
            <a:ext cx="732472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09913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rddesign">
      <a:majorFont>
        <a:latin typeface="Avant Garde"/>
        <a:ea typeface=""/>
        <a:cs typeface=""/>
      </a:majorFont>
      <a:minorFont>
        <a:latin typeface="Avant Garde"/>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357</Words>
  <Application>Microsoft Office PowerPoint</Application>
  <PresentationFormat>Bildschirmpräsentation (4:3)</PresentationFormat>
  <Paragraphs>28</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Avant Garde</vt:lpstr>
      <vt:lpstr>Futura Lt BT</vt:lpstr>
      <vt:lpstr>Standarddesign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IBB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und Bytes</dc:title>
  <dc:subject>Computer intern</dc:subject>
  <dc:creator>Roland Toll</dc:creator>
  <cp:lastModifiedBy>Specht, Sven</cp:lastModifiedBy>
  <cp:revision>359</cp:revision>
  <cp:lastPrinted>2009-04-06T20:41:57Z</cp:lastPrinted>
  <dcterms:created xsi:type="dcterms:W3CDTF">2006-06-02T12:44:24Z</dcterms:created>
  <dcterms:modified xsi:type="dcterms:W3CDTF">2024-10-21T11:27:40Z</dcterms:modified>
</cp:coreProperties>
</file>